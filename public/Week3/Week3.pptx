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6"/>
  </p:notesMasterIdLst>
  <p:sldIdLst>
    <p:sldId id="262" r:id="rId2"/>
    <p:sldId id="745" r:id="rId3"/>
    <p:sldId id="1049" r:id="rId4"/>
    <p:sldId id="1004" r:id="rId5"/>
    <p:sldId id="1005" r:id="rId6"/>
    <p:sldId id="1006" r:id="rId7"/>
    <p:sldId id="1007" r:id="rId8"/>
    <p:sldId id="1018" r:id="rId9"/>
    <p:sldId id="1019" r:id="rId10"/>
    <p:sldId id="1010" r:id="rId11"/>
    <p:sldId id="1011" r:id="rId12"/>
    <p:sldId id="1012" r:id="rId13"/>
    <p:sldId id="1051" r:id="rId14"/>
    <p:sldId id="1050" r:id="rId15"/>
    <p:sldId id="1052" r:id="rId16"/>
    <p:sldId id="1013" r:id="rId17"/>
    <p:sldId id="1014" r:id="rId18"/>
    <p:sldId id="1015" r:id="rId19"/>
    <p:sldId id="1016" r:id="rId20"/>
    <p:sldId id="1053" r:id="rId21"/>
    <p:sldId id="960" r:id="rId22"/>
    <p:sldId id="1022" r:id="rId23"/>
    <p:sldId id="963" r:id="rId24"/>
    <p:sldId id="964" r:id="rId25"/>
    <p:sldId id="966" r:id="rId26"/>
    <p:sldId id="967" r:id="rId27"/>
    <p:sldId id="1025" r:id="rId28"/>
    <p:sldId id="1024" r:id="rId29"/>
    <p:sldId id="1026" r:id="rId30"/>
    <p:sldId id="1030" r:id="rId31"/>
    <p:sldId id="1031" r:id="rId32"/>
    <p:sldId id="1032" r:id="rId33"/>
    <p:sldId id="1034" r:id="rId34"/>
    <p:sldId id="1035" r:id="rId35"/>
    <p:sldId id="1036" r:id="rId36"/>
    <p:sldId id="1037" r:id="rId37"/>
    <p:sldId id="1044" r:id="rId38"/>
    <p:sldId id="1042" r:id="rId39"/>
    <p:sldId id="1043" r:id="rId40"/>
    <p:sldId id="1045" r:id="rId41"/>
    <p:sldId id="1041" r:id="rId42"/>
    <p:sldId id="1046" r:id="rId43"/>
    <p:sldId id="1047" r:id="rId44"/>
    <p:sldId id="1048" r:id="rId45"/>
    <p:sldId id="1038" r:id="rId46"/>
    <p:sldId id="988" r:id="rId47"/>
    <p:sldId id="989" r:id="rId48"/>
    <p:sldId id="994" r:id="rId49"/>
    <p:sldId id="992" r:id="rId50"/>
    <p:sldId id="1054" r:id="rId51"/>
    <p:sldId id="1055" r:id="rId52"/>
    <p:sldId id="1056" r:id="rId53"/>
    <p:sldId id="1057" r:id="rId54"/>
    <p:sldId id="1058" r:id="rId55"/>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84"/>
    <p:restoredTop sz="94694"/>
  </p:normalViewPr>
  <p:slideViewPr>
    <p:cSldViewPr snapToGrid="0">
      <p:cViewPr varScale="1">
        <p:scale>
          <a:sx n="85" d="100"/>
          <a:sy n="85" d="100"/>
        </p:scale>
        <p:origin x="176" y="952"/>
      </p:cViewPr>
      <p:guideLst/>
    </p:cSldViewPr>
  </p:slideViewPr>
  <p:notesTextViewPr>
    <p:cViewPr>
      <p:scale>
        <a:sx n="1" d="1"/>
        <a:sy n="1" d="1"/>
      </p:scale>
      <p:origin x="0" y="0"/>
    </p:cViewPr>
  </p:notesTextViewPr>
  <p:notesViewPr>
    <p:cSldViewPr snapToGrid="0">
      <p:cViewPr varScale="1">
        <p:scale>
          <a:sx n="97" d="100"/>
          <a:sy n="97" d="100"/>
        </p:scale>
        <p:origin x="380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54B795-7D58-924A-BBC0-5795E7560C7E}" type="datetimeFigureOut">
              <a:rPr lang="en-TR" smtClean="0"/>
              <a:t>2.03.2026</a:t>
            </a:fld>
            <a:endParaRPr lang="en-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23C97-4C40-1644-9086-25A7C31F551D}" type="slidenum">
              <a:rPr lang="en-TR" smtClean="0"/>
              <a:t>‹#›</a:t>
            </a:fld>
            <a:endParaRPr lang="en-TR"/>
          </a:p>
        </p:txBody>
      </p:sp>
    </p:spTree>
    <p:extLst>
      <p:ext uri="{BB962C8B-B14F-4D97-AF65-F5344CB8AC3E}">
        <p14:creationId xmlns:p14="http://schemas.microsoft.com/office/powerpoint/2010/main" val="991278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78A6C-7FB8-F343-34E3-A15A8732E79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73F36EB8-05DB-7E44-CC0B-D500138359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4DEC9297-C815-FB3F-B732-CACE70DAF661}"/>
              </a:ext>
            </a:extLst>
          </p:cNvPr>
          <p:cNvSpPr>
            <a:spLocks noGrp="1"/>
          </p:cNvSpPr>
          <p:nvPr>
            <p:ph type="dt" sz="half" idx="10"/>
          </p:nvPr>
        </p:nvSpPr>
        <p:spPr/>
        <p:txBody>
          <a:bodyPr/>
          <a:lstStyle/>
          <a:p>
            <a:fld id="{C128FA71-3A18-48C0-980F-4B68F7F63042}" type="datetime1">
              <a:rPr lang="en-US" smtClean="0"/>
              <a:t>3/2/26</a:t>
            </a:fld>
            <a:endParaRPr lang="en-US"/>
          </a:p>
        </p:txBody>
      </p:sp>
      <p:sp>
        <p:nvSpPr>
          <p:cNvPr id="5" name="Footer Placeholder 4">
            <a:extLst>
              <a:ext uri="{FF2B5EF4-FFF2-40B4-BE49-F238E27FC236}">
                <a16:creationId xmlns:a16="http://schemas.microsoft.com/office/drawing/2014/main" id="{E2C2B149-F343-ABC1-D497-75A95E28F0C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DBB845F-CACA-FF22-63A1-F1876F56BF28}"/>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Picture 6" descr="An abstract genetic concept">
            <a:extLst>
              <a:ext uri="{FF2B5EF4-FFF2-40B4-BE49-F238E27FC236}">
                <a16:creationId xmlns:a16="http://schemas.microsoft.com/office/drawing/2014/main" id="{EE7549B9-48CC-81C4-7A01-293CD1962ABB}"/>
              </a:ext>
            </a:extLst>
          </p:cNvPr>
          <p:cNvPicPr>
            <a:picLocks noChangeAspect="1"/>
          </p:cNvPicPr>
          <p:nvPr userDrawn="1"/>
        </p:nvPicPr>
        <p:blipFill>
          <a:blip r:embed="rId2">
            <a:alphaModFix amt="60000"/>
          </a:blip>
          <a:srcRect t="24557" b="19193"/>
          <a:stretch>
            <a:fillRect/>
          </a:stretch>
        </p:blipFill>
        <p:spPr>
          <a:xfrm>
            <a:off x="1" y="1"/>
            <a:ext cx="12192000" cy="6857999"/>
          </a:xfrm>
          <a:prstGeom prst="rect">
            <a:avLst/>
          </a:prstGeom>
        </p:spPr>
      </p:pic>
    </p:spTree>
    <p:extLst>
      <p:ext uri="{BB962C8B-B14F-4D97-AF65-F5344CB8AC3E}">
        <p14:creationId xmlns:p14="http://schemas.microsoft.com/office/powerpoint/2010/main" val="379840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89FF3-28D4-6FEE-79A4-E473504C3B6E}"/>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endParaRPr lang="en-TR" dirty="0"/>
          </a:p>
        </p:txBody>
      </p:sp>
      <p:sp>
        <p:nvSpPr>
          <p:cNvPr id="3" name="Content Placeholder 2">
            <a:extLst>
              <a:ext uri="{FF2B5EF4-FFF2-40B4-BE49-F238E27FC236}">
                <a16:creationId xmlns:a16="http://schemas.microsoft.com/office/drawing/2014/main" id="{A39D7446-DA83-318E-90DC-971D5694669C}"/>
              </a:ext>
            </a:extLst>
          </p:cNvPr>
          <p:cNvSpPr>
            <a:spLocks noGrp="1"/>
          </p:cNvSpPr>
          <p:nvPr>
            <p:ph idx="1"/>
          </p:nvPr>
        </p:nvSpPr>
        <p:spPr/>
        <p:txBody>
          <a:bodyPr/>
          <a:lstStyle>
            <a:lvl1pPr>
              <a:defRPr baseline="0">
                <a:solidFill>
                  <a:schemeClr val="tx1"/>
                </a:solidFill>
              </a:defRPr>
            </a:lvl1pPr>
            <a:lvl2pPr>
              <a:defRPr baseline="0">
                <a:solidFill>
                  <a:schemeClr val="tx1"/>
                </a:solidFill>
              </a:defRPr>
            </a:lvl2pPr>
            <a:lvl3pPr>
              <a:defRPr baseline="0">
                <a:solidFill>
                  <a:schemeClr val="tx1"/>
                </a:solidFill>
              </a:defRPr>
            </a:lvl3pPr>
            <a:lvl4pPr>
              <a:defRPr baseline="0">
                <a:solidFill>
                  <a:schemeClr val="tx1"/>
                </a:solidFill>
              </a:defRPr>
            </a:lvl4pPr>
            <a:lvl5pPr>
              <a:defRPr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TR" dirty="0"/>
          </a:p>
        </p:txBody>
      </p:sp>
      <p:sp>
        <p:nvSpPr>
          <p:cNvPr id="4" name="Date Placeholder 3">
            <a:extLst>
              <a:ext uri="{FF2B5EF4-FFF2-40B4-BE49-F238E27FC236}">
                <a16:creationId xmlns:a16="http://schemas.microsoft.com/office/drawing/2014/main" id="{46299D36-260B-1C15-3A0C-597249D28ACB}"/>
              </a:ext>
            </a:extLst>
          </p:cNvPr>
          <p:cNvSpPr>
            <a:spLocks noGrp="1"/>
          </p:cNvSpPr>
          <p:nvPr>
            <p:ph type="dt" sz="half" idx="10"/>
          </p:nvPr>
        </p:nvSpPr>
        <p:spPr/>
        <p:txBody>
          <a:bodyPr/>
          <a:lstStyle/>
          <a:p>
            <a:fld id="{51C1210E-201E-4473-82AC-2466F5386C38}" type="datetime1">
              <a:rPr lang="en-US" smtClean="0"/>
              <a:t>3/2/26</a:t>
            </a:fld>
            <a:endParaRPr lang="en-US"/>
          </a:p>
        </p:txBody>
      </p:sp>
      <p:sp>
        <p:nvSpPr>
          <p:cNvPr id="5" name="Footer Placeholder 4">
            <a:extLst>
              <a:ext uri="{FF2B5EF4-FFF2-40B4-BE49-F238E27FC236}">
                <a16:creationId xmlns:a16="http://schemas.microsoft.com/office/drawing/2014/main" id="{0C10611A-2117-1874-CDCE-FC3C54358439}"/>
              </a:ext>
            </a:extLst>
          </p:cNvPr>
          <p:cNvSpPr>
            <a:spLocks noGrp="1"/>
          </p:cNvSpPr>
          <p:nvPr>
            <p:ph type="ftr" sz="quarter" idx="11"/>
          </p:nvPr>
        </p:nvSpPr>
        <p:spPr>
          <a:xfrm>
            <a:off x="4038600" y="6356350"/>
            <a:ext cx="4114800" cy="365125"/>
          </a:xfrm>
          <a:prstGeom prst="rect">
            <a:avLst/>
          </a:prstGeom>
        </p:spPr>
        <p:txBody>
          <a:bodyPr/>
          <a:lstStyle/>
          <a:p>
            <a:r>
              <a:rPr lang="en-US" dirty="0"/>
              <a:t>IE451</a:t>
            </a:r>
          </a:p>
        </p:txBody>
      </p:sp>
      <p:sp>
        <p:nvSpPr>
          <p:cNvPr id="6" name="Slide Number Placeholder 5">
            <a:extLst>
              <a:ext uri="{FF2B5EF4-FFF2-40B4-BE49-F238E27FC236}">
                <a16:creationId xmlns:a16="http://schemas.microsoft.com/office/drawing/2014/main" id="{BB0FEEA9-CDFB-C059-EB6A-3BDF5B7C310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1491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64F1-79E4-F9BD-A879-6F08D2B2B3A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319EDB6B-C2FF-ECA6-CDA3-58C399448C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123731-223B-12D5-39FA-DA1CBA710AC5}"/>
              </a:ext>
            </a:extLst>
          </p:cNvPr>
          <p:cNvSpPr>
            <a:spLocks noGrp="1"/>
          </p:cNvSpPr>
          <p:nvPr>
            <p:ph type="dt" sz="half" idx="10"/>
          </p:nvPr>
        </p:nvSpPr>
        <p:spPr/>
        <p:txBody>
          <a:bodyPr/>
          <a:lstStyle/>
          <a:p>
            <a:fld id="{B01EA198-6CAB-4B8F-B93F-1F9C8C4B6CE7}" type="datetime1">
              <a:rPr lang="en-US" smtClean="0"/>
              <a:t>3/2/26</a:t>
            </a:fld>
            <a:endParaRPr lang="en-US"/>
          </a:p>
        </p:txBody>
      </p:sp>
      <p:sp>
        <p:nvSpPr>
          <p:cNvPr id="5" name="Footer Placeholder 4">
            <a:extLst>
              <a:ext uri="{FF2B5EF4-FFF2-40B4-BE49-F238E27FC236}">
                <a16:creationId xmlns:a16="http://schemas.microsoft.com/office/drawing/2014/main" id="{A20B345A-446B-C262-F271-437AB4AB54C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B1B79E-C143-C271-2459-DEA34C09F95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Picture 6" descr="An abstract genetic concept">
            <a:extLst>
              <a:ext uri="{FF2B5EF4-FFF2-40B4-BE49-F238E27FC236}">
                <a16:creationId xmlns:a16="http://schemas.microsoft.com/office/drawing/2014/main" id="{D36A5777-ABB7-24FB-38E9-D2EFC4DE45FE}"/>
              </a:ext>
            </a:extLst>
          </p:cNvPr>
          <p:cNvPicPr>
            <a:picLocks noChangeAspect="1"/>
          </p:cNvPicPr>
          <p:nvPr userDrawn="1"/>
        </p:nvPicPr>
        <p:blipFill>
          <a:blip r:embed="rId2">
            <a:alphaModFix amt="60000"/>
          </a:blip>
          <a:srcRect t="24557" b="19193"/>
          <a:stretch>
            <a:fillRect/>
          </a:stretch>
        </p:blipFill>
        <p:spPr>
          <a:xfrm>
            <a:off x="1" y="1"/>
            <a:ext cx="12192000" cy="6857999"/>
          </a:xfrm>
          <a:prstGeom prst="rect">
            <a:avLst/>
          </a:prstGeom>
        </p:spPr>
      </p:pic>
    </p:spTree>
    <p:extLst>
      <p:ext uri="{BB962C8B-B14F-4D97-AF65-F5344CB8AC3E}">
        <p14:creationId xmlns:p14="http://schemas.microsoft.com/office/powerpoint/2010/main" val="49782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9F718-A260-7959-F2B4-60F74AEAE7E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BE2EE62E-9723-05EE-AE60-27F9F8FF9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90D70EFA-6FC0-197E-6991-6AA3AD1C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AB361449-7739-94F7-2F52-4F2A20ECE496}"/>
              </a:ext>
            </a:extLst>
          </p:cNvPr>
          <p:cNvSpPr>
            <a:spLocks noGrp="1"/>
          </p:cNvSpPr>
          <p:nvPr>
            <p:ph type="dt" sz="half" idx="10"/>
          </p:nvPr>
        </p:nvSpPr>
        <p:spPr/>
        <p:txBody>
          <a:bodyPr/>
          <a:lstStyle/>
          <a:p>
            <a:fld id="{CA06041F-4525-44D5-AA4F-332294BF1F56}" type="datetime1">
              <a:rPr lang="en-US" smtClean="0"/>
              <a:t>3/2/26</a:t>
            </a:fld>
            <a:endParaRPr lang="en-US"/>
          </a:p>
        </p:txBody>
      </p:sp>
      <p:sp>
        <p:nvSpPr>
          <p:cNvPr id="6" name="Footer Placeholder 5">
            <a:extLst>
              <a:ext uri="{FF2B5EF4-FFF2-40B4-BE49-F238E27FC236}">
                <a16:creationId xmlns:a16="http://schemas.microsoft.com/office/drawing/2014/main" id="{E08570F9-4ACC-AC38-F8FC-BD82BFAE50E9}"/>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0D5384C-B7AE-38F4-F61E-38BFE0A296F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2401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F31E6-12E6-24CF-E6B9-E125C5D91AE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810A036B-7512-A462-613F-8D793168D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34AFE5-EDD6-3C07-E5E3-88091577AD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90E89D92-EBB4-6257-E37D-260A3874F5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2D2362-33E7-3DC3-4B72-67161C78F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ADDE3738-79D1-2DA5-AE08-2459C6A66FCD}"/>
              </a:ext>
            </a:extLst>
          </p:cNvPr>
          <p:cNvSpPr>
            <a:spLocks noGrp="1"/>
          </p:cNvSpPr>
          <p:nvPr>
            <p:ph type="dt" sz="half" idx="10"/>
          </p:nvPr>
        </p:nvSpPr>
        <p:spPr/>
        <p:txBody>
          <a:bodyPr/>
          <a:lstStyle/>
          <a:p>
            <a:fld id="{F9557091-BBDF-4EB9-BA6B-2BB67AC4FC0F}" type="datetime1">
              <a:rPr lang="en-US" smtClean="0"/>
              <a:t>3/2/26</a:t>
            </a:fld>
            <a:endParaRPr lang="en-US"/>
          </a:p>
        </p:txBody>
      </p:sp>
      <p:sp>
        <p:nvSpPr>
          <p:cNvPr id="8" name="Footer Placeholder 7">
            <a:extLst>
              <a:ext uri="{FF2B5EF4-FFF2-40B4-BE49-F238E27FC236}">
                <a16:creationId xmlns:a16="http://schemas.microsoft.com/office/drawing/2014/main" id="{D6BB2E3F-C0D9-0722-70AC-A2E5E7AA2C5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4E3C1AC6-7776-9E36-9C62-70E99F83FE9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2171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4E7A0-CA4E-2DBB-A691-BDCC1835F27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E332C9C7-5ED1-F6A0-3410-9A25A1B2D142}"/>
              </a:ext>
            </a:extLst>
          </p:cNvPr>
          <p:cNvSpPr>
            <a:spLocks noGrp="1"/>
          </p:cNvSpPr>
          <p:nvPr>
            <p:ph type="dt" sz="half" idx="10"/>
          </p:nvPr>
        </p:nvSpPr>
        <p:spPr/>
        <p:txBody>
          <a:bodyPr/>
          <a:lstStyle/>
          <a:p>
            <a:fld id="{2D6B226B-77A6-410C-9796-083F278E0125}" type="datetime1">
              <a:rPr lang="en-US" smtClean="0"/>
              <a:t>3/2/26</a:t>
            </a:fld>
            <a:endParaRPr lang="en-US"/>
          </a:p>
        </p:txBody>
      </p:sp>
      <p:sp>
        <p:nvSpPr>
          <p:cNvPr id="4" name="Footer Placeholder 3">
            <a:extLst>
              <a:ext uri="{FF2B5EF4-FFF2-40B4-BE49-F238E27FC236}">
                <a16:creationId xmlns:a16="http://schemas.microsoft.com/office/drawing/2014/main" id="{92B3C896-FD63-9E2F-0F76-8508298A9CC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5255D793-D3FC-0EA0-39B4-549E8124AC4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19593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F2FE01-141D-8192-8FDF-42D57A89874E}"/>
              </a:ext>
            </a:extLst>
          </p:cNvPr>
          <p:cNvSpPr>
            <a:spLocks noGrp="1"/>
          </p:cNvSpPr>
          <p:nvPr>
            <p:ph type="dt" sz="half" idx="10"/>
          </p:nvPr>
        </p:nvSpPr>
        <p:spPr/>
        <p:txBody>
          <a:bodyPr/>
          <a:lstStyle/>
          <a:p>
            <a:fld id="{A23A578B-D289-4C40-8593-3D356C49DA58}" type="datetime1">
              <a:rPr lang="en-US" smtClean="0"/>
              <a:t>3/2/26</a:t>
            </a:fld>
            <a:endParaRPr lang="en-US"/>
          </a:p>
        </p:txBody>
      </p:sp>
      <p:sp>
        <p:nvSpPr>
          <p:cNvPr id="3" name="Footer Placeholder 2">
            <a:extLst>
              <a:ext uri="{FF2B5EF4-FFF2-40B4-BE49-F238E27FC236}">
                <a16:creationId xmlns:a16="http://schemas.microsoft.com/office/drawing/2014/main" id="{B86BFC7C-D758-358D-F185-DF77BCD7D91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F1EBCDA-08A9-97B0-27E1-270D2F020B6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286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BD3E5-3E44-D3D0-3CD1-EF0BA5C95BE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237C2DFB-DCA0-53C0-4B7F-9A9FE5DB95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B0425DAA-CF69-A6C8-53A6-E43763730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AD22EF-77AD-A82E-B8BD-B2609DA2DAFA}"/>
              </a:ext>
            </a:extLst>
          </p:cNvPr>
          <p:cNvSpPr>
            <a:spLocks noGrp="1"/>
          </p:cNvSpPr>
          <p:nvPr>
            <p:ph type="dt" sz="half" idx="10"/>
          </p:nvPr>
        </p:nvSpPr>
        <p:spPr/>
        <p:txBody>
          <a:bodyPr/>
          <a:lstStyle/>
          <a:p>
            <a:fld id="{713DFAE3-14DB-48A7-A80F-80DDB072CE3D}" type="datetime1">
              <a:rPr lang="en-US" smtClean="0"/>
              <a:t>3/2/26</a:t>
            </a:fld>
            <a:endParaRPr lang="en-US"/>
          </a:p>
        </p:txBody>
      </p:sp>
      <p:sp>
        <p:nvSpPr>
          <p:cNvPr id="6" name="Footer Placeholder 5">
            <a:extLst>
              <a:ext uri="{FF2B5EF4-FFF2-40B4-BE49-F238E27FC236}">
                <a16:creationId xmlns:a16="http://schemas.microsoft.com/office/drawing/2014/main" id="{469BDB94-B3E9-280F-4B79-70E1A9DA2A5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D887B8C-2569-980D-1206-DC2B68FBC5E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1004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D4B5-3D61-0CEF-C7B9-8941CE976BD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75AE718E-5FF4-D5D1-8F94-FDB2224EEF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FB59AE74-A624-98F1-4FA6-B195AC593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F003F-D2BC-C613-7809-65AEBB5AECE5}"/>
              </a:ext>
            </a:extLst>
          </p:cNvPr>
          <p:cNvSpPr>
            <a:spLocks noGrp="1"/>
          </p:cNvSpPr>
          <p:nvPr>
            <p:ph type="dt" sz="half" idx="10"/>
          </p:nvPr>
        </p:nvSpPr>
        <p:spPr/>
        <p:txBody>
          <a:bodyPr/>
          <a:lstStyle/>
          <a:p>
            <a:fld id="{92C5EAEF-6478-4102-8F5D-A5FE9FC97ACB}" type="datetime1">
              <a:rPr lang="en-US" smtClean="0"/>
              <a:t>3/2/26</a:t>
            </a:fld>
            <a:endParaRPr lang="en-US"/>
          </a:p>
        </p:txBody>
      </p:sp>
      <p:sp>
        <p:nvSpPr>
          <p:cNvPr id="6" name="Footer Placeholder 5">
            <a:extLst>
              <a:ext uri="{FF2B5EF4-FFF2-40B4-BE49-F238E27FC236}">
                <a16:creationId xmlns:a16="http://schemas.microsoft.com/office/drawing/2014/main" id="{8633B29D-656D-A336-063E-9EAFA0E040C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2A6960EB-F70E-D1BE-3A52-458EB6D87B8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754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3D4D-AF62-135B-903A-9B0BAD9BEF8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873A31EE-E275-0E5A-068D-072872C522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CEE21619-8338-489C-F229-C954935C27BD}"/>
              </a:ext>
            </a:extLst>
          </p:cNvPr>
          <p:cNvSpPr>
            <a:spLocks noGrp="1"/>
          </p:cNvSpPr>
          <p:nvPr>
            <p:ph type="dt" sz="half" idx="10"/>
          </p:nvPr>
        </p:nvSpPr>
        <p:spPr/>
        <p:txBody>
          <a:bodyPr/>
          <a:lstStyle/>
          <a:p>
            <a:fld id="{7104EDB3-C0E8-45F8-9E1D-1B6C8D1880C0}" type="datetime1">
              <a:rPr lang="en-US" smtClean="0"/>
              <a:t>3/2/26</a:t>
            </a:fld>
            <a:endParaRPr lang="en-US"/>
          </a:p>
        </p:txBody>
      </p:sp>
      <p:sp>
        <p:nvSpPr>
          <p:cNvPr id="5" name="Footer Placeholder 4">
            <a:extLst>
              <a:ext uri="{FF2B5EF4-FFF2-40B4-BE49-F238E27FC236}">
                <a16:creationId xmlns:a16="http://schemas.microsoft.com/office/drawing/2014/main" id="{F2991926-098D-F6D3-3BB1-05A870ED3CF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6207445-029E-C6CC-05CA-F548B799CFD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0724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F12242-5F7E-89A1-0EB3-9841011840EC}"/>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CE34153E-E7B6-EA49-E29C-9DF070E60E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1F69E6C2-4053-48AD-9790-8B06D8D40B67}"/>
              </a:ext>
            </a:extLst>
          </p:cNvPr>
          <p:cNvSpPr>
            <a:spLocks noGrp="1"/>
          </p:cNvSpPr>
          <p:nvPr>
            <p:ph type="dt" sz="half" idx="10"/>
          </p:nvPr>
        </p:nvSpPr>
        <p:spPr/>
        <p:txBody>
          <a:bodyPr/>
          <a:lstStyle/>
          <a:p>
            <a:fld id="{9CF0EC4B-54ED-4041-B552-9BA760FA3DBA}" type="datetime1">
              <a:rPr lang="en-US" smtClean="0"/>
              <a:t>3/2/26</a:t>
            </a:fld>
            <a:endParaRPr lang="en-US"/>
          </a:p>
        </p:txBody>
      </p:sp>
      <p:sp>
        <p:nvSpPr>
          <p:cNvPr id="5" name="Footer Placeholder 4">
            <a:extLst>
              <a:ext uri="{FF2B5EF4-FFF2-40B4-BE49-F238E27FC236}">
                <a16:creationId xmlns:a16="http://schemas.microsoft.com/office/drawing/2014/main" id="{D7D2FBC9-3B36-F29C-CD8A-F0E51449ACF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132F924-982D-E409-1506-67B10A6706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13163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4165600" y="6248400"/>
            <a:ext cx="3860800" cy="457200"/>
          </a:xfrm>
        </p:spPr>
        <p:txBody>
          <a:bodyPr/>
          <a:lstStyle>
            <a:lvl1pPr>
              <a:defRPr/>
            </a:lvl1pPr>
          </a:lstStyle>
          <a:p>
            <a:r>
              <a:rPr lang="en-US"/>
              <a:t>20th European Conference on Operational Research, July 4-7, 2004</a:t>
            </a:r>
          </a:p>
        </p:txBody>
      </p:sp>
      <p:sp>
        <p:nvSpPr>
          <p:cNvPr id="6" name="Slide Number Placeholder 5"/>
          <p:cNvSpPr>
            <a:spLocks noGrp="1"/>
          </p:cNvSpPr>
          <p:nvPr>
            <p:ph type="sldNum" sz="quarter" idx="11"/>
          </p:nvPr>
        </p:nvSpPr>
        <p:spPr>
          <a:xfrm>
            <a:off x="8737600" y="6248400"/>
            <a:ext cx="2844800" cy="457200"/>
          </a:xfrm>
        </p:spPr>
        <p:txBody>
          <a:bodyPr/>
          <a:lstStyle>
            <a:lvl1pPr>
              <a:defRPr/>
            </a:lvl1pPr>
          </a:lstStyle>
          <a:p>
            <a:fld id="{4613D1C1-4B67-46A9-8A67-DC3F406C0EA0}" type="slidenum">
              <a:rPr lang="en-US"/>
              <a:pPr/>
              <a:t>‹#›</a:t>
            </a:fld>
            <a:endParaRPr lang="en-US"/>
          </a:p>
        </p:txBody>
      </p:sp>
    </p:spTree>
    <p:extLst>
      <p:ext uri="{BB962C8B-B14F-4D97-AF65-F5344CB8AC3E}">
        <p14:creationId xmlns:p14="http://schemas.microsoft.com/office/powerpoint/2010/main" val="67307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633247" y="1293094"/>
            <a:ext cx="10918365" cy="4830616"/>
          </a:xfrm>
          <a:prstGeom prst="rect">
            <a:avLst/>
          </a:prstGeom>
        </p:spPr>
        <p:txBody>
          <a:bodyPr/>
          <a:lstStyle>
            <a:lvl1pPr>
              <a:lnSpc>
                <a:spcPct val="90000"/>
              </a:lnSpc>
              <a:spcBef>
                <a:spcPts val="1200"/>
              </a:spcBef>
              <a:spcAft>
                <a:spcPts val="0"/>
              </a:spcAft>
              <a:defRPr/>
            </a:lvl1pPr>
            <a:lvl2pPr marL="539750" indent="-255588">
              <a:lnSpc>
                <a:spcPct val="90000"/>
              </a:lnSpc>
              <a:spcBef>
                <a:spcPts val="600"/>
              </a:spcBef>
              <a:spcAft>
                <a:spcPts val="0"/>
              </a:spcAft>
              <a:defRPr sz="1800"/>
            </a:lvl2pPr>
            <a:lvl3pPr marL="757238" indent="-184150">
              <a:lnSpc>
                <a:spcPct val="90000"/>
              </a:lnSpc>
              <a:spcBef>
                <a:spcPts val="600"/>
              </a:spcBef>
              <a:spcAft>
                <a:spcPts val="0"/>
              </a:spcAft>
              <a:buSzPct val="90000"/>
              <a:buFont typeface="Arial" pitchFamily="34" charset="0"/>
              <a:buChar char="•"/>
              <a:defRPr/>
            </a:lvl3pPr>
            <a:lvl4pPr marL="1033272" indent="0">
              <a:lnSpc>
                <a:spcPct val="90000"/>
              </a:lnSpc>
              <a:spcBef>
                <a:spcPts val="600"/>
              </a:spcBef>
              <a:spcAft>
                <a:spcPts val="0"/>
              </a:spcAft>
              <a:buFontTx/>
              <a:buNone/>
              <a:defRPr/>
            </a:lvl4pPr>
            <a:lvl5pPr marL="1261872" indent="0">
              <a:lnSpc>
                <a:spcPct val="90000"/>
              </a:lnSpc>
              <a:spcBef>
                <a:spcPts val="600"/>
              </a:spcBef>
              <a:spcAft>
                <a:spcPts val="0"/>
              </a:spcAft>
              <a:buSzPct val="85000"/>
              <a:buFontTx/>
              <a:buNone/>
              <a:defRPr sz="1200"/>
            </a:lvl5pPr>
            <a:lvl6pPr>
              <a:buFont typeface="Arial" pitchFamily="34" charset="0"/>
              <a:buChar cha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34350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829D3-1E35-41C4-8A3E-EA41D6A46E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39A0F0CC-E2F8-2573-FF73-68EFCD802E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45AC6-C491-4585-A584-9CE2AF7D5500}" type="datetime1">
              <a:rPr lang="en-US" smtClean="0"/>
              <a:t>3/2/26</a:t>
            </a:fld>
            <a:endParaRPr lang="en-US"/>
          </a:p>
        </p:txBody>
      </p:sp>
      <p:sp>
        <p:nvSpPr>
          <p:cNvPr id="6" name="Slide Number Placeholder 5">
            <a:extLst>
              <a:ext uri="{FF2B5EF4-FFF2-40B4-BE49-F238E27FC236}">
                <a16:creationId xmlns:a16="http://schemas.microsoft.com/office/drawing/2014/main" id="{A93E740E-3FE0-76AE-8A91-E7D9F20340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a:t>
            </a:fld>
            <a:endParaRPr lang="en-US"/>
          </a:p>
        </p:txBody>
      </p:sp>
      <p:sp>
        <p:nvSpPr>
          <p:cNvPr id="7" name="Title Placeholder 6">
            <a:extLst>
              <a:ext uri="{FF2B5EF4-FFF2-40B4-BE49-F238E27FC236}">
                <a16:creationId xmlns:a16="http://schemas.microsoft.com/office/drawing/2014/main" id="{E11C9E8F-B0AE-833D-9A63-FFD68F463F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8" name="Footer Placeholder 7">
            <a:extLst>
              <a:ext uri="{FF2B5EF4-FFF2-40B4-BE49-F238E27FC236}">
                <a16:creationId xmlns:a16="http://schemas.microsoft.com/office/drawing/2014/main" id="{E925B5B9-570D-C1D7-26F4-9446AA3A79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dirty="0"/>
          </a:p>
        </p:txBody>
      </p:sp>
    </p:spTree>
    <p:extLst>
      <p:ext uri="{BB962C8B-B14F-4D97-AF65-F5344CB8AC3E}">
        <p14:creationId xmlns:p14="http://schemas.microsoft.com/office/powerpoint/2010/main" val="18045442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 id="2147483686"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3.x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3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3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10" Type="http://schemas.openxmlformats.org/officeDocument/2006/relationships/image" Target="NULL"/><Relationship Id="rId9" Type="http://schemas.openxmlformats.org/officeDocument/2006/relationships/image" Target="NULL"/></Relationships>
</file>

<file path=ppt/slides/_rels/slide3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9" Type="http://schemas.openxmlformats.org/officeDocument/2006/relationships/image" Target="NULL"/></Relationships>
</file>

<file path=ppt/slides/_rels/slide3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34.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NULL"/><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NUL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NUL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9D81-EBF7-FA6D-63E0-DB1193CD5D0B}"/>
              </a:ext>
            </a:extLst>
          </p:cNvPr>
          <p:cNvSpPr>
            <a:spLocks noGrp="1"/>
          </p:cNvSpPr>
          <p:nvPr>
            <p:ph type="title"/>
          </p:nvPr>
        </p:nvSpPr>
        <p:spPr/>
        <p:txBody>
          <a:bodyPr>
            <a:normAutofit/>
          </a:bodyPr>
          <a:lstStyle/>
          <a:p>
            <a:r>
              <a:rPr lang="en-US" sz="5400" dirty="0"/>
              <a:t>IE451 </a:t>
            </a:r>
            <a:br>
              <a:rPr lang="en-US" sz="5400" dirty="0"/>
            </a:br>
            <a:r>
              <a:rPr lang="en-US" sz="5400" dirty="0"/>
              <a:t>Data Analytics and Optimization</a:t>
            </a:r>
            <a:endParaRPr lang="en-TR" sz="5400" dirty="0"/>
          </a:p>
        </p:txBody>
      </p:sp>
      <p:sp>
        <p:nvSpPr>
          <p:cNvPr id="3" name="Text Placeholder 2">
            <a:extLst>
              <a:ext uri="{FF2B5EF4-FFF2-40B4-BE49-F238E27FC236}">
                <a16:creationId xmlns:a16="http://schemas.microsoft.com/office/drawing/2014/main" id="{A4C8FED5-81E1-3DE1-44D8-AFE546AA30A9}"/>
              </a:ext>
            </a:extLst>
          </p:cNvPr>
          <p:cNvSpPr>
            <a:spLocks noGrp="1"/>
          </p:cNvSpPr>
          <p:nvPr>
            <p:ph type="body" idx="1"/>
          </p:nvPr>
        </p:nvSpPr>
        <p:spPr/>
        <p:txBody>
          <a:bodyPr/>
          <a:lstStyle/>
          <a:p>
            <a:r>
              <a:rPr lang="en-TR" dirty="0"/>
              <a:t>Classification II</a:t>
            </a:r>
          </a:p>
        </p:txBody>
      </p:sp>
    </p:spTree>
    <p:extLst>
      <p:ext uri="{BB962C8B-B14F-4D97-AF65-F5344CB8AC3E}">
        <p14:creationId xmlns:p14="http://schemas.microsoft.com/office/powerpoint/2010/main" val="28036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normAutofit/>
          </a:bodyPr>
          <a:lstStyle/>
          <a:p>
            <a:r>
              <a:rPr lang="en-US" b="1" dirty="0"/>
              <a:t>This week…</a:t>
            </a:r>
          </a:p>
        </p:txBody>
      </p:sp>
      <p:sp>
        <p:nvSpPr>
          <p:cNvPr id="217091" name="Rectangle 3"/>
          <p:cNvSpPr>
            <a:spLocks noGrp="1" noChangeArrowheads="1"/>
          </p:cNvSpPr>
          <p:nvPr>
            <p:ph type="body" sz="half" idx="1"/>
          </p:nvPr>
        </p:nvSpPr>
        <p:spPr>
          <a:xfrm>
            <a:off x="609599" y="1603613"/>
            <a:ext cx="7360693" cy="4759325"/>
          </a:xfrm>
        </p:spPr>
        <p:txBody>
          <a:bodyPr>
            <a:normAutofit/>
          </a:bodyPr>
          <a:lstStyle/>
          <a:p>
            <a:pPr>
              <a:lnSpc>
                <a:spcPct val="120000"/>
              </a:lnSpc>
              <a:spcBef>
                <a:spcPts val="600"/>
              </a:spcBef>
            </a:pPr>
            <a:r>
              <a:rPr lang="en-US" sz="2400" dirty="0">
                <a:latin typeface="Arial" panose="020B0604020202020204" pitchFamily="34" charset="0"/>
                <a:cs typeface="Arial" panose="020B0604020202020204" pitchFamily="34" charset="0"/>
              </a:rPr>
              <a:t>Continue with Classification</a:t>
            </a:r>
          </a:p>
          <a:p>
            <a:pPr lvl="1">
              <a:lnSpc>
                <a:spcPct val="120000"/>
              </a:lnSpc>
              <a:spcBef>
                <a:spcPts val="600"/>
              </a:spcBef>
            </a:pPr>
            <a:r>
              <a:rPr lang="en-US" dirty="0">
                <a:latin typeface="Arial" panose="020B0604020202020204" pitchFamily="34" charset="0"/>
                <a:cs typeface="Arial" panose="020B0604020202020204" pitchFamily="34" charset="0"/>
              </a:rPr>
              <a:t>Naïve Bayes Classifier</a:t>
            </a:r>
          </a:p>
          <a:p>
            <a:pPr lvl="1">
              <a:lnSpc>
                <a:spcPct val="120000"/>
              </a:lnSpc>
              <a:spcBef>
                <a:spcPts val="600"/>
              </a:spcBef>
            </a:pPr>
            <a:r>
              <a:rPr lang="en-US" dirty="0">
                <a:latin typeface="Arial" panose="020B0604020202020204" pitchFamily="34" charset="0"/>
                <a:cs typeface="Arial" panose="020B0604020202020204" pitchFamily="34" charset="0"/>
              </a:rPr>
              <a:t>Instance Based Learning (</a:t>
            </a:r>
            <a:r>
              <a:rPr lang="en-US" dirty="0" err="1">
                <a:latin typeface="Arial" panose="020B0604020202020204" pitchFamily="34" charset="0"/>
                <a:cs typeface="Arial" panose="020B0604020202020204" pitchFamily="34" charset="0"/>
              </a:rPr>
              <a:t>kNN</a:t>
            </a:r>
            <a:r>
              <a:rPr lang="en-US" dirty="0">
                <a:latin typeface="Arial" panose="020B0604020202020204" pitchFamily="34" charset="0"/>
                <a:cs typeface="Arial" panose="020B0604020202020204" pitchFamily="34" charset="0"/>
              </a:rPr>
              <a:t>)</a:t>
            </a:r>
          </a:p>
          <a:p>
            <a:pPr lvl="1">
              <a:lnSpc>
                <a:spcPct val="120000"/>
              </a:lnSpc>
              <a:spcBef>
                <a:spcPts val="600"/>
              </a:spcBef>
            </a:pPr>
            <a:r>
              <a:rPr lang="en-US" dirty="0">
                <a:latin typeface="Arial" panose="020B0604020202020204" pitchFamily="34" charset="0"/>
                <a:cs typeface="Arial" panose="020B0604020202020204" pitchFamily="34" charset="0"/>
              </a:rPr>
              <a:t>K*</a:t>
            </a:r>
          </a:p>
          <a:p>
            <a:pPr lvl="1">
              <a:lnSpc>
                <a:spcPct val="120000"/>
              </a:lnSpc>
              <a:spcBef>
                <a:spcPts val="600"/>
              </a:spcBef>
            </a:pPr>
            <a:r>
              <a:rPr lang="en-US" dirty="0">
                <a:latin typeface="Arial" panose="020B0604020202020204" pitchFamily="34" charset="0"/>
                <a:cs typeface="Arial" panose="020B0604020202020204" pitchFamily="34" charset="0"/>
              </a:rPr>
              <a:t>SVM</a:t>
            </a:r>
          </a:p>
        </p:txBody>
      </p:sp>
      <p:pic>
        <p:nvPicPr>
          <p:cNvPr id="217092" name="Picture 4" descr="Image2"/>
          <p:cNvPicPr>
            <a:picLocks noGrp="1" noChangeAspect="1" noChangeArrowheads="1"/>
          </p:cNvPicPr>
          <p:nvPr>
            <p:ph sz="half" idx="2"/>
          </p:nvPr>
        </p:nvPicPr>
        <p:blipFill>
          <a:blip r:embed="rId2" cstate="print"/>
          <a:srcRect/>
          <a:stretch>
            <a:fillRect/>
          </a:stretch>
        </p:blipFill>
        <p:spPr>
          <a:xfrm>
            <a:off x="8317176" y="1876426"/>
            <a:ext cx="1847850" cy="3990975"/>
          </a:xfrm>
          <a:noFill/>
          <a:ln/>
        </p:spPr>
      </p:pic>
      <p:sp>
        <p:nvSpPr>
          <p:cNvPr id="217094" name="AutoShape 6"/>
          <p:cNvSpPr>
            <a:spLocks noChangeArrowheads="1"/>
          </p:cNvSpPr>
          <p:nvPr/>
        </p:nvSpPr>
        <p:spPr bwMode="auto">
          <a:xfrm>
            <a:off x="9241101" y="655639"/>
            <a:ext cx="1828800" cy="1524000"/>
          </a:xfrm>
          <a:prstGeom prst="cloudCallout">
            <a:avLst>
              <a:gd name="adj1" fmla="val -37953"/>
              <a:gd name="adj2" fmla="val 57826"/>
            </a:avLst>
          </a:prstGeom>
          <a:solidFill>
            <a:schemeClr val="accent1"/>
          </a:solidFill>
          <a:ln w="9525">
            <a:solidFill>
              <a:schemeClr val="tx1"/>
            </a:solidFill>
            <a:round/>
            <a:headEnd/>
            <a:tailEnd/>
          </a:ln>
          <a:effectLst/>
        </p:spPr>
        <p:txBody>
          <a:bodyPr/>
          <a:lstStyle/>
          <a:p>
            <a:pPr algn="ctr"/>
            <a:r>
              <a:rPr lang="en-US" dirty="0">
                <a:latin typeface="Arial" panose="020B0604020202020204" pitchFamily="34" charset="0"/>
                <a:cs typeface="Arial" panose="020B0604020202020204" pitchFamily="34" charset="0"/>
              </a:rPr>
              <a:t>What is next?</a:t>
            </a:r>
          </a:p>
        </p:txBody>
      </p:sp>
    </p:spTree>
    <p:extLst>
      <p:ext uri="{BB962C8B-B14F-4D97-AF65-F5344CB8AC3E}">
        <p14:creationId xmlns:p14="http://schemas.microsoft.com/office/powerpoint/2010/main" val="91364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199" y="117144"/>
            <a:ext cx="10515600" cy="1325563"/>
          </a:xfrm>
        </p:spPr>
        <p:txBody>
          <a:bodyPr>
            <a:normAutofit/>
          </a:bodyPr>
          <a:lstStyle/>
          <a:p>
            <a:r>
              <a:rPr lang="en-US" b="1" dirty="0"/>
              <a:t>Sick or Healthy?</a:t>
            </a:r>
          </a:p>
        </p:txBody>
      </p:sp>
      <p:sp>
        <p:nvSpPr>
          <p:cNvPr id="5" name="Content Placeholder 13"/>
          <p:cNvSpPr>
            <a:spLocks noGrp="1"/>
          </p:cNvSpPr>
          <p:nvPr>
            <p:ph idx="4294967295"/>
          </p:nvPr>
        </p:nvSpPr>
        <p:spPr>
          <a:xfrm>
            <a:off x="838199" y="1524934"/>
            <a:ext cx="10515599" cy="4919331"/>
          </a:xfrm>
          <a:prstGeom prst="rect">
            <a:avLst/>
          </a:prstGeom>
        </p:spPr>
        <p:txBody>
          <a:bodyPr vert="horz" lIns="91440" tIns="45720" rIns="91440" bIns="45720" rtlCol="0">
            <a:noAutofit/>
          </a:bodyPr>
          <a:lstStyle/>
          <a:p>
            <a:pPr marL="0" indent="0">
              <a:lnSpc>
                <a:spcPct val="110000"/>
              </a:lnSpc>
              <a:spcBef>
                <a:spcPts val="600"/>
              </a:spcBef>
              <a:buNone/>
            </a:pPr>
            <a:r>
              <a:rPr lang="en-US" altLang="en-US" sz="2200" dirty="0">
                <a:latin typeface="Arial" panose="020B0604020202020204" pitchFamily="34" charset="0"/>
                <a:cs typeface="Arial" panose="020B0604020202020204" pitchFamily="34" charset="0"/>
              </a:rPr>
              <a:t>Suppose that there is a disease in your city. 1 out of 1000 is sick. There is a test that is reliable 99% of the time: If 100 healthy person take the test, 99 of them has negative result; if 100 sick person take the test 99 of them test positive. A friend of yours, comes and states that s/he tested positive (indicating sickness). What is the probability that your friend is sick?</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For sure (100%)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99%</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99% but definitely more than 50%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10%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50% but definitely more than 10%</a:t>
            </a:r>
          </a:p>
          <a:p>
            <a:pPr marL="457200" indent="-457200">
              <a:lnSpc>
                <a:spcPct val="110000"/>
              </a:lnSpc>
              <a:spcBef>
                <a:spcPts val="300"/>
              </a:spcBef>
              <a:buFont typeface="+mj-lt"/>
              <a:buAutoNum type="alphaLcPeriod"/>
            </a:pPr>
            <a:endParaRPr lang="tr-TR" altLang="en-US"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486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Sick or Healthy?</a:t>
            </a:r>
            <a:endParaRPr lang="en-US" sz="2000" b="1" i="1" dirty="0"/>
          </a:p>
        </p:txBody>
      </p:sp>
      <p:sp>
        <p:nvSpPr>
          <p:cNvPr id="7" name="Content Placeholder 13"/>
          <p:cNvSpPr>
            <a:spLocks noGrp="1"/>
          </p:cNvSpPr>
          <p:nvPr>
            <p:ph idx="4294967295"/>
          </p:nvPr>
        </p:nvSpPr>
        <p:spPr>
          <a:xfrm>
            <a:off x="838200" y="1690688"/>
            <a:ext cx="10630546" cy="4351338"/>
          </a:xfrm>
          <a:prstGeom prst="rect">
            <a:avLst/>
          </a:prstGeom>
        </p:spPr>
        <p:txBody>
          <a:bodyPr>
            <a:noAutofit/>
          </a:bodyPr>
          <a:lstStyle/>
          <a:p>
            <a:pPr marL="457200" indent="-457200"/>
            <a:r>
              <a:rPr lang="en-US" altLang="en-US" sz="2200" dirty="0">
                <a:latin typeface="Arial" panose="020B0604020202020204" pitchFamily="34" charset="0"/>
                <a:cs typeface="Arial" panose="020B0604020202020204" pitchFamily="34" charset="0"/>
              </a:rPr>
              <a:t>1 out of 1000 is sick. </a:t>
            </a:r>
            <a:endParaRPr lang="tr-TR" altLang="en-US" sz="2200" dirty="0">
              <a:latin typeface="Arial" panose="020B0604020202020204" pitchFamily="34" charset="0"/>
              <a:cs typeface="Arial" panose="020B0604020202020204" pitchFamily="34" charset="0"/>
            </a:endParaRPr>
          </a:p>
          <a:p>
            <a:pPr marL="457200" indent="-457200"/>
            <a:endParaRPr lang="en-US" altLang="en-US" sz="2400" dirty="0">
              <a:latin typeface="Arial" panose="020B0604020202020204" pitchFamily="34" charset="0"/>
              <a:cs typeface="Arial" panose="020B0604020202020204" pitchFamily="34" charset="0"/>
            </a:endParaRPr>
          </a:p>
        </p:txBody>
      </p:sp>
      <p:grpSp>
        <p:nvGrpSpPr>
          <p:cNvPr id="5" name="Group 4"/>
          <p:cNvGrpSpPr/>
          <p:nvPr/>
        </p:nvGrpSpPr>
        <p:grpSpPr>
          <a:xfrm>
            <a:off x="1080000" y="2880000"/>
            <a:ext cx="7200900" cy="2881313"/>
            <a:chOff x="1042988" y="2276475"/>
            <a:chExt cx="7200900" cy="2881313"/>
          </a:xfrm>
        </p:grpSpPr>
        <p:sp>
          <p:nvSpPr>
            <p:cNvPr id="6" name="Oval 5"/>
            <p:cNvSpPr/>
            <p:nvPr/>
          </p:nvSpPr>
          <p:spPr>
            <a:xfrm>
              <a:off x="10429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 name="Oval 7"/>
            <p:cNvSpPr/>
            <p:nvPr/>
          </p:nvSpPr>
          <p:spPr>
            <a:xfrm>
              <a:off x="11874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 name="Oval 8"/>
            <p:cNvSpPr/>
            <p:nvPr/>
          </p:nvSpPr>
          <p:spPr>
            <a:xfrm>
              <a:off x="13319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 name="Oval 9"/>
            <p:cNvSpPr/>
            <p:nvPr/>
          </p:nvSpPr>
          <p:spPr>
            <a:xfrm>
              <a:off x="14763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 name="Oval 10"/>
            <p:cNvSpPr/>
            <p:nvPr/>
          </p:nvSpPr>
          <p:spPr>
            <a:xfrm>
              <a:off x="20510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 name="Oval 11"/>
            <p:cNvSpPr/>
            <p:nvPr/>
          </p:nvSpPr>
          <p:spPr>
            <a:xfrm>
              <a:off x="16192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 name="Oval 12"/>
            <p:cNvSpPr/>
            <p:nvPr/>
          </p:nvSpPr>
          <p:spPr>
            <a:xfrm>
              <a:off x="23399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 name="Oval 13"/>
            <p:cNvSpPr/>
            <p:nvPr/>
          </p:nvSpPr>
          <p:spPr>
            <a:xfrm>
              <a:off x="19081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 name="Oval 14"/>
            <p:cNvSpPr/>
            <p:nvPr/>
          </p:nvSpPr>
          <p:spPr>
            <a:xfrm>
              <a:off x="17637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 name="Oval 15"/>
            <p:cNvSpPr/>
            <p:nvPr/>
          </p:nvSpPr>
          <p:spPr>
            <a:xfrm>
              <a:off x="21955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 name="Oval 16"/>
            <p:cNvSpPr/>
            <p:nvPr/>
          </p:nvSpPr>
          <p:spPr>
            <a:xfrm>
              <a:off x="10429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 name="Oval 17"/>
            <p:cNvSpPr/>
            <p:nvPr/>
          </p:nvSpPr>
          <p:spPr>
            <a:xfrm>
              <a:off x="1187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 name="Oval 18"/>
            <p:cNvSpPr/>
            <p:nvPr/>
          </p:nvSpPr>
          <p:spPr>
            <a:xfrm>
              <a:off x="1331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 name="Oval 19"/>
            <p:cNvSpPr/>
            <p:nvPr/>
          </p:nvSpPr>
          <p:spPr>
            <a:xfrm>
              <a:off x="14763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 name="Oval 20"/>
            <p:cNvSpPr/>
            <p:nvPr/>
          </p:nvSpPr>
          <p:spPr>
            <a:xfrm>
              <a:off x="20510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 name="Oval 21"/>
            <p:cNvSpPr/>
            <p:nvPr/>
          </p:nvSpPr>
          <p:spPr>
            <a:xfrm>
              <a:off x="16192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 name="Oval 22"/>
            <p:cNvSpPr/>
            <p:nvPr/>
          </p:nvSpPr>
          <p:spPr>
            <a:xfrm>
              <a:off x="23399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 name="Oval 23"/>
            <p:cNvSpPr/>
            <p:nvPr/>
          </p:nvSpPr>
          <p:spPr>
            <a:xfrm>
              <a:off x="19081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 name="Oval 24"/>
            <p:cNvSpPr/>
            <p:nvPr/>
          </p:nvSpPr>
          <p:spPr>
            <a:xfrm>
              <a:off x="17637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 name="Oval 25"/>
            <p:cNvSpPr/>
            <p:nvPr/>
          </p:nvSpPr>
          <p:spPr>
            <a:xfrm>
              <a:off x="21955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 name="Oval 26"/>
            <p:cNvSpPr/>
            <p:nvPr/>
          </p:nvSpPr>
          <p:spPr>
            <a:xfrm>
              <a:off x="10429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 name="Oval 27"/>
            <p:cNvSpPr/>
            <p:nvPr/>
          </p:nvSpPr>
          <p:spPr>
            <a:xfrm>
              <a:off x="11874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 name="Oval 28"/>
            <p:cNvSpPr/>
            <p:nvPr/>
          </p:nvSpPr>
          <p:spPr>
            <a:xfrm>
              <a:off x="13319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 name="Oval 29"/>
            <p:cNvSpPr/>
            <p:nvPr/>
          </p:nvSpPr>
          <p:spPr>
            <a:xfrm>
              <a:off x="14763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 name="Oval 30"/>
            <p:cNvSpPr/>
            <p:nvPr/>
          </p:nvSpPr>
          <p:spPr>
            <a:xfrm>
              <a:off x="20510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 name="Oval 31"/>
            <p:cNvSpPr/>
            <p:nvPr/>
          </p:nvSpPr>
          <p:spPr>
            <a:xfrm>
              <a:off x="16192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 name="Oval 32"/>
            <p:cNvSpPr/>
            <p:nvPr/>
          </p:nvSpPr>
          <p:spPr>
            <a:xfrm>
              <a:off x="23399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 name="Oval 33"/>
            <p:cNvSpPr/>
            <p:nvPr/>
          </p:nvSpPr>
          <p:spPr>
            <a:xfrm>
              <a:off x="19081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 name="Oval 34"/>
            <p:cNvSpPr/>
            <p:nvPr/>
          </p:nvSpPr>
          <p:spPr>
            <a:xfrm>
              <a:off x="17637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 name="Oval 35"/>
            <p:cNvSpPr/>
            <p:nvPr/>
          </p:nvSpPr>
          <p:spPr>
            <a:xfrm>
              <a:off x="21955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 name="Oval 36"/>
            <p:cNvSpPr/>
            <p:nvPr/>
          </p:nvSpPr>
          <p:spPr>
            <a:xfrm>
              <a:off x="10429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 name="Oval 37"/>
            <p:cNvSpPr/>
            <p:nvPr/>
          </p:nvSpPr>
          <p:spPr>
            <a:xfrm>
              <a:off x="11874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 name="Oval 38"/>
            <p:cNvSpPr/>
            <p:nvPr/>
          </p:nvSpPr>
          <p:spPr>
            <a:xfrm>
              <a:off x="13319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 name="Oval 39"/>
            <p:cNvSpPr/>
            <p:nvPr/>
          </p:nvSpPr>
          <p:spPr>
            <a:xfrm>
              <a:off x="14763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 name="Oval 40"/>
            <p:cNvSpPr/>
            <p:nvPr/>
          </p:nvSpPr>
          <p:spPr>
            <a:xfrm>
              <a:off x="20510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 name="Oval 41"/>
            <p:cNvSpPr/>
            <p:nvPr/>
          </p:nvSpPr>
          <p:spPr>
            <a:xfrm>
              <a:off x="16192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 name="Oval 42"/>
            <p:cNvSpPr/>
            <p:nvPr/>
          </p:nvSpPr>
          <p:spPr>
            <a:xfrm>
              <a:off x="23399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 name="Oval 43"/>
            <p:cNvSpPr/>
            <p:nvPr/>
          </p:nvSpPr>
          <p:spPr>
            <a:xfrm>
              <a:off x="19081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 name="Oval 44"/>
            <p:cNvSpPr/>
            <p:nvPr/>
          </p:nvSpPr>
          <p:spPr>
            <a:xfrm>
              <a:off x="17637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 name="Oval 45"/>
            <p:cNvSpPr/>
            <p:nvPr/>
          </p:nvSpPr>
          <p:spPr>
            <a:xfrm>
              <a:off x="21955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 name="Oval 46"/>
            <p:cNvSpPr/>
            <p:nvPr/>
          </p:nvSpPr>
          <p:spPr>
            <a:xfrm>
              <a:off x="10429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 name="Oval 47"/>
            <p:cNvSpPr/>
            <p:nvPr/>
          </p:nvSpPr>
          <p:spPr>
            <a:xfrm>
              <a:off x="11874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 name="Oval 48"/>
            <p:cNvSpPr/>
            <p:nvPr/>
          </p:nvSpPr>
          <p:spPr>
            <a:xfrm>
              <a:off x="13319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 name="Oval 49"/>
            <p:cNvSpPr/>
            <p:nvPr/>
          </p:nvSpPr>
          <p:spPr>
            <a:xfrm>
              <a:off x="14763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 name="Oval 50"/>
            <p:cNvSpPr/>
            <p:nvPr/>
          </p:nvSpPr>
          <p:spPr>
            <a:xfrm>
              <a:off x="20510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 name="Oval 51"/>
            <p:cNvSpPr/>
            <p:nvPr/>
          </p:nvSpPr>
          <p:spPr>
            <a:xfrm>
              <a:off x="16192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 name="Oval 52"/>
            <p:cNvSpPr/>
            <p:nvPr/>
          </p:nvSpPr>
          <p:spPr>
            <a:xfrm>
              <a:off x="23399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 name="Oval 53"/>
            <p:cNvSpPr/>
            <p:nvPr/>
          </p:nvSpPr>
          <p:spPr>
            <a:xfrm>
              <a:off x="19081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 name="Oval 54"/>
            <p:cNvSpPr/>
            <p:nvPr/>
          </p:nvSpPr>
          <p:spPr>
            <a:xfrm>
              <a:off x="17637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 name="Oval 55"/>
            <p:cNvSpPr/>
            <p:nvPr/>
          </p:nvSpPr>
          <p:spPr>
            <a:xfrm>
              <a:off x="21955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 name="Oval 56"/>
            <p:cNvSpPr/>
            <p:nvPr/>
          </p:nvSpPr>
          <p:spPr>
            <a:xfrm>
              <a:off x="10429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 name="Oval 57"/>
            <p:cNvSpPr/>
            <p:nvPr/>
          </p:nvSpPr>
          <p:spPr>
            <a:xfrm>
              <a:off x="11874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 name="Oval 58"/>
            <p:cNvSpPr/>
            <p:nvPr/>
          </p:nvSpPr>
          <p:spPr>
            <a:xfrm>
              <a:off x="13319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 name="Oval 59"/>
            <p:cNvSpPr/>
            <p:nvPr/>
          </p:nvSpPr>
          <p:spPr>
            <a:xfrm>
              <a:off x="14763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 name="Oval 60"/>
            <p:cNvSpPr/>
            <p:nvPr/>
          </p:nvSpPr>
          <p:spPr>
            <a:xfrm>
              <a:off x="20510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 name="Oval 61"/>
            <p:cNvSpPr/>
            <p:nvPr/>
          </p:nvSpPr>
          <p:spPr>
            <a:xfrm>
              <a:off x="16192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 name="Oval 62"/>
            <p:cNvSpPr/>
            <p:nvPr/>
          </p:nvSpPr>
          <p:spPr>
            <a:xfrm>
              <a:off x="23399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 name="Oval 63"/>
            <p:cNvSpPr/>
            <p:nvPr/>
          </p:nvSpPr>
          <p:spPr>
            <a:xfrm>
              <a:off x="19081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 name="Oval 64"/>
            <p:cNvSpPr/>
            <p:nvPr/>
          </p:nvSpPr>
          <p:spPr>
            <a:xfrm>
              <a:off x="17637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 name="Oval 65"/>
            <p:cNvSpPr/>
            <p:nvPr/>
          </p:nvSpPr>
          <p:spPr>
            <a:xfrm>
              <a:off x="21955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 name="Oval 66"/>
            <p:cNvSpPr/>
            <p:nvPr/>
          </p:nvSpPr>
          <p:spPr>
            <a:xfrm>
              <a:off x="10429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 name="Oval 67"/>
            <p:cNvSpPr/>
            <p:nvPr/>
          </p:nvSpPr>
          <p:spPr>
            <a:xfrm>
              <a:off x="11874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 name="Oval 68"/>
            <p:cNvSpPr/>
            <p:nvPr/>
          </p:nvSpPr>
          <p:spPr>
            <a:xfrm>
              <a:off x="13319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 name="Oval 69"/>
            <p:cNvSpPr/>
            <p:nvPr/>
          </p:nvSpPr>
          <p:spPr>
            <a:xfrm>
              <a:off x="14763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 name="Oval 70"/>
            <p:cNvSpPr/>
            <p:nvPr/>
          </p:nvSpPr>
          <p:spPr>
            <a:xfrm>
              <a:off x="20510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 name="Oval 71"/>
            <p:cNvSpPr/>
            <p:nvPr/>
          </p:nvSpPr>
          <p:spPr>
            <a:xfrm>
              <a:off x="16192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 name="Oval 72"/>
            <p:cNvSpPr/>
            <p:nvPr/>
          </p:nvSpPr>
          <p:spPr>
            <a:xfrm>
              <a:off x="23399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 name="Oval 73"/>
            <p:cNvSpPr/>
            <p:nvPr/>
          </p:nvSpPr>
          <p:spPr>
            <a:xfrm>
              <a:off x="19081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 name="Oval 74"/>
            <p:cNvSpPr/>
            <p:nvPr/>
          </p:nvSpPr>
          <p:spPr>
            <a:xfrm>
              <a:off x="17637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 name="Oval 75"/>
            <p:cNvSpPr/>
            <p:nvPr/>
          </p:nvSpPr>
          <p:spPr>
            <a:xfrm>
              <a:off x="21955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 name="Oval 76"/>
            <p:cNvSpPr/>
            <p:nvPr/>
          </p:nvSpPr>
          <p:spPr>
            <a:xfrm>
              <a:off x="10429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 name="Oval 77"/>
            <p:cNvSpPr/>
            <p:nvPr/>
          </p:nvSpPr>
          <p:spPr>
            <a:xfrm>
              <a:off x="11874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 name="Oval 78"/>
            <p:cNvSpPr/>
            <p:nvPr/>
          </p:nvSpPr>
          <p:spPr>
            <a:xfrm>
              <a:off x="13319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 name="Oval 79"/>
            <p:cNvSpPr/>
            <p:nvPr/>
          </p:nvSpPr>
          <p:spPr>
            <a:xfrm>
              <a:off x="14763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 name="Oval 80"/>
            <p:cNvSpPr/>
            <p:nvPr/>
          </p:nvSpPr>
          <p:spPr>
            <a:xfrm>
              <a:off x="20510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 name="Oval 81"/>
            <p:cNvSpPr/>
            <p:nvPr/>
          </p:nvSpPr>
          <p:spPr>
            <a:xfrm>
              <a:off x="16192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 name="Oval 82"/>
            <p:cNvSpPr/>
            <p:nvPr/>
          </p:nvSpPr>
          <p:spPr>
            <a:xfrm>
              <a:off x="23399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 name="Oval 83"/>
            <p:cNvSpPr/>
            <p:nvPr/>
          </p:nvSpPr>
          <p:spPr>
            <a:xfrm>
              <a:off x="19081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 name="Oval 84"/>
            <p:cNvSpPr/>
            <p:nvPr/>
          </p:nvSpPr>
          <p:spPr>
            <a:xfrm>
              <a:off x="17637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 name="Oval 85"/>
            <p:cNvSpPr/>
            <p:nvPr/>
          </p:nvSpPr>
          <p:spPr>
            <a:xfrm>
              <a:off x="21955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 name="Oval 86"/>
            <p:cNvSpPr/>
            <p:nvPr/>
          </p:nvSpPr>
          <p:spPr>
            <a:xfrm>
              <a:off x="10429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 name="Oval 87"/>
            <p:cNvSpPr/>
            <p:nvPr/>
          </p:nvSpPr>
          <p:spPr>
            <a:xfrm>
              <a:off x="11874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 name="Oval 88"/>
            <p:cNvSpPr/>
            <p:nvPr/>
          </p:nvSpPr>
          <p:spPr>
            <a:xfrm>
              <a:off x="13319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 name="Oval 89"/>
            <p:cNvSpPr/>
            <p:nvPr/>
          </p:nvSpPr>
          <p:spPr>
            <a:xfrm>
              <a:off x="14763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 name="Oval 90"/>
            <p:cNvSpPr/>
            <p:nvPr/>
          </p:nvSpPr>
          <p:spPr>
            <a:xfrm>
              <a:off x="20510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 name="Oval 91"/>
            <p:cNvSpPr/>
            <p:nvPr/>
          </p:nvSpPr>
          <p:spPr>
            <a:xfrm>
              <a:off x="16192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 name="Oval 92"/>
            <p:cNvSpPr/>
            <p:nvPr/>
          </p:nvSpPr>
          <p:spPr>
            <a:xfrm>
              <a:off x="23399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 name="Oval 93"/>
            <p:cNvSpPr/>
            <p:nvPr/>
          </p:nvSpPr>
          <p:spPr>
            <a:xfrm>
              <a:off x="19081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 name="Oval 94"/>
            <p:cNvSpPr/>
            <p:nvPr/>
          </p:nvSpPr>
          <p:spPr>
            <a:xfrm>
              <a:off x="17637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 name="Oval 95"/>
            <p:cNvSpPr/>
            <p:nvPr/>
          </p:nvSpPr>
          <p:spPr>
            <a:xfrm>
              <a:off x="21955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 name="Oval 96"/>
            <p:cNvSpPr/>
            <p:nvPr/>
          </p:nvSpPr>
          <p:spPr>
            <a:xfrm>
              <a:off x="10429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 name="Oval 97"/>
            <p:cNvSpPr/>
            <p:nvPr/>
          </p:nvSpPr>
          <p:spPr>
            <a:xfrm>
              <a:off x="11874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 name="Oval 98"/>
            <p:cNvSpPr/>
            <p:nvPr/>
          </p:nvSpPr>
          <p:spPr>
            <a:xfrm>
              <a:off x="13319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 name="Oval 99"/>
            <p:cNvSpPr/>
            <p:nvPr/>
          </p:nvSpPr>
          <p:spPr>
            <a:xfrm>
              <a:off x="14763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 name="Oval 100"/>
            <p:cNvSpPr/>
            <p:nvPr/>
          </p:nvSpPr>
          <p:spPr>
            <a:xfrm>
              <a:off x="20510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 name="Oval 101"/>
            <p:cNvSpPr/>
            <p:nvPr/>
          </p:nvSpPr>
          <p:spPr>
            <a:xfrm>
              <a:off x="16192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 name="Oval 102"/>
            <p:cNvSpPr/>
            <p:nvPr/>
          </p:nvSpPr>
          <p:spPr>
            <a:xfrm>
              <a:off x="23399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 name="Oval 103"/>
            <p:cNvSpPr/>
            <p:nvPr/>
          </p:nvSpPr>
          <p:spPr>
            <a:xfrm>
              <a:off x="19081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 name="Oval 104"/>
            <p:cNvSpPr/>
            <p:nvPr/>
          </p:nvSpPr>
          <p:spPr>
            <a:xfrm>
              <a:off x="17637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 name="Oval 105"/>
            <p:cNvSpPr/>
            <p:nvPr/>
          </p:nvSpPr>
          <p:spPr>
            <a:xfrm>
              <a:off x="21955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 name="Oval 106"/>
            <p:cNvSpPr/>
            <p:nvPr/>
          </p:nvSpPr>
          <p:spPr>
            <a:xfrm>
              <a:off x="24844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 name="Oval 107"/>
            <p:cNvSpPr/>
            <p:nvPr/>
          </p:nvSpPr>
          <p:spPr>
            <a:xfrm>
              <a:off x="26273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 name="Oval 108"/>
            <p:cNvSpPr/>
            <p:nvPr/>
          </p:nvSpPr>
          <p:spPr>
            <a:xfrm>
              <a:off x="27717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 name="Oval 109"/>
            <p:cNvSpPr/>
            <p:nvPr/>
          </p:nvSpPr>
          <p:spPr>
            <a:xfrm>
              <a:off x="29162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1" name="Oval 110"/>
            <p:cNvSpPr/>
            <p:nvPr/>
          </p:nvSpPr>
          <p:spPr>
            <a:xfrm>
              <a:off x="34925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2" name="Oval 111"/>
            <p:cNvSpPr/>
            <p:nvPr/>
          </p:nvSpPr>
          <p:spPr>
            <a:xfrm>
              <a:off x="30591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3" name="Oval 112"/>
            <p:cNvSpPr/>
            <p:nvPr/>
          </p:nvSpPr>
          <p:spPr>
            <a:xfrm>
              <a:off x="37798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4" name="Oval 113"/>
            <p:cNvSpPr/>
            <p:nvPr/>
          </p:nvSpPr>
          <p:spPr>
            <a:xfrm>
              <a:off x="33480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5" name="Oval 114"/>
            <p:cNvSpPr/>
            <p:nvPr/>
          </p:nvSpPr>
          <p:spPr>
            <a:xfrm>
              <a:off x="32035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6" name="Oval 115"/>
            <p:cNvSpPr/>
            <p:nvPr/>
          </p:nvSpPr>
          <p:spPr>
            <a:xfrm>
              <a:off x="36353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7" name="Oval 116"/>
            <p:cNvSpPr/>
            <p:nvPr/>
          </p:nvSpPr>
          <p:spPr>
            <a:xfrm>
              <a:off x="24844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8" name="Oval 117"/>
            <p:cNvSpPr/>
            <p:nvPr/>
          </p:nvSpPr>
          <p:spPr>
            <a:xfrm>
              <a:off x="2627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9" name="Oval 118"/>
            <p:cNvSpPr/>
            <p:nvPr/>
          </p:nvSpPr>
          <p:spPr>
            <a:xfrm>
              <a:off x="27717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0" name="Oval 119"/>
            <p:cNvSpPr/>
            <p:nvPr/>
          </p:nvSpPr>
          <p:spPr>
            <a:xfrm>
              <a:off x="29162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1" name="Oval 120"/>
            <p:cNvSpPr/>
            <p:nvPr/>
          </p:nvSpPr>
          <p:spPr>
            <a:xfrm>
              <a:off x="34925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2" name="Oval 121"/>
            <p:cNvSpPr/>
            <p:nvPr/>
          </p:nvSpPr>
          <p:spPr>
            <a:xfrm>
              <a:off x="3059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3" name="Oval 122"/>
            <p:cNvSpPr/>
            <p:nvPr/>
          </p:nvSpPr>
          <p:spPr>
            <a:xfrm>
              <a:off x="37798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4" name="Oval 123"/>
            <p:cNvSpPr/>
            <p:nvPr/>
          </p:nvSpPr>
          <p:spPr>
            <a:xfrm>
              <a:off x="33480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5" name="Oval 124"/>
            <p:cNvSpPr/>
            <p:nvPr/>
          </p:nvSpPr>
          <p:spPr>
            <a:xfrm>
              <a:off x="32035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6" name="Oval 125"/>
            <p:cNvSpPr/>
            <p:nvPr/>
          </p:nvSpPr>
          <p:spPr>
            <a:xfrm>
              <a:off x="3635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7" name="Oval 126"/>
            <p:cNvSpPr/>
            <p:nvPr/>
          </p:nvSpPr>
          <p:spPr>
            <a:xfrm>
              <a:off x="24844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8" name="Oval 127"/>
            <p:cNvSpPr/>
            <p:nvPr/>
          </p:nvSpPr>
          <p:spPr>
            <a:xfrm>
              <a:off x="26273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9" name="Oval 128"/>
            <p:cNvSpPr/>
            <p:nvPr/>
          </p:nvSpPr>
          <p:spPr>
            <a:xfrm>
              <a:off x="27717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0" name="Oval 129"/>
            <p:cNvSpPr/>
            <p:nvPr/>
          </p:nvSpPr>
          <p:spPr>
            <a:xfrm>
              <a:off x="29162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1" name="Oval 130"/>
            <p:cNvSpPr/>
            <p:nvPr/>
          </p:nvSpPr>
          <p:spPr>
            <a:xfrm>
              <a:off x="34925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2" name="Oval 131"/>
            <p:cNvSpPr/>
            <p:nvPr/>
          </p:nvSpPr>
          <p:spPr>
            <a:xfrm>
              <a:off x="30591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3" name="Oval 132"/>
            <p:cNvSpPr/>
            <p:nvPr/>
          </p:nvSpPr>
          <p:spPr>
            <a:xfrm>
              <a:off x="37798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4" name="Oval 133"/>
            <p:cNvSpPr/>
            <p:nvPr/>
          </p:nvSpPr>
          <p:spPr>
            <a:xfrm>
              <a:off x="33480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5" name="Oval 134"/>
            <p:cNvSpPr/>
            <p:nvPr/>
          </p:nvSpPr>
          <p:spPr>
            <a:xfrm>
              <a:off x="32035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6" name="Oval 135"/>
            <p:cNvSpPr/>
            <p:nvPr/>
          </p:nvSpPr>
          <p:spPr>
            <a:xfrm>
              <a:off x="36353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7" name="Oval 136"/>
            <p:cNvSpPr/>
            <p:nvPr/>
          </p:nvSpPr>
          <p:spPr>
            <a:xfrm>
              <a:off x="24844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8" name="Oval 137"/>
            <p:cNvSpPr/>
            <p:nvPr/>
          </p:nvSpPr>
          <p:spPr>
            <a:xfrm>
              <a:off x="26273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9" name="Oval 138"/>
            <p:cNvSpPr/>
            <p:nvPr/>
          </p:nvSpPr>
          <p:spPr>
            <a:xfrm>
              <a:off x="27717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0" name="Oval 139"/>
            <p:cNvSpPr/>
            <p:nvPr/>
          </p:nvSpPr>
          <p:spPr>
            <a:xfrm>
              <a:off x="29162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1" name="Oval 140"/>
            <p:cNvSpPr/>
            <p:nvPr/>
          </p:nvSpPr>
          <p:spPr>
            <a:xfrm>
              <a:off x="34925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2" name="Oval 141"/>
            <p:cNvSpPr/>
            <p:nvPr/>
          </p:nvSpPr>
          <p:spPr>
            <a:xfrm>
              <a:off x="30591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3" name="Oval 142"/>
            <p:cNvSpPr/>
            <p:nvPr/>
          </p:nvSpPr>
          <p:spPr>
            <a:xfrm>
              <a:off x="37798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4" name="Oval 143"/>
            <p:cNvSpPr/>
            <p:nvPr/>
          </p:nvSpPr>
          <p:spPr>
            <a:xfrm>
              <a:off x="33480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5" name="Oval 144"/>
            <p:cNvSpPr/>
            <p:nvPr/>
          </p:nvSpPr>
          <p:spPr>
            <a:xfrm>
              <a:off x="32035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6" name="Oval 145"/>
            <p:cNvSpPr/>
            <p:nvPr/>
          </p:nvSpPr>
          <p:spPr>
            <a:xfrm>
              <a:off x="36353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7" name="Oval 146"/>
            <p:cNvSpPr/>
            <p:nvPr/>
          </p:nvSpPr>
          <p:spPr>
            <a:xfrm>
              <a:off x="24844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8" name="Oval 147"/>
            <p:cNvSpPr/>
            <p:nvPr/>
          </p:nvSpPr>
          <p:spPr>
            <a:xfrm>
              <a:off x="26273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9" name="Oval 148"/>
            <p:cNvSpPr/>
            <p:nvPr/>
          </p:nvSpPr>
          <p:spPr>
            <a:xfrm>
              <a:off x="27717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0" name="Oval 149"/>
            <p:cNvSpPr/>
            <p:nvPr/>
          </p:nvSpPr>
          <p:spPr>
            <a:xfrm>
              <a:off x="29162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1" name="Oval 150"/>
            <p:cNvSpPr/>
            <p:nvPr/>
          </p:nvSpPr>
          <p:spPr>
            <a:xfrm>
              <a:off x="34925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2" name="Oval 151"/>
            <p:cNvSpPr/>
            <p:nvPr/>
          </p:nvSpPr>
          <p:spPr>
            <a:xfrm>
              <a:off x="30591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3" name="Oval 152"/>
            <p:cNvSpPr/>
            <p:nvPr/>
          </p:nvSpPr>
          <p:spPr>
            <a:xfrm>
              <a:off x="37798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4" name="Oval 153"/>
            <p:cNvSpPr/>
            <p:nvPr/>
          </p:nvSpPr>
          <p:spPr>
            <a:xfrm>
              <a:off x="33480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5" name="Oval 154"/>
            <p:cNvSpPr/>
            <p:nvPr/>
          </p:nvSpPr>
          <p:spPr>
            <a:xfrm>
              <a:off x="32035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6" name="Oval 155"/>
            <p:cNvSpPr/>
            <p:nvPr/>
          </p:nvSpPr>
          <p:spPr>
            <a:xfrm>
              <a:off x="36353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7" name="Oval 156"/>
            <p:cNvSpPr/>
            <p:nvPr/>
          </p:nvSpPr>
          <p:spPr>
            <a:xfrm>
              <a:off x="24844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8" name="Oval 157"/>
            <p:cNvSpPr/>
            <p:nvPr/>
          </p:nvSpPr>
          <p:spPr>
            <a:xfrm>
              <a:off x="26273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9" name="Oval 158"/>
            <p:cNvSpPr/>
            <p:nvPr/>
          </p:nvSpPr>
          <p:spPr>
            <a:xfrm>
              <a:off x="27717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0" name="Oval 159"/>
            <p:cNvSpPr/>
            <p:nvPr/>
          </p:nvSpPr>
          <p:spPr>
            <a:xfrm>
              <a:off x="29162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1" name="Oval 160"/>
            <p:cNvSpPr/>
            <p:nvPr/>
          </p:nvSpPr>
          <p:spPr>
            <a:xfrm>
              <a:off x="34925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2" name="Oval 161"/>
            <p:cNvSpPr/>
            <p:nvPr/>
          </p:nvSpPr>
          <p:spPr>
            <a:xfrm>
              <a:off x="30591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3" name="Oval 162"/>
            <p:cNvSpPr/>
            <p:nvPr/>
          </p:nvSpPr>
          <p:spPr>
            <a:xfrm>
              <a:off x="37798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4" name="Oval 163"/>
            <p:cNvSpPr/>
            <p:nvPr/>
          </p:nvSpPr>
          <p:spPr>
            <a:xfrm>
              <a:off x="33480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5" name="Oval 164"/>
            <p:cNvSpPr/>
            <p:nvPr/>
          </p:nvSpPr>
          <p:spPr>
            <a:xfrm>
              <a:off x="32035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6" name="Oval 165"/>
            <p:cNvSpPr/>
            <p:nvPr/>
          </p:nvSpPr>
          <p:spPr>
            <a:xfrm>
              <a:off x="36353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7" name="Oval 166"/>
            <p:cNvSpPr/>
            <p:nvPr/>
          </p:nvSpPr>
          <p:spPr>
            <a:xfrm>
              <a:off x="24844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8" name="Oval 167"/>
            <p:cNvSpPr/>
            <p:nvPr/>
          </p:nvSpPr>
          <p:spPr>
            <a:xfrm>
              <a:off x="26273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9" name="Oval 168"/>
            <p:cNvSpPr/>
            <p:nvPr/>
          </p:nvSpPr>
          <p:spPr>
            <a:xfrm>
              <a:off x="27717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0" name="Oval 169"/>
            <p:cNvSpPr/>
            <p:nvPr/>
          </p:nvSpPr>
          <p:spPr>
            <a:xfrm>
              <a:off x="29162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1" name="Oval 170"/>
            <p:cNvSpPr/>
            <p:nvPr/>
          </p:nvSpPr>
          <p:spPr>
            <a:xfrm>
              <a:off x="34925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2" name="Oval 171"/>
            <p:cNvSpPr/>
            <p:nvPr/>
          </p:nvSpPr>
          <p:spPr>
            <a:xfrm>
              <a:off x="30591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3" name="Oval 172"/>
            <p:cNvSpPr/>
            <p:nvPr/>
          </p:nvSpPr>
          <p:spPr>
            <a:xfrm>
              <a:off x="37798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4" name="Oval 173"/>
            <p:cNvSpPr/>
            <p:nvPr/>
          </p:nvSpPr>
          <p:spPr>
            <a:xfrm>
              <a:off x="33480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5" name="Oval 174"/>
            <p:cNvSpPr/>
            <p:nvPr/>
          </p:nvSpPr>
          <p:spPr>
            <a:xfrm>
              <a:off x="32035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6" name="Oval 175"/>
            <p:cNvSpPr/>
            <p:nvPr/>
          </p:nvSpPr>
          <p:spPr>
            <a:xfrm>
              <a:off x="36353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7" name="Oval 176"/>
            <p:cNvSpPr/>
            <p:nvPr/>
          </p:nvSpPr>
          <p:spPr>
            <a:xfrm>
              <a:off x="24844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8" name="Oval 177"/>
            <p:cNvSpPr/>
            <p:nvPr/>
          </p:nvSpPr>
          <p:spPr>
            <a:xfrm>
              <a:off x="26273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9" name="Oval 178"/>
            <p:cNvSpPr/>
            <p:nvPr/>
          </p:nvSpPr>
          <p:spPr>
            <a:xfrm>
              <a:off x="27717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0" name="Oval 179"/>
            <p:cNvSpPr/>
            <p:nvPr/>
          </p:nvSpPr>
          <p:spPr>
            <a:xfrm>
              <a:off x="29162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1" name="Oval 180"/>
            <p:cNvSpPr/>
            <p:nvPr/>
          </p:nvSpPr>
          <p:spPr>
            <a:xfrm>
              <a:off x="34925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2" name="Oval 181"/>
            <p:cNvSpPr/>
            <p:nvPr/>
          </p:nvSpPr>
          <p:spPr>
            <a:xfrm>
              <a:off x="30591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3" name="Oval 182"/>
            <p:cNvSpPr/>
            <p:nvPr/>
          </p:nvSpPr>
          <p:spPr>
            <a:xfrm>
              <a:off x="37798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4" name="Oval 183"/>
            <p:cNvSpPr/>
            <p:nvPr/>
          </p:nvSpPr>
          <p:spPr>
            <a:xfrm>
              <a:off x="33480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5" name="Oval 184"/>
            <p:cNvSpPr/>
            <p:nvPr/>
          </p:nvSpPr>
          <p:spPr>
            <a:xfrm>
              <a:off x="32035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6" name="Oval 185"/>
            <p:cNvSpPr/>
            <p:nvPr/>
          </p:nvSpPr>
          <p:spPr>
            <a:xfrm>
              <a:off x="36353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7" name="Oval 186"/>
            <p:cNvSpPr/>
            <p:nvPr/>
          </p:nvSpPr>
          <p:spPr>
            <a:xfrm>
              <a:off x="24844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8" name="Oval 187"/>
            <p:cNvSpPr/>
            <p:nvPr/>
          </p:nvSpPr>
          <p:spPr>
            <a:xfrm>
              <a:off x="26273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9" name="Oval 188"/>
            <p:cNvSpPr/>
            <p:nvPr/>
          </p:nvSpPr>
          <p:spPr>
            <a:xfrm>
              <a:off x="27717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0" name="Oval 189"/>
            <p:cNvSpPr/>
            <p:nvPr/>
          </p:nvSpPr>
          <p:spPr>
            <a:xfrm>
              <a:off x="29162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1" name="Oval 190"/>
            <p:cNvSpPr/>
            <p:nvPr/>
          </p:nvSpPr>
          <p:spPr>
            <a:xfrm>
              <a:off x="34925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2" name="Oval 191"/>
            <p:cNvSpPr/>
            <p:nvPr/>
          </p:nvSpPr>
          <p:spPr>
            <a:xfrm>
              <a:off x="30591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3" name="Oval 192"/>
            <p:cNvSpPr/>
            <p:nvPr/>
          </p:nvSpPr>
          <p:spPr>
            <a:xfrm>
              <a:off x="37798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4" name="Oval 193"/>
            <p:cNvSpPr/>
            <p:nvPr/>
          </p:nvSpPr>
          <p:spPr>
            <a:xfrm>
              <a:off x="33480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5" name="Oval 194"/>
            <p:cNvSpPr/>
            <p:nvPr/>
          </p:nvSpPr>
          <p:spPr>
            <a:xfrm>
              <a:off x="32035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6" name="Oval 195"/>
            <p:cNvSpPr/>
            <p:nvPr/>
          </p:nvSpPr>
          <p:spPr>
            <a:xfrm>
              <a:off x="36353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7" name="Oval 196"/>
            <p:cNvSpPr/>
            <p:nvPr/>
          </p:nvSpPr>
          <p:spPr>
            <a:xfrm>
              <a:off x="24844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8" name="Oval 197"/>
            <p:cNvSpPr/>
            <p:nvPr/>
          </p:nvSpPr>
          <p:spPr>
            <a:xfrm>
              <a:off x="26273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9" name="Oval 198"/>
            <p:cNvSpPr/>
            <p:nvPr/>
          </p:nvSpPr>
          <p:spPr>
            <a:xfrm>
              <a:off x="27717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0" name="Oval 199"/>
            <p:cNvSpPr/>
            <p:nvPr/>
          </p:nvSpPr>
          <p:spPr>
            <a:xfrm>
              <a:off x="29162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1" name="Oval 200"/>
            <p:cNvSpPr/>
            <p:nvPr/>
          </p:nvSpPr>
          <p:spPr>
            <a:xfrm>
              <a:off x="34925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2" name="Oval 201"/>
            <p:cNvSpPr/>
            <p:nvPr/>
          </p:nvSpPr>
          <p:spPr>
            <a:xfrm>
              <a:off x="30591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3" name="Oval 202"/>
            <p:cNvSpPr/>
            <p:nvPr/>
          </p:nvSpPr>
          <p:spPr>
            <a:xfrm>
              <a:off x="37798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4" name="Oval 203"/>
            <p:cNvSpPr/>
            <p:nvPr/>
          </p:nvSpPr>
          <p:spPr>
            <a:xfrm>
              <a:off x="33480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5" name="Oval 204"/>
            <p:cNvSpPr/>
            <p:nvPr/>
          </p:nvSpPr>
          <p:spPr>
            <a:xfrm>
              <a:off x="32035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6" name="Oval 205"/>
            <p:cNvSpPr/>
            <p:nvPr/>
          </p:nvSpPr>
          <p:spPr>
            <a:xfrm>
              <a:off x="36353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7" name="Oval 206"/>
            <p:cNvSpPr/>
            <p:nvPr/>
          </p:nvSpPr>
          <p:spPr>
            <a:xfrm>
              <a:off x="10429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8" name="Oval 207"/>
            <p:cNvSpPr/>
            <p:nvPr/>
          </p:nvSpPr>
          <p:spPr>
            <a:xfrm>
              <a:off x="11874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9" name="Oval 208"/>
            <p:cNvSpPr/>
            <p:nvPr/>
          </p:nvSpPr>
          <p:spPr>
            <a:xfrm>
              <a:off x="13319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0" name="Oval 209"/>
            <p:cNvSpPr/>
            <p:nvPr/>
          </p:nvSpPr>
          <p:spPr>
            <a:xfrm>
              <a:off x="14763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1" name="Oval 210"/>
            <p:cNvSpPr/>
            <p:nvPr/>
          </p:nvSpPr>
          <p:spPr>
            <a:xfrm>
              <a:off x="20510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2" name="Oval 211"/>
            <p:cNvSpPr/>
            <p:nvPr/>
          </p:nvSpPr>
          <p:spPr>
            <a:xfrm>
              <a:off x="16192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3" name="Oval 212"/>
            <p:cNvSpPr/>
            <p:nvPr/>
          </p:nvSpPr>
          <p:spPr>
            <a:xfrm>
              <a:off x="23399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4" name="Oval 213"/>
            <p:cNvSpPr/>
            <p:nvPr/>
          </p:nvSpPr>
          <p:spPr>
            <a:xfrm>
              <a:off x="19081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5" name="Oval 214"/>
            <p:cNvSpPr/>
            <p:nvPr/>
          </p:nvSpPr>
          <p:spPr>
            <a:xfrm>
              <a:off x="17637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6" name="Oval 215"/>
            <p:cNvSpPr/>
            <p:nvPr/>
          </p:nvSpPr>
          <p:spPr>
            <a:xfrm>
              <a:off x="21955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7" name="Oval 216"/>
            <p:cNvSpPr/>
            <p:nvPr/>
          </p:nvSpPr>
          <p:spPr>
            <a:xfrm>
              <a:off x="10429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8" name="Oval 217"/>
            <p:cNvSpPr/>
            <p:nvPr/>
          </p:nvSpPr>
          <p:spPr>
            <a:xfrm>
              <a:off x="11874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9" name="Oval 218"/>
            <p:cNvSpPr/>
            <p:nvPr/>
          </p:nvSpPr>
          <p:spPr>
            <a:xfrm>
              <a:off x="13319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0" name="Oval 219"/>
            <p:cNvSpPr/>
            <p:nvPr/>
          </p:nvSpPr>
          <p:spPr>
            <a:xfrm>
              <a:off x="14763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1" name="Oval 220"/>
            <p:cNvSpPr/>
            <p:nvPr/>
          </p:nvSpPr>
          <p:spPr>
            <a:xfrm>
              <a:off x="20510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2" name="Oval 221"/>
            <p:cNvSpPr/>
            <p:nvPr/>
          </p:nvSpPr>
          <p:spPr>
            <a:xfrm>
              <a:off x="16192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3" name="Oval 222"/>
            <p:cNvSpPr/>
            <p:nvPr/>
          </p:nvSpPr>
          <p:spPr>
            <a:xfrm>
              <a:off x="23399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4" name="Oval 223"/>
            <p:cNvSpPr/>
            <p:nvPr/>
          </p:nvSpPr>
          <p:spPr>
            <a:xfrm>
              <a:off x="19081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5" name="Oval 224"/>
            <p:cNvSpPr/>
            <p:nvPr/>
          </p:nvSpPr>
          <p:spPr>
            <a:xfrm>
              <a:off x="17637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6" name="Oval 225"/>
            <p:cNvSpPr/>
            <p:nvPr/>
          </p:nvSpPr>
          <p:spPr>
            <a:xfrm>
              <a:off x="21955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7" name="Oval 226"/>
            <p:cNvSpPr/>
            <p:nvPr/>
          </p:nvSpPr>
          <p:spPr>
            <a:xfrm>
              <a:off x="10429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8" name="Oval 227"/>
            <p:cNvSpPr/>
            <p:nvPr/>
          </p:nvSpPr>
          <p:spPr>
            <a:xfrm>
              <a:off x="11874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9" name="Oval 228"/>
            <p:cNvSpPr/>
            <p:nvPr/>
          </p:nvSpPr>
          <p:spPr>
            <a:xfrm>
              <a:off x="13319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0" name="Oval 229"/>
            <p:cNvSpPr/>
            <p:nvPr/>
          </p:nvSpPr>
          <p:spPr>
            <a:xfrm>
              <a:off x="14763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1" name="Oval 230"/>
            <p:cNvSpPr/>
            <p:nvPr/>
          </p:nvSpPr>
          <p:spPr>
            <a:xfrm>
              <a:off x="20510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2" name="Oval 231"/>
            <p:cNvSpPr/>
            <p:nvPr/>
          </p:nvSpPr>
          <p:spPr>
            <a:xfrm>
              <a:off x="16192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3" name="Oval 232"/>
            <p:cNvSpPr/>
            <p:nvPr/>
          </p:nvSpPr>
          <p:spPr>
            <a:xfrm>
              <a:off x="23399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4" name="Oval 233"/>
            <p:cNvSpPr/>
            <p:nvPr/>
          </p:nvSpPr>
          <p:spPr>
            <a:xfrm>
              <a:off x="19081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5" name="Oval 234"/>
            <p:cNvSpPr/>
            <p:nvPr/>
          </p:nvSpPr>
          <p:spPr>
            <a:xfrm>
              <a:off x="17637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6" name="Oval 235"/>
            <p:cNvSpPr/>
            <p:nvPr/>
          </p:nvSpPr>
          <p:spPr>
            <a:xfrm>
              <a:off x="21955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7" name="Oval 236"/>
            <p:cNvSpPr/>
            <p:nvPr/>
          </p:nvSpPr>
          <p:spPr>
            <a:xfrm>
              <a:off x="10429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8" name="Oval 237"/>
            <p:cNvSpPr/>
            <p:nvPr/>
          </p:nvSpPr>
          <p:spPr>
            <a:xfrm>
              <a:off x="11874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9" name="Oval 238"/>
            <p:cNvSpPr/>
            <p:nvPr/>
          </p:nvSpPr>
          <p:spPr>
            <a:xfrm>
              <a:off x="13319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0" name="Oval 239"/>
            <p:cNvSpPr/>
            <p:nvPr/>
          </p:nvSpPr>
          <p:spPr>
            <a:xfrm>
              <a:off x="14763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1" name="Oval 240"/>
            <p:cNvSpPr/>
            <p:nvPr/>
          </p:nvSpPr>
          <p:spPr>
            <a:xfrm>
              <a:off x="20510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2" name="Oval 241"/>
            <p:cNvSpPr/>
            <p:nvPr/>
          </p:nvSpPr>
          <p:spPr>
            <a:xfrm>
              <a:off x="16192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3" name="Oval 242"/>
            <p:cNvSpPr/>
            <p:nvPr/>
          </p:nvSpPr>
          <p:spPr>
            <a:xfrm>
              <a:off x="23399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4" name="Oval 243"/>
            <p:cNvSpPr/>
            <p:nvPr/>
          </p:nvSpPr>
          <p:spPr>
            <a:xfrm>
              <a:off x="19081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5" name="Oval 244"/>
            <p:cNvSpPr/>
            <p:nvPr/>
          </p:nvSpPr>
          <p:spPr>
            <a:xfrm>
              <a:off x="17637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6" name="Oval 245"/>
            <p:cNvSpPr/>
            <p:nvPr/>
          </p:nvSpPr>
          <p:spPr>
            <a:xfrm>
              <a:off x="21955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7" name="Oval 246"/>
            <p:cNvSpPr/>
            <p:nvPr/>
          </p:nvSpPr>
          <p:spPr>
            <a:xfrm>
              <a:off x="10429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8" name="Oval 247"/>
            <p:cNvSpPr/>
            <p:nvPr/>
          </p:nvSpPr>
          <p:spPr>
            <a:xfrm>
              <a:off x="11874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9" name="Oval 248"/>
            <p:cNvSpPr/>
            <p:nvPr/>
          </p:nvSpPr>
          <p:spPr>
            <a:xfrm>
              <a:off x="13319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0" name="Oval 249"/>
            <p:cNvSpPr/>
            <p:nvPr/>
          </p:nvSpPr>
          <p:spPr>
            <a:xfrm>
              <a:off x="14763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1" name="Oval 250"/>
            <p:cNvSpPr/>
            <p:nvPr/>
          </p:nvSpPr>
          <p:spPr>
            <a:xfrm>
              <a:off x="20510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2" name="Oval 251"/>
            <p:cNvSpPr/>
            <p:nvPr/>
          </p:nvSpPr>
          <p:spPr>
            <a:xfrm>
              <a:off x="16192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3" name="Oval 252"/>
            <p:cNvSpPr/>
            <p:nvPr/>
          </p:nvSpPr>
          <p:spPr>
            <a:xfrm>
              <a:off x="23399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4" name="Oval 253"/>
            <p:cNvSpPr/>
            <p:nvPr/>
          </p:nvSpPr>
          <p:spPr>
            <a:xfrm>
              <a:off x="19081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5" name="Oval 254"/>
            <p:cNvSpPr/>
            <p:nvPr/>
          </p:nvSpPr>
          <p:spPr>
            <a:xfrm>
              <a:off x="17637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6" name="Oval 255"/>
            <p:cNvSpPr/>
            <p:nvPr/>
          </p:nvSpPr>
          <p:spPr>
            <a:xfrm>
              <a:off x="21955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7" name="Oval 256"/>
            <p:cNvSpPr/>
            <p:nvPr/>
          </p:nvSpPr>
          <p:spPr>
            <a:xfrm>
              <a:off x="10429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8" name="Oval 257"/>
            <p:cNvSpPr/>
            <p:nvPr/>
          </p:nvSpPr>
          <p:spPr>
            <a:xfrm>
              <a:off x="11874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9" name="Oval 258"/>
            <p:cNvSpPr/>
            <p:nvPr/>
          </p:nvSpPr>
          <p:spPr>
            <a:xfrm>
              <a:off x="13319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0" name="Oval 259"/>
            <p:cNvSpPr/>
            <p:nvPr/>
          </p:nvSpPr>
          <p:spPr>
            <a:xfrm>
              <a:off x="14763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1" name="Oval 260"/>
            <p:cNvSpPr/>
            <p:nvPr/>
          </p:nvSpPr>
          <p:spPr>
            <a:xfrm>
              <a:off x="20510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2" name="Oval 261"/>
            <p:cNvSpPr/>
            <p:nvPr/>
          </p:nvSpPr>
          <p:spPr>
            <a:xfrm>
              <a:off x="16192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3" name="Oval 262"/>
            <p:cNvSpPr/>
            <p:nvPr/>
          </p:nvSpPr>
          <p:spPr>
            <a:xfrm>
              <a:off x="23399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4" name="Oval 263"/>
            <p:cNvSpPr/>
            <p:nvPr/>
          </p:nvSpPr>
          <p:spPr>
            <a:xfrm>
              <a:off x="19081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5" name="Oval 264"/>
            <p:cNvSpPr/>
            <p:nvPr/>
          </p:nvSpPr>
          <p:spPr>
            <a:xfrm>
              <a:off x="17637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6" name="Oval 265"/>
            <p:cNvSpPr/>
            <p:nvPr/>
          </p:nvSpPr>
          <p:spPr>
            <a:xfrm>
              <a:off x="21955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7" name="Oval 266"/>
            <p:cNvSpPr/>
            <p:nvPr/>
          </p:nvSpPr>
          <p:spPr>
            <a:xfrm>
              <a:off x="10429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8" name="Oval 267"/>
            <p:cNvSpPr/>
            <p:nvPr/>
          </p:nvSpPr>
          <p:spPr>
            <a:xfrm>
              <a:off x="11874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9" name="Oval 268"/>
            <p:cNvSpPr/>
            <p:nvPr/>
          </p:nvSpPr>
          <p:spPr>
            <a:xfrm>
              <a:off x="13319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0" name="Oval 269"/>
            <p:cNvSpPr/>
            <p:nvPr/>
          </p:nvSpPr>
          <p:spPr>
            <a:xfrm>
              <a:off x="14763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1" name="Oval 270"/>
            <p:cNvSpPr/>
            <p:nvPr/>
          </p:nvSpPr>
          <p:spPr>
            <a:xfrm>
              <a:off x="20510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2" name="Oval 271"/>
            <p:cNvSpPr/>
            <p:nvPr/>
          </p:nvSpPr>
          <p:spPr>
            <a:xfrm>
              <a:off x="16192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3" name="Oval 272"/>
            <p:cNvSpPr/>
            <p:nvPr/>
          </p:nvSpPr>
          <p:spPr>
            <a:xfrm>
              <a:off x="23399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4" name="Oval 273"/>
            <p:cNvSpPr/>
            <p:nvPr/>
          </p:nvSpPr>
          <p:spPr>
            <a:xfrm>
              <a:off x="19081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5" name="Oval 274"/>
            <p:cNvSpPr/>
            <p:nvPr/>
          </p:nvSpPr>
          <p:spPr>
            <a:xfrm>
              <a:off x="17637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6" name="Oval 275"/>
            <p:cNvSpPr/>
            <p:nvPr/>
          </p:nvSpPr>
          <p:spPr>
            <a:xfrm>
              <a:off x="21955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7" name="Oval 276"/>
            <p:cNvSpPr/>
            <p:nvPr/>
          </p:nvSpPr>
          <p:spPr>
            <a:xfrm>
              <a:off x="10429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8" name="Oval 277"/>
            <p:cNvSpPr/>
            <p:nvPr/>
          </p:nvSpPr>
          <p:spPr>
            <a:xfrm>
              <a:off x="11874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9" name="Oval 278"/>
            <p:cNvSpPr/>
            <p:nvPr/>
          </p:nvSpPr>
          <p:spPr>
            <a:xfrm>
              <a:off x="13319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0" name="Oval 279"/>
            <p:cNvSpPr/>
            <p:nvPr/>
          </p:nvSpPr>
          <p:spPr>
            <a:xfrm>
              <a:off x="14763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1" name="Oval 280"/>
            <p:cNvSpPr/>
            <p:nvPr/>
          </p:nvSpPr>
          <p:spPr>
            <a:xfrm>
              <a:off x="20510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2" name="Oval 281"/>
            <p:cNvSpPr/>
            <p:nvPr/>
          </p:nvSpPr>
          <p:spPr>
            <a:xfrm>
              <a:off x="16192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3" name="Oval 282"/>
            <p:cNvSpPr/>
            <p:nvPr/>
          </p:nvSpPr>
          <p:spPr>
            <a:xfrm>
              <a:off x="23399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4" name="Oval 283"/>
            <p:cNvSpPr/>
            <p:nvPr/>
          </p:nvSpPr>
          <p:spPr>
            <a:xfrm>
              <a:off x="19081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5" name="Oval 284"/>
            <p:cNvSpPr/>
            <p:nvPr/>
          </p:nvSpPr>
          <p:spPr>
            <a:xfrm>
              <a:off x="17637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6" name="Oval 285"/>
            <p:cNvSpPr/>
            <p:nvPr/>
          </p:nvSpPr>
          <p:spPr>
            <a:xfrm>
              <a:off x="21955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7" name="Oval 286"/>
            <p:cNvSpPr/>
            <p:nvPr/>
          </p:nvSpPr>
          <p:spPr>
            <a:xfrm>
              <a:off x="10429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8" name="Oval 287"/>
            <p:cNvSpPr/>
            <p:nvPr/>
          </p:nvSpPr>
          <p:spPr>
            <a:xfrm>
              <a:off x="11874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9" name="Oval 288"/>
            <p:cNvSpPr/>
            <p:nvPr/>
          </p:nvSpPr>
          <p:spPr>
            <a:xfrm>
              <a:off x="13319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0" name="Oval 289"/>
            <p:cNvSpPr/>
            <p:nvPr/>
          </p:nvSpPr>
          <p:spPr>
            <a:xfrm>
              <a:off x="14763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1" name="Oval 290"/>
            <p:cNvSpPr/>
            <p:nvPr/>
          </p:nvSpPr>
          <p:spPr>
            <a:xfrm>
              <a:off x="20510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2" name="Oval 291"/>
            <p:cNvSpPr/>
            <p:nvPr/>
          </p:nvSpPr>
          <p:spPr>
            <a:xfrm>
              <a:off x="16192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3" name="Oval 292"/>
            <p:cNvSpPr/>
            <p:nvPr/>
          </p:nvSpPr>
          <p:spPr>
            <a:xfrm>
              <a:off x="23399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4" name="Oval 293"/>
            <p:cNvSpPr/>
            <p:nvPr/>
          </p:nvSpPr>
          <p:spPr>
            <a:xfrm>
              <a:off x="19081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5" name="Oval 294"/>
            <p:cNvSpPr/>
            <p:nvPr/>
          </p:nvSpPr>
          <p:spPr>
            <a:xfrm>
              <a:off x="17637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6" name="Oval 295"/>
            <p:cNvSpPr/>
            <p:nvPr/>
          </p:nvSpPr>
          <p:spPr>
            <a:xfrm>
              <a:off x="21955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7" name="Oval 296"/>
            <p:cNvSpPr/>
            <p:nvPr/>
          </p:nvSpPr>
          <p:spPr>
            <a:xfrm>
              <a:off x="10429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8" name="Oval 297"/>
            <p:cNvSpPr/>
            <p:nvPr/>
          </p:nvSpPr>
          <p:spPr>
            <a:xfrm>
              <a:off x="11874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9" name="Oval 298"/>
            <p:cNvSpPr/>
            <p:nvPr/>
          </p:nvSpPr>
          <p:spPr>
            <a:xfrm>
              <a:off x="13319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0" name="Oval 299"/>
            <p:cNvSpPr/>
            <p:nvPr/>
          </p:nvSpPr>
          <p:spPr>
            <a:xfrm>
              <a:off x="14763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1" name="Oval 300"/>
            <p:cNvSpPr/>
            <p:nvPr/>
          </p:nvSpPr>
          <p:spPr>
            <a:xfrm>
              <a:off x="20510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2" name="Oval 301"/>
            <p:cNvSpPr/>
            <p:nvPr/>
          </p:nvSpPr>
          <p:spPr>
            <a:xfrm>
              <a:off x="16192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3" name="Oval 302"/>
            <p:cNvSpPr/>
            <p:nvPr/>
          </p:nvSpPr>
          <p:spPr>
            <a:xfrm>
              <a:off x="23399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4" name="Oval 303"/>
            <p:cNvSpPr/>
            <p:nvPr/>
          </p:nvSpPr>
          <p:spPr>
            <a:xfrm>
              <a:off x="19081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5" name="Oval 304"/>
            <p:cNvSpPr/>
            <p:nvPr/>
          </p:nvSpPr>
          <p:spPr>
            <a:xfrm>
              <a:off x="17637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6" name="Oval 305"/>
            <p:cNvSpPr/>
            <p:nvPr/>
          </p:nvSpPr>
          <p:spPr>
            <a:xfrm>
              <a:off x="21955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7" name="Oval 306"/>
            <p:cNvSpPr/>
            <p:nvPr/>
          </p:nvSpPr>
          <p:spPr>
            <a:xfrm>
              <a:off x="24844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8" name="Oval 307"/>
            <p:cNvSpPr/>
            <p:nvPr/>
          </p:nvSpPr>
          <p:spPr>
            <a:xfrm>
              <a:off x="26273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9" name="Oval 308"/>
            <p:cNvSpPr/>
            <p:nvPr/>
          </p:nvSpPr>
          <p:spPr>
            <a:xfrm>
              <a:off x="27717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0" name="Oval 309"/>
            <p:cNvSpPr/>
            <p:nvPr/>
          </p:nvSpPr>
          <p:spPr>
            <a:xfrm>
              <a:off x="29162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1" name="Oval 310"/>
            <p:cNvSpPr/>
            <p:nvPr/>
          </p:nvSpPr>
          <p:spPr>
            <a:xfrm>
              <a:off x="34925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2" name="Oval 311"/>
            <p:cNvSpPr/>
            <p:nvPr/>
          </p:nvSpPr>
          <p:spPr>
            <a:xfrm>
              <a:off x="30591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3" name="Oval 312"/>
            <p:cNvSpPr/>
            <p:nvPr/>
          </p:nvSpPr>
          <p:spPr>
            <a:xfrm>
              <a:off x="37798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4" name="Oval 313"/>
            <p:cNvSpPr/>
            <p:nvPr/>
          </p:nvSpPr>
          <p:spPr>
            <a:xfrm>
              <a:off x="33480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5" name="Oval 314"/>
            <p:cNvSpPr/>
            <p:nvPr/>
          </p:nvSpPr>
          <p:spPr>
            <a:xfrm>
              <a:off x="32035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6" name="Oval 315"/>
            <p:cNvSpPr/>
            <p:nvPr/>
          </p:nvSpPr>
          <p:spPr>
            <a:xfrm>
              <a:off x="36353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7" name="Oval 316"/>
            <p:cNvSpPr/>
            <p:nvPr/>
          </p:nvSpPr>
          <p:spPr>
            <a:xfrm>
              <a:off x="24844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8" name="Oval 317"/>
            <p:cNvSpPr/>
            <p:nvPr/>
          </p:nvSpPr>
          <p:spPr>
            <a:xfrm>
              <a:off x="26273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9" name="Oval 318"/>
            <p:cNvSpPr/>
            <p:nvPr/>
          </p:nvSpPr>
          <p:spPr>
            <a:xfrm>
              <a:off x="27717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0" name="Oval 319"/>
            <p:cNvSpPr/>
            <p:nvPr/>
          </p:nvSpPr>
          <p:spPr>
            <a:xfrm>
              <a:off x="29162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1" name="Oval 320"/>
            <p:cNvSpPr/>
            <p:nvPr/>
          </p:nvSpPr>
          <p:spPr>
            <a:xfrm>
              <a:off x="34925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2" name="Oval 321"/>
            <p:cNvSpPr/>
            <p:nvPr/>
          </p:nvSpPr>
          <p:spPr>
            <a:xfrm>
              <a:off x="30591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3" name="Oval 322"/>
            <p:cNvSpPr/>
            <p:nvPr/>
          </p:nvSpPr>
          <p:spPr>
            <a:xfrm>
              <a:off x="37798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4" name="Oval 323"/>
            <p:cNvSpPr/>
            <p:nvPr/>
          </p:nvSpPr>
          <p:spPr>
            <a:xfrm>
              <a:off x="33480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5" name="Oval 324"/>
            <p:cNvSpPr/>
            <p:nvPr/>
          </p:nvSpPr>
          <p:spPr>
            <a:xfrm>
              <a:off x="32035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6" name="Oval 325"/>
            <p:cNvSpPr/>
            <p:nvPr/>
          </p:nvSpPr>
          <p:spPr>
            <a:xfrm>
              <a:off x="36353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7" name="Oval 326"/>
            <p:cNvSpPr/>
            <p:nvPr/>
          </p:nvSpPr>
          <p:spPr>
            <a:xfrm>
              <a:off x="24844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8" name="Oval 327"/>
            <p:cNvSpPr/>
            <p:nvPr/>
          </p:nvSpPr>
          <p:spPr>
            <a:xfrm>
              <a:off x="26273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9" name="Oval 328"/>
            <p:cNvSpPr/>
            <p:nvPr/>
          </p:nvSpPr>
          <p:spPr>
            <a:xfrm>
              <a:off x="27717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0" name="Oval 329"/>
            <p:cNvSpPr/>
            <p:nvPr/>
          </p:nvSpPr>
          <p:spPr>
            <a:xfrm>
              <a:off x="29162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1" name="Oval 330"/>
            <p:cNvSpPr/>
            <p:nvPr/>
          </p:nvSpPr>
          <p:spPr>
            <a:xfrm>
              <a:off x="34925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2" name="Oval 331"/>
            <p:cNvSpPr/>
            <p:nvPr/>
          </p:nvSpPr>
          <p:spPr>
            <a:xfrm>
              <a:off x="30591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3" name="Oval 332"/>
            <p:cNvSpPr/>
            <p:nvPr/>
          </p:nvSpPr>
          <p:spPr>
            <a:xfrm>
              <a:off x="37798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4" name="Oval 333"/>
            <p:cNvSpPr/>
            <p:nvPr/>
          </p:nvSpPr>
          <p:spPr>
            <a:xfrm>
              <a:off x="33480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5" name="Oval 334"/>
            <p:cNvSpPr/>
            <p:nvPr/>
          </p:nvSpPr>
          <p:spPr>
            <a:xfrm>
              <a:off x="32035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6" name="Oval 335"/>
            <p:cNvSpPr/>
            <p:nvPr/>
          </p:nvSpPr>
          <p:spPr>
            <a:xfrm>
              <a:off x="36353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7" name="Oval 336"/>
            <p:cNvSpPr/>
            <p:nvPr/>
          </p:nvSpPr>
          <p:spPr>
            <a:xfrm>
              <a:off x="24844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8" name="Oval 337"/>
            <p:cNvSpPr/>
            <p:nvPr/>
          </p:nvSpPr>
          <p:spPr>
            <a:xfrm>
              <a:off x="26273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9" name="Oval 338"/>
            <p:cNvSpPr/>
            <p:nvPr/>
          </p:nvSpPr>
          <p:spPr>
            <a:xfrm>
              <a:off x="27717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0" name="Oval 339"/>
            <p:cNvSpPr/>
            <p:nvPr/>
          </p:nvSpPr>
          <p:spPr>
            <a:xfrm>
              <a:off x="29162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1" name="Oval 340"/>
            <p:cNvSpPr/>
            <p:nvPr/>
          </p:nvSpPr>
          <p:spPr>
            <a:xfrm>
              <a:off x="34925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2" name="Oval 341"/>
            <p:cNvSpPr/>
            <p:nvPr/>
          </p:nvSpPr>
          <p:spPr>
            <a:xfrm>
              <a:off x="30591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3" name="Oval 342"/>
            <p:cNvSpPr/>
            <p:nvPr/>
          </p:nvSpPr>
          <p:spPr>
            <a:xfrm>
              <a:off x="37798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4" name="Oval 343"/>
            <p:cNvSpPr/>
            <p:nvPr/>
          </p:nvSpPr>
          <p:spPr>
            <a:xfrm>
              <a:off x="33480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5" name="Oval 344"/>
            <p:cNvSpPr/>
            <p:nvPr/>
          </p:nvSpPr>
          <p:spPr>
            <a:xfrm>
              <a:off x="32035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6" name="Oval 345"/>
            <p:cNvSpPr/>
            <p:nvPr/>
          </p:nvSpPr>
          <p:spPr>
            <a:xfrm>
              <a:off x="36353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7" name="Oval 346"/>
            <p:cNvSpPr/>
            <p:nvPr/>
          </p:nvSpPr>
          <p:spPr>
            <a:xfrm>
              <a:off x="24844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8" name="Oval 347"/>
            <p:cNvSpPr/>
            <p:nvPr/>
          </p:nvSpPr>
          <p:spPr>
            <a:xfrm>
              <a:off x="26273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9" name="Oval 348"/>
            <p:cNvSpPr/>
            <p:nvPr/>
          </p:nvSpPr>
          <p:spPr>
            <a:xfrm>
              <a:off x="27717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0" name="Oval 349"/>
            <p:cNvSpPr/>
            <p:nvPr/>
          </p:nvSpPr>
          <p:spPr>
            <a:xfrm>
              <a:off x="29162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1" name="Oval 350"/>
            <p:cNvSpPr/>
            <p:nvPr/>
          </p:nvSpPr>
          <p:spPr>
            <a:xfrm>
              <a:off x="34925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2" name="Oval 351"/>
            <p:cNvSpPr/>
            <p:nvPr/>
          </p:nvSpPr>
          <p:spPr>
            <a:xfrm>
              <a:off x="30591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3" name="Oval 352"/>
            <p:cNvSpPr/>
            <p:nvPr/>
          </p:nvSpPr>
          <p:spPr>
            <a:xfrm>
              <a:off x="37798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4" name="Oval 353"/>
            <p:cNvSpPr/>
            <p:nvPr/>
          </p:nvSpPr>
          <p:spPr>
            <a:xfrm>
              <a:off x="33480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5" name="Oval 354"/>
            <p:cNvSpPr/>
            <p:nvPr/>
          </p:nvSpPr>
          <p:spPr>
            <a:xfrm>
              <a:off x="32035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6" name="Oval 355"/>
            <p:cNvSpPr/>
            <p:nvPr/>
          </p:nvSpPr>
          <p:spPr>
            <a:xfrm>
              <a:off x="36353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7" name="Oval 356"/>
            <p:cNvSpPr/>
            <p:nvPr/>
          </p:nvSpPr>
          <p:spPr>
            <a:xfrm>
              <a:off x="24844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8" name="Oval 357"/>
            <p:cNvSpPr/>
            <p:nvPr/>
          </p:nvSpPr>
          <p:spPr>
            <a:xfrm>
              <a:off x="26273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9" name="Oval 358"/>
            <p:cNvSpPr/>
            <p:nvPr/>
          </p:nvSpPr>
          <p:spPr>
            <a:xfrm>
              <a:off x="27717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0" name="Oval 359"/>
            <p:cNvSpPr/>
            <p:nvPr/>
          </p:nvSpPr>
          <p:spPr>
            <a:xfrm>
              <a:off x="29162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1" name="Oval 360"/>
            <p:cNvSpPr/>
            <p:nvPr/>
          </p:nvSpPr>
          <p:spPr>
            <a:xfrm>
              <a:off x="34925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2" name="Oval 361"/>
            <p:cNvSpPr/>
            <p:nvPr/>
          </p:nvSpPr>
          <p:spPr>
            <a:xfrm>
              <a:off x="30591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3" name="Oval 362"/>
            <p:cNvSpPr/>
            <p:nvPr/>
          </p:nvSpPr>
          <p:spPr>
            <a:xfrm>
              <a:off x="37798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4" name="Oval 363"/>
            <p:cNvSpPr/>
            <p:nvPr/>
          </p:nvSpPr>
          <p:spPr>
            <a:xfrm>
              <a:off x="33480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5" name="Oval 364"/>
            <p:cNvSpPr/>
            <p:nvPr/>
          </p:nvSpPr>
          <p:spPr>
            <a:xfrm>
              <a:off x="32035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6" name="Oval 365"/>
            <p:cNvSpPr/>
            <p:nvPr/>
          </p:nvSpPr>
          <p:spPr>
            <a:xfrm>
              <a:off x="36353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7" name="Oval 366"/>
            <p:cNvSpPr/>
            <p:nvPr/>
          </p:nvSpPr>
          <p:spPr>
            <a:xfrm>
              <a:off x="24844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8" name="Oval 367"/>
            <p:cNvSpPr/>
            <p:nvPr/>
          </p:nvSpPr>
          <p:spPr>
            <a:xfrm>
              <a:off x="26273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9" name="Oval 368"/>
            <p:cNvSpPr/>
            <p:nvPr/>
          </p:nvSpPr>
          <p:spPr>
            <a:xfrm>
              <a:off x="27717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0" name="Oval 369"/>
            <p:cNvSpPr/>
            <p:nvPr/>
          </p:nvSpPr>
          <p:spPr>
            <a:xfrm>
              <a:off x="29162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1" name="Oval 370"/>
            <p:cNvSpPr/>
            <p:nvPr/>
          </p:nvSpPr>
          <p:spPr>
            <a:xfrm>
              <a:off x="34925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2" name="Oval 371"/>
            <p:cNvSpPr/>
            <p:nvPr/>
          </p:nvSpPr>
          <p:spPr>
            <a:xfrm>
              <a:off x="30591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3" name="Oval 372"/>
            <p:cNvSpPr/>
            <p:nvPr/>
          </p:nvSpPr>
          <p:spPr>
            <a:xfrm>
              <a:off x="37798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4" name="Oval 373"/>
            <p:cNvSpPr/>
            <p:nvPr/>
          </p:nvSpPr>
          <p:spPr>
            <a:xfrm>
              <a:off x="33480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5" name="Oval 374"/>
            <p:cNvSpPr/>
            <p:nvPr/>
          </p:nvSpPr>
          <p:spPr>
            <a:xfrm>
              <a:off x="32035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6" name="Oval 375"/>
            <p:cNvSpPr/>
            <p:nvPr/>
          </p:nvSpPr>
          <p:spPr>
            <a:xfrm>
              <a:off x="36353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7" name="Oval 376"/>
            <p:cNvSpPr/>
            <p:nvPr/>
          </p:nvSpPr>
          <p:spPr>
            <a:xfrm>
              <a:off x="24844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8" name="Oval 377"/>
            <p:cNvSpPr/>
            <p:nvPr/>
          </p:nvSpPr>
          <p:spPr>
            <a:xfrm>
              <a:off x="26273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9" name="Oval 378"/>
            <p:cNvSpPr/>
            <p:nvPr/>
          </p:nvSpPr>
          <p:spPr>
            <a:xfrm>
              <a:off x="27717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0" name="Oval 379"/>
            <p:cNvSpPr/>
            <p:nvPr/>
          </p:nvSpPr>
          <p:spPr>
            <a:xfrm>
              <a:off x="29162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1" name="Oval 380"/>
            <p:cNvSpPr/>
            <p:nvPr/>
          </p:nvSpPr>
          <p:spPr>
            <a:xfrm>
              <a:off x="34925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2" name="Oval 381"/>
            <p:cNvSpPr/>
            <p:nvPr/>
          </p:nvSpPr>
          <p:spPr>
            <a:xfrm>
              <a:off x="30591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3" name="Oval 382"/>
            <p:cNvSpPr/>
            <p:nvPr/>
          </p:nvSpPr>
          <p:spPr>
            <a:xfrm>
              <a:off x="37798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4" name="Oval 383"/>
            <p:cNvSpPr/>
            <p:nvPr/>
          </p:nvSpPr>
          <p:spPr>
            <a:xfrm>
              <a:off x="33480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5" name="Oval 384"/>
            <p:cNvSpPr/>
            <p:nvPr/>
          </p:nvSpPr>
          <p:spPr>
            <a:xfrm>
              <a:off x="32035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6" name="Oval 385"/>
            <p:cNvSpPr/>
            <p:nvPr/>
          </p:nvSpPr>
          <p:spPr>
            <a:xfrm>
              <a:off x="36353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7" name="Oval 386"/>
            <p:cNvSpPr/>
            <p:nvPr/>
          </p:nvSpPr>
          <p:spPr>
            <a:xfrm>
              <a:off x="24844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8" name="Oval 387"/>
            <p:cNvSpPr/>
            <p:nvPr/>
          </p:nvSpPr>
          <p:spPr>
            <a:xfrm>
              <a:off x="26273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9" name="Oval 388"/>
            <p:cNvSpPr/>
            <p:nvPr/>
          </p:nvSpPr>
          <p:spPr>
            <a:xfrm>
              <a:off x="27717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0" name="Oval 389"/>
            <p:cNvSpPr/>
            <p:nvPr/>
          </p:nvSpPr>
          <p:spPr>
            <a:xfrm>
              <a:off x="29162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1" name="Oval 390"/>
            <p:cNvSpPr/>
            <p:nvPr/>
          </p:nvSpPr>
          <p:spPr>
            <a:xfrm>
              <a:off x="34925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2" name="Oval 391"/>
            <p:cNvSpPr/>
            <p:nvPr/>
          </p:nvSpPr>
          <p:spPr>
            <a:xfrm>
              <a:off x="30591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3" name="Oval 392"/>
            <p:cNvSpPr/>
            <p:nvPr/>
          </p:nvSpPr>
          <p:spPr>
            <a:xfrm>
              <a:off x="37798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4" name="Oval 393"/>
            <p:cNvSpPr/>
            <p:nvPr/>
          </p:nvSpPr>
          <p:spPr>
            <a:xfrm>
              <a:off x="33480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5" name="Oval 394"/>
            <p:cNvSpPr/>
            <p:nvPr/>
          </p:nvSpPr>
          <p:spPr>
            <a:xfrm>
              <a:off x="32035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6" name="Oval 395"/>
            <p:cNvSpPr/>
            <p:nvPr/>
          </p:nvSpPr>
          <p:spPr>
            <a:xfrm>
              <a:off x="36353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7" name="Oval 396"/>
            <p:cNvSpPr/>
            <p:nvPr/>
          </p:nvSpPr>
          <p:spPr>
            <a:xfrm>
              <a:off x="24844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8" name="Oval 397"/>
            <p:cNvSpPr/>
            <p:nvPr/>
          </p:nvSpPr>
          <p:spPr>
            <a:xfrm>
              <a:off x="26273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9" name="Oval 398"/>
            <p:cNvSpPr/>
            <p:nvPr/>
          </p:nvSpPr>
          <p:spPr>
            <a:xfrm>
              <a:off x="27717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0" name="Oval 399"/>
            <p:cNvSpPr/>
            <p:nvPr/>
          </p:nvSpPr>
          <p:spPr>
            <a:xfrm>
              <a:off x="29162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1" name="Oval 400"/>
            <p:cNvSpPr/>
            <p:nvPr/>
          </p:nvSpPr>
          <p:spPr>
            <a:xfrm>
              <a:off x="34925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2" name="Oval 401"/>
            <p:cNvSpPr/>
            <p:nvPr/>
          </p:nvSpPr>
          <p:spPr>
            <a:xfrm>
              <a:off x="30591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3" name="Oval 402"/>
            <p:cNvSpPr/>
            <p:nvPr/>
          </p:nvSpPr>
          <p:spPr>
            <a:xfrm>
              <a:off x="37798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4" name="Oval 403"/>
            <p:cNvSpPr/>
            <p:nvPr/>
          </p:nvSpPr>
          <p:spPr>
            <a:xfrm>
              <a:off x="33480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5" name="Oval 404"/>
            <p:cNvSpPr/>
            <p:nvPr/>
          </p:nvSpPr>
          <p:spPr>
            <a:xfrm>
              <a:off x="32035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6" name="Oval 405"/>
            <p:cNvSpPr/>
            <p:nvPr/>
          </p:nvSpPr>
          <p:spPr>
            <a:xfrm>
              <a:off x="36353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7" name="Oval 406"/>
            <p:cNvSpPr/>
            <p:nvPr/>
          </p:nvSpPr>
          <p:spPr>
            <a:xfrm>
              <a:off x="39243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8" name="Oval 407"/>
            <p:cNvSpPr/>
            <p:nvPr/>
          </p:nvSpPr>
          <p:spPr>
            <a:xfrm>
              <a:off x="40671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9" name="Oval 408"/>
            <p:cNvSpPr/>
            <p:nvPr/>
          </p:nvSpPr>
          <p:spPr>
            <a:xfrm>
              <a:off x="42116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0" name="Oval 409"/>
            <p:cNvSpPr/>
            <p:nvPr/>
          </p:nvSpPr>
          <p:spPr>
            <a:xfrm>
              <a:off x="43561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1" name="Oval 410"/>
            <p:cNvSpPr/>
            <p:nvPr/>
          </p:nvSpPr>
          <p:spPr>
            <a:xfrm>
              <a:off x="49323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2" name="Oval 411"/>
            <p:cNvSpPr/>
            <p:nvPr/>
          </p:nvSpPr>
          <p:spPr>
            <a:xfrm>
              <a:off x="450056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3" name="Oval 412"/>
            <p:cNvSpPr/>
            <p:nvPr/>
          </p:nvSpPr>
          <p:spPr>
            <a:xfrm>
              <a:off x="52197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4" name="Oval 413"/>
            <p:cNvSpPr/>
            <p:nvPr/>
          </p:nvSpPr>
          <p:spPr>
            <a:xfrm>
              <a:off x="47879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5" name="Oval 414"/>
            <p:cNvSpPr/>
            <p:nvPr/>
          </p:nvSpPr>
          <p:spPr>
            <a:xfrm>
              <a:off x="46434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6" name="Oval 415"/>
            <p:cNvSpPr/>
            <p:nvPr/>
          </p:nvSpPr>
          <p:spPr>
            <a:xfrm>
              <a:off x="50768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7" name="Oval 416"/>
            <p:cNvSpPr/>
            <p:nvPr/>
          </p:nvSpPr>
          <p:spPr>
            <a:xfrm>
              <a:off x="39243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8" name="Oval 417"/>
            <p:cNvSpPr/>
            <p:nvPr/>
          </p:nvSpPr>
          <p:spPr>
            <a:xfrm>
              <a:off x="40671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9" name="Oval 418"/>
            <p:cNvSpPr/>
            <p:nvPr/>
          </p:nvSpPr>
          <p:spPr>
            <a:xfrm>
              <a:off x="42116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0" name="Oval 419"/>
            <p:cNvSpPr/>
            <p:nvPr/>
          </p:nvSpPr>
          <p:spPr>
            <a:xfrm>
              <a:off x="43561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1" name="Oval 420"/>
            <p:cNvSpPr/>
            <p:nvPr/>
          </p:nvSpPr>
          <p:spPr>
            <a:xfrm>
              <a:off x="49323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2" name="Oval 421"/>
            <p:cNvSpPr/>
            <p:nvPr/>
          </p:nvSpPr>
          <p:spPr>
            <a:xfrm>
              <a:off x="450056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3" name="Oval 422"/>
            <p:cNvSpPr/>
            <p:nvPr/>
          </p:nvSpPr>
          <p:spPr>
            <a:xfrm>
              <a:off x="52197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4" name="Oval 423"/>
            <p:cNvSpPr/>
            <p:nvPr/>
          </p:nvSpPr>
          <p:spPr>
            <a:xfrm>
              <a:off x="47879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5" name="Oval 424"/>
            <p:cNvSpPr/>
            <p:nvPr/>
          </p:nvSpPr>
          <p:spPr>
            <a:xfrm>
              <a:off x="46434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6" name="Oval 425"/>
            <p:cNvSpPr/>
            <p:nvPr/>
          </p:nvSpPr>
          <p:spPr>
            <a:xfrm>
              <a:off x="50768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7" name="Oval 426"/>
            <p:cNvSpPr/>
            <p:nvPr/>
          </p:nvSpPr>
          <p:spPr>
            <a:xfrm>
              <a:off x="39243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8" name="Oval 427"/>
            <p:cNvSpPr/>
            <p:nvPr/>
          </p:nvSpPr>
          <p:spPr>
            <a:xfrm>
              <a:off x="40671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9" name="Oval 428"/>
            <p:cNvSpPr/>
            <p:nvPr/>
          </p:nvSpPr>
          <p:spPr>
            <a:xfrm>
              <a:off x="42116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0" name="Oval 429"/>
            <p:cNvSpPr/>
            <p:nvPr/>
          </p:nvSpPr>
          <p:spPr>
            <a:xfrm>
              <a:off x="43561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1" name="Oval 430"/>
            <p:cNvSpPr/>
            <p:nvPr/>
          </p:nvSpPr>
          <p:spPr>
            <a:xfrm>
              <a:off x="49323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2" name="Oval 431"/>
            <p:cNvSpPr/>
            <p:nvPr/>
          </p:nvSpPr>
          <p:spPr>
            <a:xfrm>
              <a:off x="450056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3" name="Oval 432"/>
            <p:cNvSpPr/>
            <p:nvPr/>
          </p:nvSpPr>
          <p:spPr>
            <a:xfrm>
              <a:off x="52197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4" name="Oval 433"/>
            <p:cNvSpPr/>
            <p:nvPr/>
          </p:nvSpPr>
          <p:spPr>
            <a:xfrm>
              <a:off x="47879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5" name="Oval 434"/>
            <p:cNvSpPr/>
            <p:nvPr/>
          </p:nvSpPr>
          <p:spPr>
            <a:xfrm>
              <a:off x="46434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6" name="Oval 435"/>
            <p:cNvSpPr/>
            <p:nvPr/>
          </p:nvSpPr>
          <p:spPr>
            <a:xfrm>
              <a:off x="50768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7" name="Oval 436"/>
            <p:cNvSpPr/>
            <p:nvPr/>
          </p:nvSpPr>
          <p:spPr>
            <a:xfrm>
              <a:off x="39243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8" name="Oval 437"/>
            <p:cNvSpPr/>
            <p:nvPr/>
          </p:nvSpPr>
          <p:spPr>
            <a:xfrm>
              <a:off x="40671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9" name="Oval 438"/>
            <p:cNvSpPr/>
            <p:nvPr/>
          </p:nvSpPr>
          <p:spPr>
            <a:xfrm>
              <a:off x="42116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0" name="Oval 439"/>
            <p:cNvSpPr/>
            <p:nvPr/>
          </p:nvSpPr>
          <p:spPr>
            <a:xfrm>
              <a:off x="43561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1" name="Oval 440"/>
            <p:cNvSpPr/>
            <p:nvPr/>
          </p:nvSpPr>
          <p:spPr>
            <a:xfrm>
              <a:off x="49323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2" name="Oval 441"/>
            <p:cNvSpPr/>
            <p:nvPr/>
          </p:nvSpPr>
          <p:spPr>
            <a:xfrm>
              <a:off x="450056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3" name="Oval 442"/>
            <p:cNvSpPr/>
            <p:nvPr/>
          </p:nvSpPr>
          <p:spPr>
            <a:xfrm>
              <a:off x="52197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4" name="Oval 443"/>
            <p:cNvSpPr/>
            <p:nvPr/>
          </p:nvSpPr>
          <p:spPr>
            <a:xfrm>
              <a:off x="47879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5" name="Oval 444"/>
            <p:cNvSpPr/>
            <p:nvPr/>
          </p:nvSpPr>
          <p:spPr>
            <a:xfrm>
              <a:off x="46434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6" name="Oval 445"/>
            <p:cNvSpPr/>
            <p:nvPr/>
          </p:nvSpPr>
          <p:spPr>
            <a:xfrm>
              <a:off x="50768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7" name="Oval 446"/>
            <p:cNvSpPr/>
            <p:nvPr/>
          </p:nvSpPr>
          <p:spPr>
            <a:xfrm>
              <a:off x="39243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8" name="Oval 447"/>
            <p:cNvSpPr/>
            <p:nvPr/>
          </p:nvSpPr>
          <p:spPr>
            <a:xfrm>
              <a:off x="40671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9" name="Oval 448"/>
            <p:cNvSpPr/>
            <p:nvPr/>
          </p:nvSpPr>
          <p:spPr>
            <a:xfrm>
              <a:off x="42116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0" name="Oval 449"/>
            <p:cNvSpPr/>
            <p:nvPr/>
          </p:nvSpPr>
          <p:spPr>
            <a:xfrm>
              <a:off x="43561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1" name="Oval 450"/>
            <p:cNvSpPr/>
            <p:nvPr/>
          </p:nvSpPr>
          <p:spPr>
            <a:xfrm>
              <a:off x="49323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2" name="Oval 451"/>
            <p:cNvSpPr/>
            <p:nvPr/>
          </p:nvSpPr>
          <p:spPr>
            <a:xfrm>
              <a:off x="450056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3" name="Oval 452"/>
            <p:cNvSpPr/>
            <p:nvPr/>
          </p:nvSpPr>
          <p:spPr>
            <a:xfrm>
              <a:off x="52197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4" name="Oval 453"/>
            <p:cNvSpPr/>
            <p:nvPr/>
          </p:nvSpPr>
          <p:spPr>
            <a:xfrm>
              <a:off x="47879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5" name="Oval 454"/>
            <p:cNvSpPr/>
            <p:nvPr/>
          </p:nvSpPr>
          <p:spPr>
            <a:xfrm>
              <a:off x="46434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6" name="Oval 455"/>
            <p:cNvSpPr/>
            <p:nvPr/>
          </p:nvSpPr>
          <p:spPr>
            <a:xfrm>
              <a:off x="50768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7" name="Oval 456"/>
            <p:cNvSpPr/>
            <p:nvPr/>
          </p:nvSpPr>
          <p:spPr>
            <a:xfrm>
              <a:off x="39243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8" name="Oval 457"/>
            <p:cNvSpPr/>
            <p:nvPr/>
          </p:nvSpPr>
          <p:spPr>
            <a:xfrm>
              <a:off x="40671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9" name="Oval 458"/>
            <p:cNvSpPr/>
            <p:nvPr/>
          </p:nvSpPr>
          <p:spPr>
            <a:xfrm>
              <a:off x="42116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0" name="Oval 459"/>
            <p:cNvSpPr/>
            <p:nvPr/>
          </p:nvSpPr>
          <p:spPr>
            <a:xfrm>
              <a:off x="43561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1" name="Oval 460"/>
            <p:cNvSpPr/>
            <p:nvPr/>
          </p:nvSpPr>
          <p:spPr>
            <a:xfrm>
              <a:off x="49323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2" name="Oval 461"/>
            <p:cNvSpPr/>
            <p:nvPr/>
          </p:nvSpPr>
          <p:spPr>
            <a:xfrm>
              <a:off x="450056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3" name="Oval 462"/>
            <p:cNvSpPr/>
            <p:nvPr/>
          </p:nvSpPr>
          <p:spPr>
            <a:xfrm>
              <a:off x="52197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4" name="Oval 463"/>
            <p:cNvSpPr/>
            <p:nvPr/>
          </p:nvSpPr>
          <p:spPr>
            <a:xfrm>
              <a:off x="47879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5" name="Oval 464"/>
            <p:cNvSpPr/>
            <p:nvPr/>
          </p:nvSpPr>
          <p:spPr>
            <a:xfrm>
              <a:off x="46434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6" name="Oval 465"/>
            <p:cNvSpPr/>
            <p:nvPr/>
          </p:nvSpPr>
          <p:spPr>
            <a:xfrm>
              <a:off x="50768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7" name="Oval 466"/>
            <p:cNvSpPr/>
            <p:nvPr/>
          </p:nvSpPr>
          <p:spPr>
            <a:xfrm>
              <a:off x="39243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8" name="Oval 467"/>
            <p:cNvSpPr/>
            <p:nvPr/>
          </p:nvSpPr>
          <p:spPr>
            <a:xfrm>
              <a:off x="40671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9" name="Oval 468"/>
            <p:cNvSpPr/>
            <p:nvPr/>
          </p:nvSpPr>
          <p:spPr>
            <a:xfrm>
              <a:off x="42116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0" name="Oval 469"/>
            <p:cNvSpPr/>
            <p:nvPr/>
          </p:nvSpPr>
          <p:spPr>
            <a:xfrm>
              <a:off x="43561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1" name="Oval 470"/>
            <p:cNvSpPr/>
            <p:nvPr/>
          </p:nvSpPr>
          <p:spPr>
            <a:xfrm>
              <a:off x="49323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2" name="Oval 471"/>
            <p:cNvSpPr/>
            <p:nvPr/>
          </p:nvSpPr>
          <p:spPr>
            <a:xfrm>
              <a:off x="450056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3" name="Oval 472"/>
            <p:cNvSpPr/>
            <p:nvPr/>
          </p:nvSpPr>
          <p:spPr>
            <a:xfrm>
              <a:off x="52197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4" name="Oval 473"/>
            <p:cNvSpPr/>
            <p:nvPr/>
          </p:nvSpPr>
          <p:spPr>
            <a:xfrm>
              <a:off x="47879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5" name="Oval 474"/>
            <p:cNvSpPr/>
            <p:nvPr/>
          </p:nvSpPr>
          <p:spPr>
            <a:xfrm>
              <a:off x="46434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6" name="Oval 475"/>
            <p:cNvSpPr/>
            <p:nvPr/>
          </p:nvSpPr>
          <p:spPr>
            <a:xfrm>
              <a:off x="50768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7" name="Oval 476"/>
            <p:cNvSpPr/>
            <p:nvPr/>
          </p:nvSpPr>
          <p:spPr>
            <a:xfrm>
              <a:off x="39243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8" name="Oval 477"/>
            <p:cNvSpPr/>
            <p:nvPr/>
          </p:nvSpPr>
          <p:spPr>
            <a:xfrm>
              <a:off x="40671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9" name="Oval 478"/>
            <p:cNvSpPr/>
            <p:nvPr/>
          </p:nvSpPr>
          <p:spPr>
            <a:xfrm>
              <a:off x="42116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0" name="Oval 479"/>
            <p:cNvSpPr/>
            <p:nvPr/>
          </p:nvSpPr>
          <p:spPr>
            <a:xfrm>
              <a:off x="43561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1" name="Oval 480"/>
            <p:cNvSpPr/>
            <p:nvPr/>
          </p:nvSpPr>
          <p:spPr>
            <a:xfrm>
              <a:off x="49323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2" name="Oval 481"/>
            <p:cNvSpPr/>
            <p:nvPr/>
          </p:nvSpPr>
          <p:spPr>
            <a:xfrm>
              <a:off x="450056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3" name="Oval 482"/>
            <p:cNvSpPr/>
            <p:nvPr/>
          </p:nvSpPr>
          <p:spPr>
            <a:xfrm>
              <a:off x="52197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4" name="Oval 483"/>
            <p:cNvSpPr/>
            <p:nvPr/>
          </p:nvSpPr>
          <p:spPr>
            <a:xfrm>
              <a:off x="47879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5" name="Oval 484"/>
            <p:cNvSpPr/>
            <p:nvPr/>
          </p:nvSpPr>
          <p:spPr>
            <a:xfrm>
              <a:off x="46434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6" name="Oval 485"/>
            <p:cNvSpPr/>
            <p:nvPr/>
          </p:nvSpPr>
          <p:spPr>
            <a:xfrm>
              <a:off x="50768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7" name="Oval 486"/>
            <p:cNvSpPr/>
            <p:nvPr/>
          </p:nvSpPr>
          <p:spPr>
            <a:xfrm>
              <a:off x="39243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8" name="Oval 487"/>
            <p:cNvSpPr/>
            <p:nvPr/>
          </p:nvSpPr>
          <p:spPr>
            <a:xfrm>
              <a:off x="40671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9" name="Oval 488"/>
            <p:cNvSpPr/>
            <p:nvPr/>
          </p:nvSpPr>
          <p:spPr>
            <a:xfrm>
              <a:off x="42116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0" name="Oval 489"/>
            <p:cNvSpPr/>
            <p:nvPr/>
          </p:nvSpPr>
          <p:spPr>
            <a:xfrm>
              <a:off x="43561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1" name="Oval 490"/>
            <p:cNvSpPr/>
            <p:nvPr/>
          </p:nvSpPr>
          <p:spPr>
            <a:xfrm>
              <a:off x="49323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2" name="Oval 491"/>
            <p:cNvSpPr/>
            <p:nvPr/>
          </p:nvSpPr>
          <p:spPr>
            <a:xfrm>
              <a:off x="450056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3" name="Oval 492"/>
            <p:cNvSpPr/>
            <p:nvPr/>
          </p:nvSpPr>
          <p:spPr>
            <a:xfrm>
              <a:off x="52197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4" name="Oval 493"/>
            <p:cNvSpPr/>
            <p:nvPr/>
          </p:nvSpPr>
          <p:spPr>
            <a:xfrm>
              <a:off x="47879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5" name="Oval 494"/>
            <p:cNvSpPr/>
            <p:nvPr/>
          </p:nvSpPr>
          <p:spPr>
            <a:xfrm>
              <a:off x="46434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6" name="Oval 495"/>
            <p:cNvSpPr/>
            <p:nvPr/>
          </p:nvSpPr>
          <p:spPr>
            <a:xfrm>
              <a:off x="50768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7" name="Oval 496"/>
            <p:cNvSpPr/>
            <p:nvPr/>
          </p:nvSpPr>
          <p:spPr>
            <a:xfrm>
              <a:off x="39243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8" name="Oval 497"/>
            <p:cNvSpPr/>
            <p:nvPr/>
          </p:nvSpPr>
          <p:spPr>
            <a:xfrm>
              <a:off x="40671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9" name="Oval 498"/>
            <p:cNvSpPr/>
            <p:nvPr/>
          </p:nvSpPr>
          <p:spPr>
            <a:xfrm>
              <a:off x="42116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0" name="Oval 499"/>
            <p:cNvSpPr/>
            <p:nvPr/>
          </p:nvSpPr>
          <p:spPr>
            <a:xfrm>
              <a:off x="43561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1" name="Oval 500"/>
            <p:cNvSpPr/>
            <p:nvPr/>
          </p:nvSpPr>
          <p:spPr>
            <a:xfrm>
              <a:off x="49323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2" name="Oval 501"/>
            <p:cNvSpPr/>
            <p:nvPr/>
          </p:nvSpPr>
          <p:spPr>
            <a:xfrm>
              <a:off x="450056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3" name="Oval 502"/>
            <p:cNvSpPr/>
            <p:nvPr/>
          </p:nvSpPr>
          <p:spPr>
            <a:xfrm>
              <a:off x="52197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4" name="Oval 503"/>
            <p:cNvSpPr/>
            <p:nvPr/>
          </p:nvSpPr>
          <p:spPr>
            <a:xfrm>
              <a:off x="47879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5" name="Oval 504"/>
            <p:cNvSpPr/>
            <p:nvPr/>
          </p:nvSpPr>
          <p:spPr>
            <a:xfrm>
              <a:off x="46434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6" name="Oval 505"/>
            <p:cNvSpPr/>
            <p:nvPr/>
          </p:nvSpPr>
          <p:spPr>
            <a:xfrm>
              <a:off x="50768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7" name="Oval 506"/>
            <p:cNvSpPr/>
            <p:nvPr/>
          </p:nvSpPr>
          <p:spPr>
            <a:xfrm>
              <a:off x="53641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8" name="Oval 507"/>
            <p:cNvSpPr/>
            <p:nvPr/>
          </p:nvSpPr>
          <p:spPr>
            <a:xfrm>
              <a:off x="55086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9" name="Oval 508"/>
            <p:cNvSpPr/>
            <p:nvPr/>
          </p:nvSpPr>
          <p:spPr>
            <a:xfrm>
              <a:off x="56515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0" name="Oval 509"/>
            <p:cNvSpPr/>
            <p:nvPr/>
          </p:nvSpPr>
          <p:spPr>
            <a:xfrm>
              <a:off x="57959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1" name="Oval 510"/>
            <p:cNvSpPr/>
            <p:nvPr/>
          </p:nvSpPr>
          <p:spPr>
            <a:xfrm>
              <a:off x="63722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2" name="Oval 511"/>
            <p:cNvSpPr/>
            <p:nvPr/>
          </p:nvSpPr>
          <p:spPr>
            <a:xfrm>
              <a:off x="59404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3" name="Oval 512"/>
            <p:cNvSpPr/>
            <p:nvPr/>
          </p:nvSpPr>
          <p:spPr>
            <a:xfrm>
              <a:off x="66595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4" name="Oval 513"/>
            <p:cNvSpPr/>
            <p:nvPr/>
          </p:nvSpPr>
          <p:spPr>
            <a:xfrm>
              <a:off x="62277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5" name="Oval 514"/>
            <p:cNvSpPr/>
            <p:nvPr/>
          </p:nvSpPr>
          <p:spPr>
            <a:xfrm>
              <a:off x="60848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6" name="Oval 515"/>
            <p:cNvSpPr/>
            <p:nvPr/>
          </p:nvSpPr>
          <p:spPr>
            <a:xfrm>
              <a:off x="65166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7" name="Oval 516"/>
            <p:cNvSpPr/>
            <p:nvPr/>
          </p:nvSpPr>
          <p:spPr>
            <a:xfrm>
              <a:off x="53641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8" name="Oval 517"/>
            <p:cNvSpPr/>
            <p:nvPr/>
          </p:nvSpPr>
          <p:spPr>
            <a:xfrm>
              <a:off x="55086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9" name="Oval 518"/>
            <p:cNvSpPr/>
            <p:nvPr/>
          </p:nvSpPr>
          <p:spPr>
            <a:xfrm>
              <a:off x="56515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0" name="Oval 519"/>
            <p:cNvSpPr/>
            <p:nvPr/>
          </p:nvSpPr>
          <p:spPr>
            <a:xfrm>
              <a:off x="57959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1" name="Oval 520"/>
            <p:cNvSpPr/>
            <p:nvPr/>
          </p:nvSpPr>
          <p:spPr>
            <a:xfrm>
              <a:off x="63722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2" name="Oval 521"/>
            <p:cNvSpPr/>
            <p:nvPr/>
          </p:nvSpPr>
          <p:spPr>
            <a:xfrm>
              <a:off x="59404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3" name="Oval 522"/>
            <p:cNvSpPr/>
            <p:nvPr/>
          </p:nvSpPr>
          <p:spPr>
            <a:xfrm>
              <a:off x="66595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4" name="Oval 523"/>
            <p:cNvSpPr/>
            <p:nvPr/>
          </p:nvSpPr>
          <p:spPr>
            <a:xfrm>
              <a:off x="62277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5" name="Oval 524"/>
            <p:cNvSpPr/>
            <p:nvPr/>
          </p:nvSpPr>
          <p:spPr>
            <a:xfrm>
              <a:off x="60848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6" name="Oval 525"/>
            <p:cNvSpPr/>
            <p:nvPr/>
          </p:nvSpPr>
          <p:spPr>
            <a:xfrm>
              <a:off x="65166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7" name="Oval 526"/>
            <p:cNvSpPr/>
            <p:nvPr/>
          </p:nvSpPr>
          <p:spPr>
            <a:xfrm>
              <a:off x="53641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8" name="Oval 527"/>
            <p:cNvSpPr/>
            <p:nvPr/>
          </p:nvSpPr>
          <p:spPr>
            <a:xfrm>
              <a:off x="55086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9" name="Oval 528"/>
            <p:cNvSpPr/>
            <p:nvPr/>
          </p:nvSpPr>
          <p:spPr>
            <a:xfrm>
              <a:off x="56515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0" name="Oval 529"/>
            <p:cNvSpPr/>
            <p:nvPr/>
          </p:nvSpPr>
          <p:spPr>
            <a:xfrm>
              <a:off x="57959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1" name="Oval 530"/>
            <p:cNvSpPr/>
            <p:nvPr/>
          </p:nvSpPr>
          <p:spPr>
            <a:xfrm>
              <a:off x="63722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2" name="Oval 531"/>
            <p:cNvSpPr/>
            <p:nvPr/>
          </p:nvSpPr>
          <p:spPr>
            <a:xfrm>
              <a:off x="59404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3" name="Oval 532"/>
            <p:cNvSpPr/>
            <p:nvPr/>
          </p:nvSpPr>
          <p:spPr>
            <a:xfrm>
              <a:off x="66595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4" name="Oval 533"/>
            <p:cNvSpPr/>
            <p:nvPr/>
          </p:nvSpPr>
          <p:spPr>
            <a:xfrm>
              <a:off x="62277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5" name="Oval 534"/>
            <p:cNvSpPr/>
            <p:nvPr/>
          </p:nvSpPr>
          <p:spPr>
            <a:xfrm>
              <a:off x="60848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6" name="Oval 535"/>
            <p:cNvSpPr/>
            <p:nvPr/>
          </p:nvSpPr>
          <p:spPr>
            <a:xfrm>
              <a:off x="65166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7" name="Oval 536"/>
            <p:cNvSpPr/>
            <p:nvPr/>
          </p:nvSpPr>
          <p:spPr>
            <a:xfrm>
              <a:off x="53641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8" name="Oval 537"/>
            <p:cNvSpPr/>
            <p:nvPr/>
          </p:nvSpPr>
          <p:spPr>
            <a:xfrm>
              <a:off x="55086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9" name="Oval 538"/>
            <p:cNvSpPr/>
            <p:nvPr/>
          </p:nvSpPr>
          <p:spPr>
            <a:xfrm>
              <a:off x="56515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0" name="Oval 539"/>
            <p:cNvSpPr/>
            <p:nvPr/>
          </p:nvSpPr>
          <p:spPr>
            <a:xfrm>
              <a:off x="57959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1" name="Oval 540"/>
            <p:cNvSpPr/>
            <p:nvPr/>
          </p:nvSpPr>
          <p:spPr>
            <a:xfrm>
              <a:off x="63722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2" name="Oval 541"/>
            <p:cNvSpPr/>
            <p:nvPr/>
          </p:nvSpPr>
          <p:spPr>
            <a:xfrm>
              <a:off x="59404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3" name="Oval 542"/>
            <p:cNvSpPr/>
            <p:nvPr/>
          </p:nvSpPr>
          <p:spPr>
            <a:xfrm>
              <a:off x="66595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4" name="Oval 543"/>
            <p:cNvSpPr/>
            <p:nvPr/>
          </p:nvSpPr>
          <p:spPr>
            <a:xfrm>
              <a:off x="62277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5" name="Oval 544"/>
            <p:cNvSpPr/>
            <p:nvPr/>
          </p:nvSpPr>
          <p:spPr>
            <a:xfrm>
              <a:off x="60848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6" name="Oval 545"/>
            <p:cNvSpPr/>
            <p:nvPr/>
          </p:nvSpPr>
          <p:spPr>
            <a:xfrm>
              <a:off x="65166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7" name="Oval 546"/>
            <p:cNvSpPr/>
            <p:nvPr/>
          </p:nvSpPr>
          <p:spPr>
            <a:xfrm>
              <a:off x="53641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8" name="Oval 547"/>
            <p:cNvSpPr/>
            <p:nvPr/>
          </p:nvSpPr>
          <p:spPr>
            <a:xfrm>
              <a:off x="55086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9" name="Oval 548"/>
            <p:cNvSpPr/>
            <p:nvPr/>
          </p:nvSpPr>
          <p:spPr>
            <a:xfrm>
              <a:off x="56515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0" name="Oval 549"/>
            <p:cNvSpPr/>
            <p:nvPr/>
          </p:nvSpPr>
          <p:spPr>
            <a:xfrm>
              <a:off x="57959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1" name="Oval 550"/>
            <p:cNvSpPr/>
            <p:nvPr/>
          </p:nvSpPr>
          <p:spPr>
            <a:xfrm>
              <a:off x="63722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2" name="Oval 551"/>
            <p:cNvSpPr/>
            <p:nvPr/>
          </p:nvSpPr>
          <p:spPr>
            <a:xfrm>
              <a:off x="59404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3" name="Oval 552"/>
            <p:cNvSpPr/>
            <p:nvPr/>
          </p:nvSpPr>
          <p:spPr>
            <a:xfrm>
              <a:off x="66595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4" name="Oval 553"/>
            <p:cNvSpPr/>
            <p:nvPr/>
          </p:nvSpPr>
          <p:spPr>
            <a:xfrm>
              <a:off x="62277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5" name="Oval 554"/>
            <p:cNvSpPr/>
            <p:nvPr/>
          </p:nvSpPr>
          <p:spPr>
            <a:xfrm>
              <a:off x="60848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6" name="Oval 555"/>
            <p:cNvSpPr/>
            <p:nvPr/>
          </p:nvSpPr>
          <p:spPr>
            <a:xfrm>
              <a:off x="65166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7" name="Oval 556"/>
            <p:cNvSpPr/>
            <p:nvPr/>
          </p:nvSpPr>
          <p:spPr>
            <a:xfrm>
              <a:off x="53641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8" name="Oval 557"/>
            <p:cNvSpPr/>
            <p:nvPr/>
          </p:nvSpPr>
          <p:spPr>
            <a:xfrm>
              <a:off x="55086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9" name="Oval 558"/>
            <p:cNvSpPr/>
            <p:nvPr/>
          </p:nvSpPr>
          <p:spPr>
            <a:xfrm>
              <a:off x="56515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0" name="Oval 559"/>
            <p:cNvSpPr/>
            <p:nvPr/>
          </p:nvSpPr>
          <p:spPr>
            <a:xfrm>
              <a:off x="57959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1" name="Oval 560"/>
            <p:cNvSpPr/>
            <p:nvPr/>
          </p:nvSpPr>
          <p:spPr>
            <a:xfrm>
              <a:off x="63722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2" name="Oval 561"/>
            <p:cNvSpPr/>
            <p:nvPr/>
          </p:nvSpPr>
          <p:spPr>
            <a:xfrm>
              <a:off x="59404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3" name="Oval 562"/>
            <p:cNvSpPr/>
            <p:nvPr/>
          </p:nvSpPr>
          <p:spPr>
            <a:xfrm>
              <a:off x="66595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4" name="Oval 563"/>
            <p:cNvSpPr/>
            <p:nvPr/>
          </p:nvSpPr>
          <p:spPr>
            <a:xfrm>
              <a:off x="62277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5" name="Oval 564"/>
            <p:cNvSpPr/>
            <p:nvPr/>
          </p:nvSpPr>
          <p:spPr>
            <a:xfrm>
              <a:off x="60848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6" name="Oval 565"/>
            <p:cNvSpPr/>
            <p:nvPr/>
          </p:nvSpPr>
          <p:spPr>
            <a:xfrm>
              <a:off x="65166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7" name="Oval 566"/>
            <p:cNvSpPr/>
            <p:nvPr/>
          </p:nvSpPr>
          <p:spPr>
            <a:xfrm>
              <a:off x="53641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8" name="Oval 567"/>
            <p:cNvSpPr/>
            <p:nvPr/>
          </p:nvSpPr>
          <p:spPr>
            <a:xfrm>
              <a:off x="55086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9" name="Oval 568"/>
            <p:cNvSpPr/>
            <p:nvPr/>
          </p:nvSpPr>
          <p:spPr>
            <a:xfrm>
              <a:off x="56515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0" name="Oval 569"/>
            <p:cNvSpPr/>
            <p:nvPr/>
          </p:nvSpPr>
          <p:spPr>
            <a:xfrm>
              <a:off x="57959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1" name="Oval 570"/>
            <p:cNvSpPr/>
            <p:nvPr/>
          </p:nvSpPr>
          <p:spPr>
            <a:xfrm>
              <a:off x="63722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2" name="Oval 571"/>
            <p:cNvSpPr/>
            <p:nvPr/>
          </p:nvSpPr>
          <p:spPr>
            <a:xfrm>
              <a:off x="59404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3" name="Oval 572"/>
            <p:cNvSpPr/>
            <p:nvPr/>
          </p:nvSpPr>
          <p:spPr>
            <a:xfrm>
              <a:off x="66595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4" name="Oval 573"/>
            <p:cNvSpPr/>
            <p:nvPr/>
          </p:nvSpPr>
          <p:spPr>
            <a:xfrm>
              <a:off x="62277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5" name="Oval 574"/>
            <p:cNvSpPr/>
            <p:nvPr/>
          </p:nvSpPr>
          <p:spPr>
            <a:xfrm>
              <a:off x="60848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6" name="Oval 575"/>
            <p:cNvSpPr/>
            <p:nvPr/>
          </p:nvSpPr>
          <p:spPr>
            <a:xfrm>
              <a:off x="65166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7" name="Oval 576"/>
            <p:cNvSpPr/>
            <p:nvPr/>
          </p:nvSpPr>
          <p:spPr>
            <a:xfrm>
              <a:off x="53641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8" name="Oval 577"/>
            <p:cNvSpPr/>
            <p:nvPr/>
          </p:nvSpPr>
          <p:spPr>
            <a:xfrm>
              <a:off x="55086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9" name="Oval 578"/>
            <p:cNvSpPr/>
            <p:nvPr/>
          </p:nvSpPr>
          <p:spPr>
            <a:xfrm>
              <a:off x="56515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0" name="Oval 579"/>
            <p:cNvSpPr/>
            <p:nvPr/>
          </p:nvSpPr>
          <p:spPr>
            <a:xfrm>
              <a:off x="57959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1" name="Oval 580"/>
            <p:cNvSpPr/>
            <p:nvPr/>
          </p:nvSpPr>
          <p:spPr>
            <a:xfrm>
              <a:off x="63722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2" name="Oval 581"/>
            <p:cNvSpPr/>
            <p:nvPr/>
          </p:nvSpPr>
          <p:spPr>
            <a:xfrm>
              <a:off x="59404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3" name="Oval 582"/>
            <p:cNvSpPr/>
            <p:nvPr/>
          </p:nvSpPr>
          <p:spPr>
            <a:xfrm>
              <a:off x="66595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4" name="Oval 583"/>
            <p:cNvSpPr/>
            <p:nvPr/>
          </p:nvSpPr>
          <p:spPr>
            <a:xfrm>
              <a:off x="62277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5" name="Oval 584"/>
            <p:cNvSpPr/>
            <p:nvPr/>
          </p:nvSpPr>
          <p:spPr>
            <a:xfrm>
              <a:off x="60848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6" name="Oval 585"/>
            <p:cNvSpPr/>
            <p:nvPr/>
          </p:nvSpPr>
          <p:spPr>
            <a:xfrm>
              <a:off x="65166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7" name="Oval 586"/>
            <p:cNvSpPr/>
            <p:nvPr/>
          </p:nvSpPr>
          <p:spPr>
            <a:xfrm>
              <a:off x="53641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8" name="Oval 587"/>
            <p:cNvSpPr/>
            <p:nvPr/>
          </p:nvSpPr>
          <p:spPr>
            <a:xfrm>
              <a:off x="55086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9" name="Oval 588"/>
            <p:cNvSpPr/>
            <p:nvPr/>
          </p:nvSpPr>
          <p:spPr>
            <a:xfrm>
              <a:off x="56515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0" name="Oval 589"/>
            <p:cNvSpPr/>
            <p:nvPr/>
          </p:nvSpPr>
          <p:spPr>
            <a:xfrm>
              <a:off x="57959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1" name="Oval 590"/>
            <p:cNvSpPr/>
            <p:nvPr/>
          </p:nvSpPr>
          <p:spPr>
            <a:xfrm>
              <a:off x="63722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2" name="Oval 591"/>
            <p:cNvSpPr/>
            <p:nvPr/>
          </p:nvSpPr>
          <p:spPr>
            <a:xfrm>
              <a:off x="59404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3" name="Oval 592"/>
            <p:cNvSpPr/>
            <p:nvPr/>
          </p:nvSpPr>
          <p:spPr>
            <a:xfrm>
              <a:off x="66595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4" name="Oval 593"/>
            <p:cNvSpPr/>
            <p:nvPr/>
          </p:nvSpPr>
          <p:spPr>
            <a:xfrm>
              <a:off x="62277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5" name="Oval 594"/>
            <p:cNvSpPr/>
            <p:nvPr/>
          </p:nvSpPr>
          <p:spPr>
            <a:xfrm>
              <a:off x="60848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6" name="Oval 595"/>
            <p:cNvSpPr/>
            <p:nvPr/>
          </p:nvSpPr>
          <p:spPr>
            <a:xfrm>
              <a:off x="65166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7" name="Oval 596"/>
            <p:cNvSpPr/>
            <p:nvPr/>
          </p:nvSpPr>
          <p:spPr>
            <a:xfrm>
              <a:off x="53641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8" name="Oval 597"/>
            <p:cNvSpPr/>
            <p:nvPr/>
          </p:nvSpPr>
          <p:spPr>
            <a:xfrm>
              <a:off x="55086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9" name="Oval 598"/>
            <p:cNvSpPr/>
            <p:nvPr/>
          </p:nvSpPr>
          <p:spPr>
            <a:xfrm>
              <a:off x="56515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0" name="Oval 599"/>
            <p:cNvSpPr/>
            <p:nvPr/>
          </p:nvSpPr>
          <p:spPr>
            <a:xfrm>
              <a:off x="57959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1" name="Oval 600"/>
            <p:cNvSpPr/>
            <p:nvPr/>
          </p:nvSpPr>
          <p:spPr>
            <a:xfrm>
              <a:off x="63722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2" name="Oval 601"/>
            <p:cNvSpPr/>
            <p:nvPr/>
          </p:nvSpPr>
          <p:spPr>
            <a:xfrm>
              <a:off x="59404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3" name="Oval 602"/>
            <p:cNvSpPr/>
            <p:nvPr/>
          </p:nvSpPr>
          <p:spPr>
            <a:xfrm>
              <a:off x="66595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4" name="Oval 603"/>
            <p:cNvSpPr/>
            <p:nvPr/>
          </p:nvSpPr>
          <p:spPr>
            <a:xfrm>
              <a:off x="62277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5" name="Oval 604"/>
            <p:cNvSpPr/>
            <p:nvPr/>
          </p:nvSpPr>
          <p:spPr>
            <a:xfrm>
              <a:off x="60848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6" name="Oval 605"/>
            <p:cNvSpPr/>
            <p:nvPr/>
          </p:nvSpPr>
          <p:spPr>
            <a:xfrm>
              <a:off x="65166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7" name="Oval 606"/>
            <p:cNvSpPr/>
            <p:nvPr/>
          </p:nvSpPr>
          <p:spPr>
            <a:xfrm>
              <a:off x="39243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8" name="Oval 607"/>
            <p:cNvSpPr/>
            <p:nvPr/>
          </p:nvSpPr>
          <p:spPr>
            <a:xfrm>
              <a:off x="40671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9" name="Oval 608"/>
            <p:cNvSpPr/>
            <p:nvPr/>
          </p:nvSpPr>
          <p:spPr>
            <a:xfrm>
              <a:off x="42116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0" name="Oval 609"/>
            <p:cNvSpPr/>
            <p:nvPr/>
          </p:nvSpPr>
          <p:spPr>
            <a:xfrm>
              <a:off x="43561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1" name="Oval 610"/>
            <p:cNvSpPr/>
            <p:nvPr/>
          </p:nvSpPr>
          <p:spPr>
            <a:xfrm>
              <a:off x="49323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2" name="Oval 611"/>
            <p:cNvSpPr/>
            <p:nvPr/>
          </p:nvSpPr>
          <p:spPr>
            <a:xfrm>
              <a:off x="450056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3" name="Oval 612"/>
            <p:cNvSpPr/>
            <p:nvPr/>
          </p:nvSpPr>
          <p:spPr>
            <a:xfrm>
              <a:off x="52197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4" name="Oval 613"/>
            <p:cNvSpPr/>
            <p:nvPr/>
          </p:nvSpPr>
          <p:spPr>
            <a:xfrm>
              <a:off x="47879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5" name="Oval 614"/>
            <p:cNvSpPr/>
            <p:nvPr/>
          </p:nvSpPr>
          <p:spPr>
            <a:xfrm>
              <a:off x="46434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6" name="Oval 615"/>
            <p:cNvSpPr/>
            <p:nvPr/>
          </p:nvSpPr>
          <p:spPr>
            <a:xfrm>
              <a:off x="50768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7" name="Oval 616"/>
            <p:cNvSpPr/>
            <p:nvPr/>
          </p:nvSpPr>
          <p:spPr>
            <a:xfrm>
              <a:off x="39243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8" name="Oval 617"/>
            <p:cNvSpPr/>
            <p:nvPr/>
          </p:nvSpPr>
          <p:spPr>
            <a:xfrm>
              <a:off x="40671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9" name="Oval 618"/>
            <p:cNvSpPr/>
            <p:nvPr/>
          </p:nvSpPr>
          <p:spPr>
            <a:xfrm>
              <a:off x="42116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0" name="Oval 619"/>
            <p:cNvSpPr/>
            <p:nvPr/>
          </p:nvSpPr>
          <p:spPr>
            <a:xfrm>
              <a:off x="43561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1" name="Oval 620"/>
            <p:cNvSpPr/>
            <p:nvPr/>
          </p:nvSpPr>
          <p:spPr>
            <a:xfrm>
              <a:off x="49323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2" name="Oval 621"/>
            <p:cNvSpPr/>
            <p:nvPr/>
          </p:nvSpPr>
          <p:spPr>
            <a:xfrm>
              <a:off x="450056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3" name="Oval 622"/>
            <p:cNvSpPr/>
            <p:nvPr/>
          </p:nvSpPr>
          <p:spPr>
            <a:xfrm>
              <a:off x="52197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4" name="Oval 623"/>
            <p:cNvSpPr/>
            <p:nvPr/>
          </p:nvSpPr>
          <p:spPr>
            <a:xfrm>
              <a:off x="47879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5" name="Oval 624"/>
            <p:cNvSpPr/>
            <p:nvPr/>
          </p:nvSpPr>
          <p:spPr>
            <a:xfrm>
              <a:off x="46434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6" name="Oval 625"/>
            <p:cNvSpPr/>
            <p:nvPr/>
          </p:nvSpPr>
          <p:spPr>
            <a:xfrm>
              <a:off x="50768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7" name="Oval 626"/>
            <p:cNvSpPr/>
            <p:nvPr/>
          </p:nvSpPr>
          <p:spPr>
            <a:xfrm>
              <a:off x="39243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8" name="Oval 627"/>
            <p:cNvSpPr/>
            <p:nvPr/>
          </p:nvSpPr>
          <p:spPr>
            <a:xfrm>
              <a:off x="40671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9" name="Oval 628"/>
            <p:cNvSpPr/>
            <p:nvPr/>
          </p:nvSpPr>
          <p:spPr>
            <a:xfrm>
              <a:off x="42116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0" name="Oval 629"/>
            <p:cNvSpPr/>
            <p:nvPr/>
          </p:nvSpPr>
          <p:spPr>
            <a:xfrm>
              <a:off x="43561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1" name="Oval 630"/>
            <p:cNvSpPr/>
            <p:nvPr/>
          </p:nvSpPr>
          <p:spPr>
            <a:xfrm>
              <a:off x="49323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2" name="Oval 631"/>
            <p:cNvSpPr/>
            <p:nvPr/>
          </p:nvSpPr>
          <p:spPr>
            <a:xfrm>
              <a:off x="450056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3" name="Oval 632"/>
            <p:cNvSpPr/>
            <p:nvPr/>
          </p:nvSpPr>
          <p:spPr>
            <a:xfrm>
              <a:off x="52197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4" name="Oval 633"/>
            <p:cNvSpPr/>
            <p:nvPr/>
          </p:nvSpPr>
          <p:spPr>
            <a:xfrm>
              <a:off x="47879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5" name="Oval 634"/>
            <p:cNvSpPr/>
            <p:nvPr/>
          </p:nvSpPr>
          <p:spPr>
            <a:xfrm>
              <a:off x="46434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6" name="Oval 635"/>
            <p:cNvSpPr/>
            <p:nvPr/>
          </p:nvSpPr>
          <p:spPr>
            <a:xfrm>
              <a:off x="50768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7" name="Oval 636"/>
            <p:cNvSpPr/>
            <p:nvPr/>
          </p:nvSpPr>
          <p:spPr>
            <a:xfrm>
              <a:off x="39243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8" name="Oval 637"/>
            <p:cNvSpPr/>
            <p:nvPr/>
          </p:nvSpPr>
          <p:spPr>
            <a:xfrm>
              <a:off x="40671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9" name="Oval 638"/>
            <p:cNvSpPr/>
            <p:nvPr/>
          </p:nvSpPr>
          <p:spPr>
            <a:xfrm>
              <a:off x="42116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0" name="Oval 639"/>
            <p:cNvSpPr/>
            <p:nvPr/>
          </p:nvSpPr>
          <p:spPr>
            <a:xfrm>
              <a:off x="43561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1" name="Oval 640"/>
            <p:cNvSpPr/>
            <p:nvPr/>
          </p:nvSpPr>
          <p:spPr>
            <a:xfrm>
              <a:off x="49323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2" name="Oval 641"/>
            <p:cNvSpPr/>
            <p:nvPr/>
          </p:nvSpPr>
          <p:spPr>
            <a:xfrm>
              <a:off x="450056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3" name="Oval 642"/>
            <p:cNvSpPr/>
            <p:nvPr/>
          </p:nvSpPr>
          <p:spPr>
            <a:xfrm>
              <a:off x="52197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4" name="Oval 643"/>
            <p:cNvSpPr/>
            <p:nvPr/>
          </p:nvSpPr>
          <p:spPr>
            <a:xfrm>
              <a:off x="47879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5" name="Oval 644"/>
            <p:cNvSpPr/>
            <p:nvPr/>
          </p:nvSpPr>
          <p:spPr>
            <a:xfrm>
              <a:off x="46434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6" name="Oval 645"/>
            <p:cNvSpPr/>
            <p:nvPr/>
          </p:nvSpPr>
          <p:spPr>
            <a:xfrm>
              <a:off x="50768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7" name="Oval 646"/>
            <p:cNvSpPr/>
            <p:nvPr/>
          </p:nvSpPr>
          <p:spPr>
            <a:xfrm>
              <a:off x="39243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8" name="Oval 647"/>
            <p:cNvSpPr/>
            <p:nvPr/>
          </p:nvSpPr>
          <p:spPr>
            <a:xfrm>
              <a:off x="40671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9" name="Oval 648"/>
            <p:cNvSpPr/>
            <p:nvPr/>
          </p:nvSpPr>
          <p:spPr>
            <a:xfrm>
              <a:off x="42116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0" name="Oval 649"/>
            <p:cNvSpPr/>
            <p:nvPr/>
          </p:nvSpPr>
          <p:spPr>
            <a:xfrm>
              <a:off x="43561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1" name="Oval 650"/>
            <p:cNvSpPr/>
            <p:nvPr/>
          </p:nvSpPr>
          <p:spPr>
            <a:xfrm>
              <a:off x="49323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2" name="Oval 651"/>
            <p:cNvSpPr/>
            <p:nvPr/>
          </p:nvSpPr>
          <p:spPr>
            <a:xfrm>
              <a:off x="450056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3" name="Oval 652"/>
            <p:cNvSpPr/>
            <p:nvPr/>
          </p:nvSpPr>
          <p:spPr>
            <a:xfrm>
              <a:off x="52197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4" name="Oval 653"/>
            <p:cNvSpPr/>
            <p:nvPr/>
          </p:nvSpPr>
          <p:spPr>
            <a:xfrm>
              <a:off x="47879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5" name="Oval 654"/>
            <p:cNvSpPr/>
            <p:nvPr/>
          </p:nvSpPr>
          <p:spPr>
            <a:xfrm>
              <a:off x="46434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6" name="Oval 655"/>
            <p:cNvSpPr/>
            <p:nvPr/>
          </p:nvSpPr>
          <p:spPr>
            <a:xfrm>
              <a:off x="50768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7" name="Oval 656"/>
            <p:cNvSpPr/>
            <p:nvPr/>
          </p:nvSpPr>
          <p:spPr>
            <a:xfrm>
              <a:off x="39243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8" name="Oval 657"/>
            <p:cNvSpPr/>
            <p:nvPr/>
          </p:nvSpPr>
          <p:spPr>
            <a:xfrm>
              <a:off x="40671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9" name="Oval 658"/>
            <p:cNvSpPr/>
            <p:nvPr/>
          </p:nvSpPr>
          <p:spPr>
            <a:xfrm>
              <a:off x="42116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0" name="Oval 659"/>
            <p:cNvSpPr/>
            <p:nvPr/>
          </p:nvSpPr>
          <p:spPr>
            <a:xfrm>
              <a:off x="43561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1" name="Oval 660"/>
            <p:cNvSpPr/>
            <p:nvPr/>
          </p:nvSpPr>
          <p:spPr>
            <a:xfrm>
              <a:off x="49323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2" name="Oval 661"/>
            <p:cNvSpPr/>
            <p:nvPr/>
          </p:nvSpPr>
          <p:spPr>
            <a:xfrm>
              <a:off x="450056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3" name="Oval 662"/>
            <p:cNvSpPr/>
            <p:nvPr/>
          </p:nvSpPr>
          <p:spPr>
            <a:xfrm>
              <a:off x="52197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4" name="Oval 663"/>
            <p:cNvSpPr/>
            <p:nvPr/>
          </p:nvSpPr>
          <p:spPr>
            <a:xfrm>
              <a:off x="47879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5" name="Oval 664"/>
            <p:cNvSpPr/>
            <p:nvPr/>
          </p:nvSpPr>
          <p:spPr>
            <a:xfrm>
              <a:off x="46434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6" name="Oval 665"/>
            <p:cNvSpPr/>
            <p:nvPr/>
          </p:nvSpPr>
          <p:spPr>
            <a:xfrm>
              <a:off x="50768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7" name="Oval 666"/>
            <p:cNvSpPr/>
            <p:nvPr/>
          </p:nvSpPr>
          <p:spPr>
            <a:xfrm>
              <a:off x="39243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8" name="Oval 667"/>
            <p:cNvSpPr/>
            <p:nvPr/>
          </p:nvSpPr>
          <p:spPr>
            <a:xfrm>
              <a:off x="40671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9" name="Oval 668"/>
            <p:cNvSpPr/>
            <p:nvPr/>
          </p:nvSpPr>
          <p:spPr>
            <a:xfrm>
              <a:off x="42116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0" name="Oval 669"/>
            <p:cNvSpPr/>
            <p:nvPr/>
          </p:nvSpPr>
          <p:spPr>
            <a:xfrm>
              <a:off x="43561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1" name="Oval 670"/>
            <p:cNvSpPr/>
            <p:nvPr/>
          </p:nvSpPr>
          <p:spPr>
            <a:xfrm>
              <a:off x="49323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2" name="Oval 671"/>
            <p:cNvSpPr/>
            <p:nvPr/>
          </p:nvSpPr>
          <p:spPr>
            <a:xfrm>
              <a:off x="450056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3" name="Oval 672"/>
            <p:cNvSpPr/>
            <p:nvPr/>
          </p:nvSpPr>
          <p:spPr>
            <a:xfrm>
              <a:off x="52197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4" name="Oval 673"/>
            <p:cNvSpPr/>
            <p:nvPr/>
          </p:nvSpPr>
          <p:spPr>
            <a:xfrm>
              <a:off x="47879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5" name="Oval 674"/>
            <p:cNvSpPr/>
            <p:nvPr/>
          </p:nvSpPr>
          <p:spPr>
            <a:xfrm>
              <a:off x="46434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6" name="Oval 675"/>
            <p:cNvSpPr/>
            <p:nvPr/>
          </p:nvSpPr>
          <p:spPr>
            <a:xfrm>
              <a:off x="50768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7" name="Oval 676"/>
            <p:cNvSpPr/>
            <p:nvPr/>
          </p:nvSpPr>
          <p:spPr>
            <a:xfrm>
              <a:off x="39243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8" name="Oval 677"/>
            <p:cNvSpPr/>
            <p:nvPr/>
          </p:nvSpPr>
          <p:spPr>
            <a:xfrm>
              <a:off x="40671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9" name="Oval 678"/>
            <p:cNvSpPr/>
            <p:nvPr/>
          </p:nvSpPr>
          <p:spPr>
            <a:xfrm>
              <a:off x="42116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0" name="Oval 679"/>
            <p:cNvSpPr/>
            <p:nvPr/>
          </p:nvSpPr>
          <p:spPr>
            <a:xfrm>
              <a:off x="43561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1" name="Oval 680"/>
            <p:cNvSpPr/>
            <p:nvPr/>
          </p:nvSpPr>
          <p:spPr>
            <a:xfrm>
              <a:off x="49323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2" name="Oval 681"/>
            <p:cNvSpPr/>
            <p:nvPr/>
          </p:nvSpPr>
          <p:spPr>
            <a:xfrm>
              <a:off x="450056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3" name="Oval 682"/>
            <p:cNvSpPr/>
            <p:nvPr/>
          </p:nvSpPr>
          <p:spPr>
            <a:xfrm>
              <a:off x="52197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4" name="Oval 683"/>
            <p:cNvSpPr/>
            <p:nvPr/>
          </p:nvSpPr>
          <p:spPr>
            <a:xfrm>
              <a:off x="47879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5" name="Oval 684"/>
            <p:cNvSpPr/>
            <p:nvPr/>
          </p:nvSpPr>
          <p:spPr>
            <a:xfrm>
              <a:off x="46434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6" name="Oval 685"/>
            <p:cNvSpPr/>
            <p:nvPr/>
          </p:nvSpPr>
          <p:spPr>
            <a:xfrm>
              <a:off x="50768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7" name="Oval 686"/>
            <p:cNvSpPr/>
            <p:nvPr/>
          </p:nvSpPr>
          <p:spPr>
            <a:xfrm>
              <a:off x="39243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8" name="Oval 687"/>
            <p:cNvSpPr/>
            <p:nvPr/>
          </p:nvSpPr>
          <p:spPr>
            <a:xfrm>
              <a:off x="40671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9" name="Oval 688"/>
            <p:cNvSpPr/>
            <p:nvPr/>
          </p:nvSpPr>
          <p:spPr>
            <a:xfrm>
              <a:off x="42116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0" name="Oval 689"/>
            <p:cNvSpPr/>
            <p:nvPr/>
          </p:nvSpPr>
          <p:spPr>
            <a:xfrm>
              <a:off x="43561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1" name="Oval 690"/>
            <p:cNvSpPr/>
            <p:nvPr/>
          </p:nvSpPr>
          <p:spPr>
            <a:xfrm>
              <a:off x="49323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2" name="Oval 691"/>
            <p:cNvSpPr/>
            <p:nvPr/>
          </p:nvSpPr>
          <p:spPr>
            <a:xfrm>
              <a:off x="450056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3" name="Oval 692"/>
            <p:cNvSpPr/>
            <p:nvPr/>
          </p:nvSpPr>
          <p:spPr>
            <a:xfrm>
              <a:off x="52197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4" name="Oval 693"/>
            <p:cNvSpPr/>
            <p:nvPr/>
          </p:nvSpPr>
          <p:spPr>
            <a:xfrm>
              <a:off x="47879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5" name="Oval 694"/>
            <p:cNvSpPr/>
            <p:nvPr/>
          </p:nvSpPr>
          <p:spPr>
            <a:xfrm>
              <a:off x="46434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6" name="Oval 695"/>
            <p:cNvSpPr/>
            <p:nvPr/>
          </p:nvSpPr>
          <p:spPr>
            <a:xfrm>
              <a:off x="50768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7" name="Oval 696"/>
            <p:cNvSpPr/>
            <p:nvPr/>
          </p:nvSpPr>
          <p:spPr>
            <a:xfrm>
              <a:off x="39243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8" name="Oval 697"/>
            <p:cNvSpPr/>
            <p:nvPr/>
          </p:nvSpPr>
          <p:spPr>
            <a:xfrm>
              <a:off x="40671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9" name="Oval 698"/>
            <p:cNvSpPr/>
            <p:nvPr/>
          </p:nvSpPr>
          <p:spPr>
            <a:xfrm>
              <a:off x="42116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0" name="Oval 699"/>
            <p:cNvSpPr/>
            <p:nvPr/>
          </p:nvSpPr>
          <p:spPr>
            <a:xfrm>
              <a:off x="43561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1" name="Oval 700"/>
            <p:cNvSpPr/>
            <p:nvPr/>
          </p:nvSpPr>
          <p:spPr>
            <a:xfrm>
              <a:off x="49323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2" name="Oval 701"/>
            <p:cNvSpPr/>
            <p:nvPr/>
          </p:nvSpPr>
          <p:spPr>
            <a:xfrm>
              <a:off x="4500563"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3" name="Oval 702"/>
            <p:cNvSpPr/>
            <p:nvPr/>
          </p:nvSpPr>
          <p:spPr>
            <a:xfrm>
              <a:off x="52197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4" name="Oval 703"/>
            <p:cNvSpPr/>
            <p:nvPr/>
          </p:nvSpPr>
          <p:spPr>
            <a:xfrm>
              <a:off x="47879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5" name="Oval 704"/>
            <p:cNvSpPr/>
            <p:nvPr/>
          </p:nvSpPr>
          <p:spPr>
            <a:xfrm>
              <a:off x="46434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6" name="Oval 705"/>
            <p:cNvSpPr/>
            <p:nvPr/>
          </p:nvSpPr>
          <p:spPr>
            <a:xfrm>
              <a:off x="50768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7" name="Oval 706"/>
            <p:cNvSpPr/>
            <p:nvPr/>
          </p:nvSpPr>
          <p:spPr>
            <a:xfrm>
              <a:off x="53641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8" name="Oval 707"/>
            <p:cNvSpPr/>
            <p:nvPr/>
          </p:nvSpPr>
          <p:spPr>
            <a:xfrm>
              <a:off x="55086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9" name="Oval 708"/>
            <p:cNvSpPr/>
            <p:nvPr/>
          </p:nvSpPr>
          <p:spPr>
            <a:xfrm>
              <a:off x="56515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0" name="Oval 709"/>
            <p:cNvSpPr/>
            <p:nvPr/>
          </p:nvSpPr>
          <p:spPr>
            <a:xfrm>
              <a:off x="57959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1" name="Oval 710"/>
            <p:cNvSpPr/>
            <p:nvPr/>
          </p:nvSpPr>
          <p:spPr>
            <a:xfrm>
              <a:off x="63722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2" name="Oval 711"/>
            <p:cNvSpPr/>
            <p:nvPr/>
          </p:nvSpPr>
          <p:spPr>
            <a:xfrm>
              <a:off x="59404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3" name="Oval 712"/>
            <p:cNvSpPr/>
            <p:nvPr/>
          </p:nvSpPr>
          <p:spPr>
            <a:xfrm>
              <a:off x="66595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4" name="Oval 713"/>
            <p:cNvSpPr/>
            <p:nvPr/>
          </p:nvSpPr>
          <p:spPr>
            <a:xfrm>
              <a:off x="62277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5" name="Oval 714"/>
            <p:cNvSpPr/>
            <p:nvPr/>
          </p:nvSpPr>
          <p:spPr>
            <a:xfrm>
              <a:off x="60848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6" name="Oval 715"/>
            <p:cNvSpPr/>
            <p:nvPr/>
          </p:nvSpPr>
          <p:spPr>
            <a:xfrm>
              <a:off x="65166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7" name="Oval 716"/>
            <p:cNvSpPr/>
            <p:nvPr/>
          </p:nvSpPr>
          <p:spPr>
            <a:xfrm>
              <a:off x="53641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8" name="Oval 717"/>
            <p:cNvSpPr/>
            <p:nvPr/>
          </p:nvSpPr>
          <p:spPr>
            <a:xfrm>
              <a:off x="55086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9" name="Oval 718"/>
            <p:cNvSpPr/>
            <p:nvPr/>
          </p:nvSpPr>
          <p:spPr>
            <a:xfrm>
              <a:off x="56515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0" name="Oval 719"/>
            <p:cNvSpPr/>
            <p:nvPr/>
          </p:nvSpPr>
          <p:spPr>
            <a:xfrm>
              <a:off x="57959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1" name="Oval 720"/>
            <p:cNvSpPr/>
            <p:nvPr/>
          </p:nvSpPr>
          <p:spPr>
            <a:xfrm>
              <a:off x="63722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2" name="Oval 721"/>
            <p:cNvSpPr/>
            <p:nvPr/>
          </p:nvSpPr>
          <p:spPr>
            <a:xfrm>
              <a:off x="59404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3" name="Oval 722"/>
            <p:cNvSpPr/>
            <p:nvPr/>
          </p:nvSpPr>
          <p:spPr>
            <a:xfrm>
              <a:off x="66595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4" name="Oval 723"/>
            <p:cNvSpPr/>
            <p:nvPr/>
          </p:nvSpPr>
          <p:spPr>
            <a:xfrm>
              <a:off x="62277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5" name="Oval 724"/>
            <p:cNvSpPr/>
            <p:nvPr/>
          </p:nvSpPr>
          <p:spPr>
            <a:xfrm>
              <a:off x="60848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6" name="Oval 725"/>
            <p:cNvSpPr/>
            <p:nvPr/>
          </p:nvSpPr>
          <p:spPr>
            <a:xfrm>
              <a:off x="65166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7" name="Oval 726"/>
            <p:cNvSpPr/>
            <p:nvPr/>
          </p:nvSpPr>
          <p:spPr>
            <a:xfrm>
              <a:off x="53641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8" name="Oval 727"/>
            <p:cNvSpPr/>
            <p:nvPr/>
          </p:nvSpPr>
          <p:spPr>
            <a:xfrm>
              <a:off x="55086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9" name="Oval 728"/>
            <p:cNvSpPr/>
            <p:nvPr/>
          </p:nvSpPr>
          <p:spPr>
            <a:xfrm>
              <a:off x="56515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0" name="Oval 729"/>
            <p:cNvSpPr/>
            <p:nvPr/>
          </p:nvSpPr>
          <p:spPr>
            <a:xfrm>
              <a:off x="57959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1" name="Oval 730"/>
            <p:cNvSpPr/>
            <p:nvPr/>
          </p:nvSpPr>
          <p:spPr>
            <a:xfrm>
              <a:off x="63722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2" name="Oval 731"/>
            <p:cNvSpPr/>
            <p:nvPr/>
          </p:nvSpPr>
          <p:spPr>
            <a:xfrm>
              <a:off x="59404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3" name="Oval 732"/>
            <p:cNvSpPr/>
            <p:nvPr/>
          </p:nvSpPr>
          <p:spPr>
            <a:xfrm>
              <a:off x="66595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4" name="Oval 733"/>
            <p:cNvSpPr/>
            <p:nvPr/>
          </p:nvSpPr>
          <p:spPr>
            <a:xfrm>
              <a:off x="62277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5" name="Oval 734"/>
            <p:cNvSpPr/>
            <p:nvPr/>
          </p:nvSpPr>
          <p:spPr>
            <a:xfrm>
              <a:off x="60848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6" name="Oval 735"/>
            <p:cNvSpPr/>
            <p:nvPr/>
          </p:nvSpPr>
          <p:spPr>
            <a:xfrm>
              <a:off x="65166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7" name="Oval 736"/>
            <p:cNvSpPr/>
            <p:nvPr/>
          </p:nvSpPr>
          <p:spPr>
            <a:xfrm>
              <a:off x="53641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8" name="Oval 737"/>
            <p:cNvSpPr/>
            <p:nvPr/>
          </p:nvSpPr>
          <p:spPr>
            <a:xfrm>
              <a:off x="55086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9" name="Oval 738"/>
            <p:cNvSpPr/>
            <p:nvPr/>
          </p:nvSpPr>
          <p:spPr>
            <a:xfrm>
              <a:off x="56515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0" name="Oval 739"/>
            <p:cNvSpPr/>
            <p:nvPr/>
          </p:nvSpPr>
          <p:spPr>
            <a:xfrm>
              <a:off x="57959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1" name="Oval 740"/>
            <p:cNvSpPr/>
            <p:nvPr/>
          </p:nvSpPr>
          <p:spPr>
            <a:xfrm>
              <a:off x="63722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2" name="Oval 741"/>
            <p:cNvSpPr/>
            <p:nvPr/>
          </p:nvSpPr>
          <p:spPr>
            <a:xfrm>
              <a:off x="59404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3" name="Oval 742"/>
            <p:cNvSpPr/>
            <p:nvPr/>
          </p:nvSpPr>
          <p:spPr>
            <a:xfrm>
              <a:off x="66595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4" name="Oval 743"/>
            <p:cNvSpPr/>
            <p:nvPr/>
          </p:nvSpPr>
          <p:spPr>
            <a:xfrm>
              <a:off x="62277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5" name="Oval 744"/>
            <p:cNvSpPr/>
            <p:nvPr/>
          </p:nvSpPr>
          <p:spPr>
            <a:xfrm>
              <a:off x="60848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6" name="Oval 745"/>
            <p:cNvSpPr/>
            <p:nvPr/>
          </p:nvSpPr>
          <p:spPr>
            <a:xfrm>
              <a:off x="65166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7" name="Oval 746"/>
            <p:cNvSpPr/>
            <p:nvPr/>
          </p:nvSpPr>
          <p:spPr>
            <a:xfrm>
              <a:off x="53641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8" name="Oval 747"/>
            <p:cNvSpPr/>
            <p:nvPr/>
          </p:nvSpPr>
          <p:spPr>
            <a:xfrm>
              <a:off x="55086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9" name="Oval 748"/>
            <p:cNvSpPr/>
            <p:nvPr/>
          </p:nvSpPr>
          <p:spPr>
            <a:xfrm>
              <a:off x="56515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0" name="Oval 749"/>
            <p:cNvSpPr/>
            <p:nvPr/>
          </p:nvSpPr>
          <p:spPr>
            <a:xfrm>
              <a:off x="57959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1" name="Oval 750"/>
            <p:cNvSpPr/>
            <p:nvPr/>
          </p:nvSpPr>
          <p:spPr>
            <a:xfrm>
              <a:off x="63722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2" name="Oval 751"/>
            <p:cNvSpPr/>
            <p:nvPr/>
          </p:nvSpPr>
          <p:spPr>
            <a:xfrm>
              <a:off x="59404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3" name="Oval 752"/>
            <p:cNvSpPr/>
            <p:nvPr/>
          </p:nvSpPr>
          <p:spPr>
            <a:xfrm>
              <a:off x="66595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4" name="Oval 753"/>
            <p:cNvSpPr/>
            <p:nvPr/>
          </p:nvSpPr>
          <p:spPr>
            <a:xfrm>
              <a:off x="62277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5" name="Oval 754"/>
            <p:cNvSpPr/>
            <p:nvPr/>
          </p:nvSpPr>
          <p:spPr>
            <a:xfrm>
              <a:off x="60848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6" name="Oval 755"/>
            <p:cNvSpPr/>
            <p:nvPr/>
          </p:nvSpPr>
          <p:spPr>
            <a:xfrm>
              <a:off x="65166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7" name="Oval 756"/>
            <p:cNvSpPr/>
            <p:nvPr/>
          </p:nvSpPr>
          <p:spPr>
            <a:xfrm>
              <a:off x="53641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8" name="Oval 757"/>
            <p:cNvSpPr/>
            <p:nvPr/>
          </p:nvSpPr>
          <p:spPr>
            <a:xfrm>
              <a:off x="55086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9" name="Oval 758"/>
            <p:cNvSpPr/>
            <p:nvPr/>
          </p:nvSpPr>
          <p:spPr>
            <a:xfrm>
              <a:off x="56515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0" name="Oval 759"/>
            <p:cNvSpPr/>
            <p:nvPr/>
          </p:nvSpPr>
          <p:spPr>
            <a:xfrm>
              <a:off x="57959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1" name="Oval 760"/>
            <p:cNvSpPr/>
            <p:nvPr/>
          </p:nvSpPr>
          <p:spPr>
            <a:xfrm>
              <a:off x="63722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2" name="Oval 761"/>
            <p:cNvSpPr/>
            <p:nvPr/>
          </p:nvSpPr>
          <p:spPr>
            <a:xfrm>
              <a:off x="59404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3" name="Oval 762"/>
            <p:cNvSpPr/>
            <p:nvPr/>
          </p:nvSpPr>
          <p:spPr>
            <a:xfrm>
              <a:off x="66595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4" name="Oval 763"/>
            <p:cNvSpPr/>
            <p:nvPr/>
          </p:nvSpPr>
          <p:spPr>
            <a:xfrm>
              <a:off x="62277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5" name="Oval 764"/>
            <p:cNvSpPr/>
            <p:nvPr/>
          </p:nvSpPr>
          <p:spPr>
            <a:xfrm>
              <a:off x="60848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6" name="Oval 765"/>
            <p:cNvSpPr/>
            <p:nvPr/>
          </p:nvSpPr>
          <p:spPr>
            <a:xfrm>
              <a:off x="65166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7" name="Oval 766"/>
            <p:cNvSpPr/>
            <p:nvPr/>
          </p:nvSpPr>
          <p:spPr>
            <a:xfrm>
              <a:off x="53641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8" name="Oval 767"/>
            <p:cNvSpPr/>
            <p:nvPr/>
          </p:nvSpPr>
          <p:spPr>
            <a:xfrm>
              <a:off x="55086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9" name="Oval 768"/>
            <p:cNvSpPr/>
            <p:nvPr/>
          </p:nvSpPr>
          <p:spPr>
            <a:xfrm>
              <a:off x="56515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0" name="Oval 769"/>
            <p:cNvSpPr/>
            <p:nvPr/>
          </p:nvSpPr>
          <p:spPr>
            <a:xfrm>
              <a:off x="57959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1" name="Oval 770"/>
            <p:cNvSpPr/>
            <p:nvPr/>
          </p:nvSpPr>
          <p:spPr>
            <a:xfrm>
              <a:off x="63722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2" name="Oval 771"/>
            <p:cNvSpPr/>
            <p:nvPr/>
          </p:nvSpPr>
          <p:spPr>
            <a:xfrm>
              <a:off x="59404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3" name="Oval 772"/>
            <p:cNvSpPr/>
            <p:nvPr/>
          </p:nvSpPr>
          <p:spPr>
            <a:xfrm>
              <a:off x="66595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4" name="Oval 773"/>
            <p:cNvSpPr/>
            <p:nvPr/>
          </p:nvSpPr>
          <p:spPr>
            <a:xfrm>
              <a:off x="62277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5" name="Oval 774"/>
            <p:cNvSpPr/>
            <p:nvPr/>
          </p:nvSpPr>
          <p:spPr>
            <a:xfrm>
              <a:off x="60848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6" name="Oval 775"/>
            <p:cNvSpPr/>
            <p:nvPr/>
          </p:nvSpPr>
          <p:spPr>
            <a:xfrm>
              <a:off x="65166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7" name="Oval 776"/>
            <p:cNvSpPr/>
            <p:nvPr/>
          </p:nvSpPr>
          <p:spPr>
            <a:xfrm>
              <a:off x="53641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8" name="Oval 777"/>
            <p:cNvSpPr/>
            <p:nvPr/>
          </p:nvSpPr>
          <p:spPr>
            <a:xfrm>
              <a:off x="55086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9" name="Oval 778"/>
            <p:cNvSpPr/>
            <p:nvPr/>
          </p:nvSpPr>
          <p:spPr>
            <a:xfrm>
              <a:off x="56515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0" name="Oval 779"/>
            <p:cNvSpPr/>
            <p:nvPr/>
          </p:nvSpPr>
          <p:spPr>
            <a:xfrm>
              <a:off x="57959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1" name="Oval 780"/>
            <p:cNvSpPr/>
            <p:nvPr/>
          </p:nvSpPr>
          <p:spPr>
            <a:xfrm>
              <a:off x="63722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2" name="Oval 781"/>
            <p:cNvSpPr/>
            <p:nvPr/>
          </p:nvSpPr>
          <p:spPr>
            <a:xfrm>
              <a:off x="59404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3" name="Oval 782"/>
            <p:cNvSpPr/>
            <p:nvPr/>
          </p:nvSpPr>
          <p:spPr>
            <a:xfrm>
              <a:off x="66595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4" name="Oval 783"/>
            <p:cNvSpPr/>
            <p:nvPr/>
          </p:nvSpPr>
          <p:spPr>
            <a:xfrm>
              <a:off x="62277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5" name="Oval 784"/>
            <p:cNvSpPr/>
            <p:nvPr/>
          </p:nvSpPr>
          <p:spPr>
            <a:xfrm>
              <a:off x="60848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6" name="Oval 785"/>
            <p:cNvSpPr/>
            <p:nvPr/>
          </p:nvSpPr>
          <p:spPr>
            <a:xfrm>
              <a:off x="65166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7" name="Oval 786"/>
            <p:cNvSpPr/>
            <p:nvPr/>
          </p:nvSpPr>
          <p:spPr>
            <a:xfrm>
              <a:off x="53641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8" name="Oval 787"/>
            <p:cNvSpPr/>
            <p:nvPr/>
          </p:nvSpPr>
          <p:spPr>
            <a:xfrm>
              <a:off x="55086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9" name="Oval 788"/>
            <p:cNvSpPr/>
            <p:nvPr/>
          </p:nvSpPr>
          <p:spPr>
            <a:xfrm>
              <a:off x="56515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0" name="Oval 789"/>
            <p:cNvSpPr/>
            <p:nvPr/>
          </p:nvSpPr>
          <p:spPr>
            <a:xfrm>
              <a:off x="57959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1" name="Oval 790"/>
            <p:cNvSpPr/>
            <p:nvPr/>
          </p:nvSpPr>
          <p:spPr>
            <a:xfrm>
              <a:off x="63722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2" name="Oval 791"/>
            <p:cNvSpPr/>
            <p:nvPr/>
          </p:nvSpPr>
          <p:spPr>
            <a:xfrm>
              <a:off x="59404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3" name="Oval 792"/>
            <p:cNvSpPr/>
            <p:nvPr/>
          </p:nvSpPr>
          <p:spPr>
            <a:xfrm>
              <a:off x="66595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4" name="Oval 793"/>
            <p:cNvSpPr/>
            <p:nvPr/>
          </p:nvSpPr>
          <p:spPr>
            <a:xfrm>
              <a:off x="62277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5" name="Oval 794"/>
            <p:cNvSpPr/>
            <p:nvPr/>
          </p:nvSpPr>
          <p:spPr>
            <a:xfrm>
              <a:off x="60848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6" name="Oval 795"/>
            <p:cNvSpPr/>
            <p:nvPr/>
          </p:nvSpPr>
          <p:spPr>
            <a:xfrm>
              <a:off x="65166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7" name="Oval 796"/>
            <p:cNvSpPr/>
            <p:nvPr/>
          </p:nvSpPr>
          <p:spPr>
            <a:xfrm>
              <a:off x="53641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8" name="Oval 797"/>
            <p:cNvSpPr/>
            <p:nvPr/>
          </p:nvSpPr>
          <p:spPr>
            <a:xfrm>
              <a:off x="55086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9" name="Oval 798"/>
            <p:cNvSpPr/>
            <p:nvPr/>
          </p:nvSpPr>
          <p:spPr>
            <a:xfrm>
              <a:off x="56515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0" name="Oval 799"/>
            <p:cNvSpPr/>
            <p:nvPr/>
          </p:nvSpPr>
          <p:spPr>
            <a:xfrm>
              <a:off x="57959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1" name="Oval 800"/>
            <p:cNvSpPr/>
            <p:nvPr/>
          </p:nvSpPr>
          <p:spPr>
            <a:xfrm>
              <a:off x="63722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2" name="Oval 801"/>
            <p:cNvSpPr/>
            <p:nvPr/>
          </p:nvSpPr>
          <p:spPr>
            <a:xfrm>
              <a:off x="59404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3" name="Oval 802"/>
            <p:cNvSpPr/>
            <p:nvPr/>
          </p:nvSpPr>
          <p:spPr>
            <a:xfrm>
              <a:off x="66595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4" name="Oval 803"/>
            <p:cNvSpPr/>
            <p:nvPr/>
          </p:nvSpPr>
          <p:spPr>
            <a:xfrm>
              <a:off x="62277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5" name="Oval 804"/>
            <p:cNvSpPr/>
            <p:nvPr/>
          </p:nvSpPr>
          <p:spPr>
            <a:xfrm>
              <a:off x="60848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6" name="Oval 805"/>
            <p:cNvSpPr/>
            <p:nvPr/>
          </p:nvSpPr>
          <p:spPr>
            <a:xfrm>
              <a:off x="65166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7" name="Oval 806"/>
            <p:cNvSpPr/>
            <p:nvPr/>
          </p:nvSpPr>
          <p:spPr>
            <a:xfrm>
              <a:off x="68040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8" name="Oval 807"/>
            <p:cNvSpPr/>
            <p:nvPr/>
          </p:nvSpPr>
          <p:spPr>
            <a:xfrm>
              <a:off x="69484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9" name="Oval 808"/>
            <p:cNvSpPr/>
            <p:nvPr/>
          </p:nvSpPr>
          <p:spPr>
            <a:xfrm>
              <a:off x="70929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0" name="Oval 809"/>
            <p:cNvSpPr/>
            <p:nvPr/>
          </p:nvSpPr>
          <p:spPr>
            <a:xfrm>
              <a:off x="72358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1" name="Oval 810"/>
            <p:cNvSpPr/>
            <p:nvPr/>
          </p:nvSpPr>
          <p:spPr>
            <a:xfrm>
              <a:off x="78120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2" name="Oval 811"/>
            <p:cNvSpPr/>
            <p:nvPr/>
          </p:nvSpPr>
          <p:spPr>
            <a:xfrm>
              <a:off x="73802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3" name="Oval 812"/>
            <p:cNvSpPr/>
            <p:nvPr/>
          </p:nvSpPr>
          <p:spPr>
            <a:xfrm>
              <a:off x="810101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4" name="Oval 813"/>
            <p:cNvSpPr/>
            <p:nvPr/>
          </p:nvSpPr>
          <p:spPr>
            <a:xfrm>
              <a:off x="76676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5" name="Oval 814"/>
            <p:cNvSpPr/>
            <p:nvPr/>
          </p:nvSpPr>
          <p:spPr>
            <a:xfrm>
              <a:off x="75247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6" name="Oval 815"/>
            <p:cNvSpPr/>
            <p:nvPr/>
          </p:nvSpPr>
          <p:spPr>
            <a:xfrm>
              <a:off x="79565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7" name="Oval 816"/>
            <p:cNvSpPr/>
            <p:nvPr/>
          </p:nvSpPr>
          <p:spPr>
            <a:xfrm>
              <a:off x="68040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8" name="Oval 817"/>
            <p:cNvSpPr/>
            <p:nvPr/>
          </p:nvSpPr>
          <p:spPr>
            <a:xfrm>
              <a:off x="69484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9" name="Oval 818"/>
            <p:cNvSpPr/>
            <p:nvPr/>
          </p:nvSpPr>
          <p:spPr>
            <a:xfrm>
              <a:off x="70929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0" name="Oval 819"/>
            <p:cNvSpPr/>
            <p:nvPr/>
          </p:nvSpPr>
          <p:spPr>
            <a:xfrm>
              <a:off x="72358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1" name="Oval 820"/>
            <p:cNvSpPr/>
            <p:nvPr/>
          </p:nvSpPr>
          <p:spPr>
            <a:xfrm>
              <a:off x="78120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2" name="Oval 821"/>
            <p:cNvSpPr/>
            <p:nvPr/>
          </p:nvSpPr>
          <p:spPr>
            <a:xfrm>
              <a:off x="73802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3" name="Oval 822"/>
            <p:cNvSpPr/>
            <p:nvPr/>
          </p:nvSpPr>
          <p:spPr>
            <a:xfrm>
              <a:off x="810101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4" name="Oval 823"/>
            <p:cNvSpPr/>
            <p:nvPr/>
          </p:nvSpPr>
          <p:spPr>
            <a:xfrm>
              <a:off x="76676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5" name="Oval 824"/>
            <p:cNvSpPr/>
            <p:nvPr/>
          </p:nvSpPr>
          <p:spPr>
            <a:xfrm>
              <a:off x="75247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6" name="Oval 825"/>
            <p:cNvSpPr/>
            <p:nvPr/>
          </p:nvSpPr>
          <p:spPr>
            <a:xfrm>
              <a:off x="79565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7" name="Oval 826"/>
            <p:cNvSpPr/>
            <p:nvPr/>
          </p:nvSpPr>
          <p:spPr>
            <a:xfrm>
              <a:off x="68040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8" name="Oval 827"/>
            <p:cNvSpPr/>
            <p:nvPr/>
          </p:nvSpPr>
          <p:spPr>
            <a:xfrm>
              <a:off x="69484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9" name="Oval 828"/>
            <p:cNvSpPr/>
            <p:nvPr/>
          </p:nvSpPr>
          <p:spPr>
            <a:xfrm>
              <a:off x="70929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0" name="Oval 829"/>
            <p:cNvSpPr/>
            <p:nvPr/>
          </p:nvSpPr>
          <p:spPr>
            <a:xfrm>
              <a:off x="72358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1" name="Oval 830"/>
            <p:cNvSpPr/>
            <p:nvPr/>
          </p:nvSpPr>
          <p:spPr>
            <a:xfrm>
              <a:off x="78120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2" name="Oval 831"/>
            <p:cNvSpPr/>
            <p:nvPr/>
          </p:nvSpPr>
          <p:spPr>
            <a:xfrm>
              <a:off x="73802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3" name="Oval 832"/>
            <p:cNvSpPr/>
            <p:nvPr/>
          </p:nvSpPr>
          <p:spPr>
            <a:xfrm>
              <a:off x="810101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4" name="Oval 833"/>
            <p:cNvSpPr/>
            <p:nvPr/>
          </p:nvSpPr>
          <p:spPr>
            <a:xfrm>
              <a:off x="76676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5" name="Oval 834"/>
            <p:cNvSpPr/>
            <p:nvPr/>
          </p:nvSpPr>
          <p:spPr>
            <a:xfrm>
              <a:off x="75247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6" name="Oval 835"/>
            <p:cNvSpPr/>
            <p:nvPr/>
          </p:nvSpPr>
          <p:spPr>
            <a:xfrm>
              <a:off x="79565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7" name="Oval 836"/>
            <p:cNvSpPr/>
            <p:nvPr/>
          </p:nvSpPr>
          <p:spPr>
            <a:xfrm>
              <a:off x="68040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8" name="Oval 837"/>
            <p:cNvSpPr/>
            <p:nvPr/>
          </p:nvSpPr>
          <p:spPr>
            <a:xfrm>
              <a:off x="69484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9" name="Oval 838"/>
            <p:cNvSpPr/>
            <p:nvPr/>
          </p:nvSpPr>
          <p:spPr>
            <a:xfrm>
              <a:off x="70929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0" name="Oval 839"/>
            <p:cNvSpPr/>
            <p:nvPr/>
          </p:nvSpPr>
          <p:spPr>
            <a:xfrm>
              <a:off x="72358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1" name="Oval 840"/>
            <p:cNvSpPr/>
            <p:nvPr/>
          </p:nvSpPr>
          <p:spPr>
            <a:xfrm>
              <a:off x="78120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2" name="Oval 841"/>
            <p:cNvSpPr/>
            <p:nvPr/>
          </p:nvSpPr>
          <p:spPr>
            <a:xfrm>
              <a:off x="73802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3" name="Oval 842"/>
            <p:cNvSpPr/>
            <p:nvPr/>
          </p:nvSpPr>
          <p:spPr>
            <a:xfrm>
              <a:off x="810101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4" name="Oval 843"/>
            <p:cNvSpPr/>
            <p:nvPr/>
          </p:nvSpPr>
          <p:spPr>
            <a:xfrm>
              <a:off x="76676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5" name="Oval 844"/>
            <p:cNvSpPr/>
            <p:nvPr/>
          </p:nvSpPr>
          <p:spPr>
            <a:xfrm>
              <a:off x="75247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6" name="Oval 845"/>
            <p:cNvSpPr/>
            <p:nvPr/>
          </p:nvSpPr>
          <p:spPr>
            <a:xfrm>
              <a:off x="79565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7" name="Oval 846"/>
            <p:cNvSpPr/>
            <p:nvPr/>
          </p:nvSpPr>
          <p:spPr>
            <a:xfrm>
              <a:off x="68040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8" name="Oval 847"/>
            <p:cNvSpPr/>
            <p:nvPr/>
          </p:nvSpPr>
          <p:spPr>
            <a:xfrm>
              <a:off x="69484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9" name="Oval 848"/>
            <p:cNvSpPr/>
            <p:nvPr/>
          </p:nvSpPr>
          <p:spPr>
            <a:xfrm>
              <a:off x="70929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0" name="Oval 849"/>
            <p:cNvSpPr/>
            <p:nvPr/>
          </p:nvSpPr>
          <p:spPr>
            <a:xfrm>
              <a:off x="72358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1" name="Oval 850"/>
            <p:cNvSpPr/>
            <p:nvPr/>
          </p:nvSpPr>
          <p:spPr>
            <a:xfrm>
              <a:off x="78120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2" name="Oval 851"/>
            <p:cNvSpPr/>
            <p:nvPr/>
          </p:nvSpPr>
          <p:spPr>
            <a:xfrm>
              <a:off x="73802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3" name="Oval 852"/>
            <p:cNvSpPr/>
            <p:nvPr/>
          </p:nvSpPr>
          <p:spPr>
            <a:xfrm>
              <a:off x="810101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4" name="Oval 853"/>
            <p:cNvSpPr/>
            <p:nvPr/>
          </p:nvSpPr>
          <p:spPr>
            <a:xfrm>
              <a:off x="76676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5" name="Oval 854"/>
            <p:cNvSpPr/>
            <p:nvPr/>
          </p:nvSpPr>
          <p:spPr>
            <a:xfrm>
              <a:off x="75247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6" name="Oval 855"/>
            <p:cNvSpPr/>
            <p:nvPr/>
          </p:nvSpPr>
          <p:spPr>
            <a:xfrm>
              <a:off x="79565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7" name="Oval 856"/>
            <p:cNvSpPr/>
            <p:nvPr/>
          </p:nvSpPr>
          <p:spPr>
            <a:xfrm>
              <a:off x="68040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8" name="Oval 857"/>
            <p:cNvSpPr/>
            <p:nvPr/>
          </p:nvSpPr>
          <p:spPr>
            <a:xfrm>
              <a:off x="69484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9" name="Oval 858"/>
            <p:cNvSpPr/>
            <p:nvPr/>
          </p:nvSpPr>
          <p:spPr>
            <a:xfrm>
              <a:off x="70929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0" name="Oval 859"/>
            <p:cNvSpPr/>
            <p:nvPr/>
          </p:nvSpPr>
          <p:spPr>
            <a:xfrm>
              <a:off x="72358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1" name="Oval 860"/>
            <p:cNvSpPr/>
            <p:nvPr/>
          </p:nvSpPr>
          <p:spPr>
            <a:xfrm>
              <a:off x="78120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2" name="Oval 861"/>
            <p:cNvSpPr/>
            <p:nvPr/>
          </p:nvSpPr>
          <p:spPr>
            <a:xfrm>
              <a:off x="73802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3" name="Oval 862"/>
            <p:cNvSpPr/>
            <p:nvPr/>
          </p:nvSpPr>
          <p:spPr>
            <a:xfrm>
              <a:off x="810101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4" name="Oval 863"/>
            <p:cNvSpPr/>
            <p:nvPr/>
          </p:nvSpPr>
          <p:spPr>
            <a:xfrm>
              <a:off x="76676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5" name="Oval 864"/>
            <p:cNvSpPr/>
            <p:nvPr/>
          </p:nvSpPr>
          <p:spPr>
            <a:xfrm>
              <a:off x="75247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6" name="Oval 865"/>
            <p:cNvSpPr/>
            <p:nvPr/>
          </p:nvSpPr>
          <p:spPr>
            <a:xfrm>
              <a:off x="79565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7" name="Oval 866"/>
            <p:cNvSpPr/>
            <p:nvPr/>
          </p:nvSpPr>
          <p:spPr>
            <a:xfrm>
              <a:off x="68040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8" name="Oval 867"/>
            <p:cNvSpPr/>
            <p:nvPr/>
          </p:nvSpPr>
          <p:spPr>
            <a:xfrm>
              <a:off x="69484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9" name="Oval 868"/>
            <p:cNvSpPr/>
            <p:nvPr/>
          </p:nvSpPr>
          <p:spPr>
            <a:xfrm>
              <a:off x="70929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0" name="Oval 869"/>
            <p:cNvSpPr/>
            <p:nvPr/>
          </p:nvSpPr>
          <p:spPr>
            <a:xfrm>
              <a:off x="72358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1" name="Oval 870"/>
            <p:cNvSpPr/>
            <p:nvPr/>
          </p:nvSpPr>
          <p:spPr>
            <a:xfrm>
              <a:off x="78120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2" name="Oval 871"/>
            <p:cNvSpPr/>
            <p:nvPr/>
          </p:nvSpPr>
          <p:spPr>
            <a:xfrm>
              <a:off x="73802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3" name="Oval 872"/>
            <p:cNvSpPr/>
            <p:nvPr/>
          </p:nvSpPr>
          <p:spPr>
            <a:xfrm>
              <a:off x="810101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4" name="Oval 873"/>
            <p:cNvSpPr/>
            <p:nvPr/>
          </p:nvSpPr>
          <p:spPr>
            <a:xfrm>
              <a:off x="76676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5" name="Oval 874"/>
            <p:cNvSpPr/>
            <p:nvPr/>
          </p:nvSpPr>
          <p:spPr>
            <a:xfrm>
              <a:off x="75247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6" name="Oval 875"/>
            <p:cNvSpPr/>
            <p:nvPr/>
          </p:nvSpPr>
          <p:spPr>
            <a:xfrm>
              <a:off x="79565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7" name="Oval 876"/>
            <p:cNvSpPr/>
            <p:nvPr/>
          </p:nvSpPr>
          <p:spPr>
            <a:xfrm>
              <a:off x="68040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8" name="Oval 877"/>
            <p:cNvSpPr/>
            <p:nvPr/>
          </p:nvSpPr>
          <p:spPr>
            <a:xfrm>
              <a:off x="69484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9" name="Oval 878"/>
            <p:cNvSpPr/>
            <p:nvPr/>
          </p:nvSpPr>
          <p:spPr>
            <a:xfrm>
              <a:off x="70929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0" name="Oval 879"/>
            <p:cNvSpPr/>
            <p:nvPr/>
          </p:nvSpPr>
          <p:spPr>
            <a:xfrm>
              <a:off x="72358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1" name="Oval 880"/>
            <p:cNvSpPr/>
            <p:nvPr/>
          </p:nvSpPr>
          <p:spPr>
            <a:xfrm>
              <a:off x="78120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2" name="Oval 881"/>
            <p:cNvSpPr/>
            <p:nvPr/>
          </p:nvSpPr>
          <p:spPr>
            <a:xfrm>
              <a:off x="73802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3" name="Oval 882"/>
            <p:cNvSpPr/>
            <p:nvPr/>
          </p:nvSpPr>
          <p:spPr>
            <a:xfrm>
              <a:off x="810101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4" name="Oval 883"/>
            <p:cNvSpPr/>
            <p:nvPr/>
          </p:nvSpPr>
          <p:spPr>
            <a:xfrm>
              <a:off x="76676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5" name="Oval 884"/>
            <p:cNvSpPr/>
            <p:nvPr/>
          </p:nvSpPr>
          <p:spPr>
            <a:xfrm>
              <a:off x="75247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6" name="Oval 885"/>
            <p:cNvSpPr/>
            <p:nvPr/>
          </p:nvSpPr>
          <p:spPr>
            <a:xfrm>
              <a:off x="79565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7" name="Oval 886"/>
            <p:cNvSpPr/>
            <p:nvPr/>
          </p:nvSpPr>
          <p:spPr>
            <a:xfrm>
              <a:off x="68040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8" name="Oval 887"/>
            <p:cNvSpPr/>
            <p:nvPr/>
          </p:nvSpPr>
          <p:spPr>
            <a:xfrm>
              <a:off x="69484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9" name="Oval 888"/>
            <p:cNvSpPr/>
            <p:nvPr/>
          </p:nvSpPr>
          <p:spPr>
            <a:xfrm>
              <a:off x="70929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0" name="Oval 889"/>
            <p:cNvSpPr/>
            <p:nvPr/>
          </p:nvSpPr>
          <p:spPr>
            <a:xfrm>
              <a:off x="72358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1" name="Oval 890"/>
            <p:cNvSpPr/>
            <p:nvPr/>
          </p:nvSpPr>
          <p:spPr>
            <a:xfrm>
              <a:off x="78120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2" name="Oval 891"/>
            <p:cNvSpPr/>
            <p:nvPr/>
          </p:nvSpPr>
          <p:spPr>
            <a:xfrm>
              <a:off x="73802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3" name="Oval 892"/>
            <p:cNvSpPr/>
            <p:nvPr/>
          </p:nvSpPr>
          <p:spPr>
            <a:xfrm>
              <a:off x="810101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4" name="Oval 893"/>
            <p:cNvSpPr/>
            <p:nvPr/>
          </p:nvSpPr>
          <p:spPr>
            <a:xfrm>
              <a:off x="76676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5" name="Oval 894"/>
            <p:cNvSpPr/>
            <p:nvPr/>
          </p:nvSpPr>
          <p:spPr>
            <a:xfrm>
              <a:off x="75247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6" name="Oval 895"/>
            <p:cNvSpPr/>
            <p:nvPr/>
          </p:nvSpPr>
          <p:spPr>
            <a:xfrm>
              <a:off x="79565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7" name="Oval 896"/>
            <p:cNvSpPr/>
            <p:nvPr/>
          </p:nvSpPr>
          <p:spPr>
            <a:xfrm>
              <a:off x="68040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8" name="Oval 897"/>
            <p:cNvSpPr/>
            <p:nvPr/>
          </p:nvSpPr>
          <p:spPr>
            <a:xfrm>
              <a:off x="69484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9" name="Oval 898"/>
            <p:cNvSpPr/>
            <p:nvPr/>
          </p:nvSpPr>
          <p:spPr>
            <a:xfrm>
              <a:off x="70929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0" name="Oval 899"/>
            <p:cNvSpPr/>
            <p:nvPr/>
          </p:nvSpPr>
          <p:spPr>
            <a:xfrm>
              <a:off x="72358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1" name="Oval 900"/>
            <p:cNvSpPr/>
            <p:nvPr/>
          </p:nvSpPr>
          <p:spPr>
            <a:xfrm>
              <a:off x="78120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2" name="Oval 901"/>
            <p:cNvSpPr/>
            <p:nvPr/>
          </p:nvSpPr>
          <p:spPr>
            <a:xfrm>
              <a:off x="73802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3" name="Oval 902"/>
            <p:cNvSpPr/>
            <p:nvPr/>
          </p:nvSpPr>
          <p:spPr>
            <a:xfrm>
              <a:off x="810101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4" name="Oval 903"/>
            <p:cNvSpPr/>
            <p:nvPr/>
          </p:nvSpPr>
          <p:spPr>
            <a:xfrm>
              <a:off x="76676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5" name="Oval 904"/>
            <p:cNvSpPr/>
            <p:nvPr/>
          </p:nvSpPr>
          <p:spPr>
            <a:xfrm>
              <a:off x="75247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6" name="Oval 905"/>
            <p:cNvSpPr/>
            <p:nvPr/>
          </p:nvSpPr>
          <p:spPr>
            <a:xfrm>
              <a:off x="79565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7" name="Oval 906"/>
            <p:cNvSpPr/>
            <p:nvPr/>
          </p:nvSpPr>
          <p:spPr>
            <a:xfrm>
              <a:off x="68040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8" name="Oval 907"/>
            <p:cNvSpPr/>
            <p:nvPr/>
          </p:nvSpPr>
          <p:spPr>
            <a:xfrm>
              <a:off x="69484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9" name="Oval 908"/>
            <p:cNvSpPr/>
            <p:nvPr/>
          </p:nvSpPr>
          <p:spPr>
            <a:xfrm>
              <a:off x="70929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0" name="Oval 909"/>
            <p:cNvSpPr/>
            <p:nvPr/>
          </p:nvSpPr>
          <p:spPr>
            <a:xfrm>
              <a:off x="72358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1" name="Oval 910"/>
            <p:cNvSpPr/>
            <p:nvPr/>
          </p:nvSpPr>
          <p:spPr>
            <a:xfrm>
              <a:off x="78120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2" name="Oval 911"/>
            <p:cNvSpPr/>
            <p:nvPr/>
          </p:nvSpPr>
          <p:spPr>
            <a:xfrm>
              <a:off x="73802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3" name="Oval 912"/>
            <p:cNvSpPr/>
            <p:nvPr/>
          </p:nvSpPr>
          <p:spPr>
            <a:xfrm>
              <a:off x="810101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4" name="Oval 913"/>
            <p:cNvSpPr/>
            <p:nvPr/>
          </p:nvSpPr>
          <p:spPr>
            <a:xfrm>
              <a:off x="76676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5" name="Oval 914"/>
            <p:cNvSpPr/>
            <p:nvPr/>
          </p:nvSpPr>
          <p:spPr>
            <a:xfrm>
              <a:off x="75247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6" name="Oval 915"/>
            <p:cNvSpPr/>
            <p:nvPr/>
          </p:nvSpPr>
          <p:spPr>
            <a:xfrm>
              <a:off x="79565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7" name="Oval 916"/>
            <p:cNvSpPr/>
            <p:nvPr/>
          </p:nvSpPr>
          <p:spPr>
            <a:xfrm>
              <a:off x="68040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8" name="Oval 917"/>
            <p:cNvSpPr/>
            <p:nvPr/>
          </p:nvSpPr>
          <p:spPr>
            <a:xfrm>
              <a:off x="69484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9" name="Oval 918"/>
            <p:cNvSpPr/>
            <p:nvPr/>
          </p:nvSpPr>
          <p:spPr>
            <a:xfrm>
              <a:off x="70929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0" name="Oval 919"/>
            <p:cNvSpPr/>
            <p:nvPr/>
          </p:nvSpPr>
          <p:spPr>
            <a:xfrm>
              <a:off x="72358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1" name="Oval 920"/>
            <p:cNvSpPr/>
            <p:nvPr/>
          </p:nvSpPr>
          <p:spPr>
            <a:xfrm>
              <a:off x="78120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2" name="Oval 921"/>
            <p:cNvSpPr/>
            <p:nvPr/>
          </p:nvSpPr>
          <p:spPr>
            <a:xfrm>
              <a:off x="73802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3" name="Oval 922"/>
            <p:cNvSpPr/>
            <p:nvPr/>
          </p:nvSpPr>
          <p:spPr>
            <a:xfrm>
              <a:off x="810101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4" name="Oval 923"/>
            <p:cNvSpPr/>
            <p:nvPr/>
          </p:nvSpPr>
          <p:spPr>
            <a:xfrm>
              <a:off x="76676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5" name="Oval 924"/>
            <p:cNvSpPr/>
            <p:nvPr/>
          </p:nvSpPr>
          <p:spPr>
            <a:xfrm>
              <a:off x="75247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6" name="Oval 925"/>
            <p:cNvSpPr/>
            <p:nvPr/>
          </p:nvSpPr>
          <p:spPr>
            <a:xfrm>
              <a:off x="79565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7" name="Oval 926"/>
            <p:cNvSpPr/>
            <p:nvPr/>
          </p:nvSpPr>
          <p:spPr>
            <a:xfrm>
              <a:off x="68040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8" name="Oval 927"/>
            <p:cNvSpPr/>
            <p:nvPr/>
          </p:nvSpPr>
          <p:spPr>
            <a:xfrm>
              <a:off x="69484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9" name="Oval 928"/>
            <p:cNvSpPr/>
            <p:nvPr/>
          </p:nvSpPr>
          <p:spPr>
            <a:xfrm>
              <a:off x="70929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0" name="Oval 929"/>
            <p:cNvSpPr/>
            <p:nvPr/>
          </p:nvSpPr>
          <p:spPr>
            <a:xfrm>
              <a:off x="72358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1" name="Oval 930"/>
            <p:cNvSpPr/>
            <p:nvPr/>
          </p:nvSpPr>
          <p:spPr>
            <a:xfrm>
              <a:off x="78120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2" name="Oval 931"/>
            <p:cNvSpPr/>
            <p:nvPr/>
          </p:nvSpPr>
          <p:spPr>
            <a:xfrm>
              <a:off x="73802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3" name="Oval 932"/>
            <p:cNvSpPr/>
            <p:nvPr/>
          </p:nvSpPr>
          <p:spPr>
            <a:xfrm>
              <a:off x="810101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4" name="Oval 933"/>
            <p:cNvSpPr/>
            <p:nvPr/>
          </p:nvSpPr>
          <p:spPr>
            <a:xfrm>
              <a:off x="76676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5" name="Oval 934"/>
            <p:cNvSpPr/>
            <p:nvPr/>
          </p:nvSpPr>
          <p:spPr>
            <a:xfrm>
              <a:off x="75247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6" name="Oval 935"/>
            <p:cNvSpPr/>
            <p:nvPr/>
          </p:nvSpPr>
          <p:spPr>
            <a:xfrm>
              <a:off x="79565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7" name="Oval 936"/>
            <p:cNvSpPr/>
            <p:nvPr/>
          </p:nvSpPr>
          <p:spPr>
            <a:xfrm>
              <a:off x="68040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8" name="Oval 937"/>
            <p:cNvSpPr/>
            <p:nvPr/>
          </p:nvSpPr>
          <p:spPr>
            <a:xfrm>
              <a:off x="69484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9" name="Oval 938"/>
            <p:cNvSpPr/>
            <p:nvPr/>
          </p:nvSpPr>
          <p:spPr>
            <a:xfrm>
              <a:off x="70929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0" name="Oval 939"/>
            <p:cNvSpPr/>
            <p:nvPr/>
          </p:nvSpPr>
          <p:spPr>
            <a:xfrm>
              <a:off x="72358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1" name="Oval 940"/>
            <p:cNvSpPr/>
            <p:nvPr/>
          </p:nvSpPr>
          <p:spPr>
            <a:xfrm>
              <a:off x="78120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2" name="Oval 941"/>
            <p:cNvSpPr/>
            <p:nvPr/>
          </p:nvSpPr>
          <p:spPr>
            <a:xfrm>
              <a:off x="73802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3" name="Oval 942"/>
            <p:cNvSpPr/>
            <p:nvPr/>
          </p:nvSpPr>
          <p:spPr>
            <a:xfrm>
              <a:off x="810101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4" name="Oval 943"/>
            <p:cNvSpPr/>
            <p:nvPr/>
          </p:nvSpPr>
          <p:spPr>
            <a:xfrm>
              <a:off x="76676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5" name="Oval 944"/>
            <p:cNvSpPr/>
            <p:nvPr/>
          </p:nvSpPr>
          <p:spPr>
            <a:xfrm>
              <a:off x="75247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6" name="Oval 945"/>
            <p:cNvSpPr/>
            <p:nvPr/>
          </p:nvSpPr>
          <p:spPr>
            <a:xfrm>
              <a:off x="79565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7" name="Oval 946"/>
            <p:cNvSpPr/>
            <p:nvPr/>
          </p:nvSpPr>
          <p:spPr>
            <a:xfrm>
              <a:off x="68040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8" name="Oval 947"/>
            <p:cNvSpPr/>
            <p:nvPr/>
          </p:nvSpPr>
          <p:spPr>
            <a:xfrm>
              <a:off x="69484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9" name="Oval 948"/>
            <p:cNvSpPr/>
            <p:nvPr/>
          </p:nvSpPr>
          <p:spPr>
            <a:xfrm>
              <a:off x="70929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0" name="Oval 949"/>
            <p:cNvSpPr/>
            <p:nvPr/>
          </p:nvSpPr>
          <p:spPr>
            <a:xfrm>
              <a:off x="72358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1" name="Oval 950"/>
            <p:cNvSpPr/>
            <p:nvPr/>
          </p:nvSpPr>
          <p:spPr>
            <a:xfrm>
              <a:off x="78120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2" name="Oval 951"/>
            <p:cNvSpPr/>
            <p:nvPr/>
          </p:nvSpPr>
          <p:spPr>
            <a:xfrm>
              <a:off x="73802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3" name="Oval 952"/>
            <p:cNvSpPr/>
            <p:nvPr/>
          </p:nvSpPr>
          <p:spPr>
            <a:xfrm>
              <a:off x="810101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4" name="Oval 953"/>
            <p:cNvSpPr/>
            <p:nvPr/>
          </p:nvSpPr>
          <p:spPr>
            <a:xfrm>
              <a:off x="76676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5" name="Oval 954"/>
            <p:cNvSpPr/>
            <p:nvPr/>
          </p:nvSpPr>
          <p:spPr>
            <a:xfrm>
              <a:off x="75247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6" name="Oval 955"/>
            <p:cNvSpPr/>
            <p:nvPr/>
          </p:nvSpPr>
          <p:spPr>
            <a:xfrm>
              <a:off x="79565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7" name="Oval 956"/>
            <p:cNvSpPr/>
            <p:nvPr/>
          </p:nvSpPr>
          <p:spPr>
            <a:xfrm>
              <a:off x="68040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8" name="Oval 957"/>
            <p:cNvSpPr/>
            <p:nvPr/>
          </p:nvSpPr>
          <p:spPr>
            <a:xfrm>
              <a:off x="69484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9" name="Oval 958"/>
            <p:cNvSpPr/>
            <p:nvPr/>
          </p:nvSpPr>
          <p:spPr>
            <a:xfrm>
              <a:off x="70929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0" name="Oval 959"/>
            <p:cNvSpPr/>
            <p:nvPr/>
          </p:nvSpPr>
          <p:spPr>
            <a:xfrm>
              <a:off x="72358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1" name="Oval 960"/>
            <p:cNvSpPr/>
            <p:nvPr/>
          </p:nvSpPr>
          <p:spPr>
            <a:xfrm>
              <a:off x="78120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2" name="Oval 961"/>
            <p:cNvSpPr/>
            <p:nvPr/>
          </p:nvSpPr>
          <p:spPr>
            <a:xfrm>
              <a:off x="73802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3" name="Oval 962"/>
            <p:cNvSpPr/>
            <p:nvPr/>
          </p:nvSpPr>
          <p:spPr>
            <a:xfrm>
              <a:off x="810101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4" name="Oval 963"/>
            <p:cNvSpPr/>
            <p:nvPr/>
          </p:nvSpPr>
          <p:spPr>
            <a:xfrm>
              <a:off x="76676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5" name="Oval 964"/>
            <p:cNvSpPr/>
            <p:nvPr/>
          </p:nvSpPr>
          <p:spPr>
            <a:xfrm>
              <a:off x="75247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6" name="Oval 965"/>
            <p:cNvSpPr/>
            <p:nvPr/>
          </p:nvSpPr>
          <p:spPr>
            <a:xfrm>
              <a:off x="79565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7" name="Oval 966"/>
            <p:cNvSpPr/>
            <p:nvPr/>
          </p:nvSpPr>
          <p:spPr>
            <a:xfrm>
              <a:off x="68040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8" name="Oval 967"/>
            <p:cNvSpPr/>
            <p:nvPr/>
          </p:nvSpPr>
          <p:spPr>
            <a:xfrm>
              <a:off x="69484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9" name="Oval 968"/>
            <p:cNvSpPr/>
            <p:nvPr/>
          </p:nvSpPr>
          <p:spPr>
            <a:xfrm>
              <a:off x="70929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0" name="Oval 969"/>
            <p:cNvSpPr/>
            <p:nvPr/>
          </p:nvSpPr>
          <p:spPr>
            <a:xfrm>
              <a:off x="72358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1" name="Oval 970"/>
            <p:cNvSpPr/>
            <p:nvPr/>
          </p:nvSpPr>
          <p:spPr>
            <a:xfrm>
              <a:off x="78120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2" name="Oval 971"/>
            <p:cNvSpPr/>
            <p:nvPr/>
          </p:nvSpPr>
          <p:spPr>
            <a:xfrm>
              <a:off x="73802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3" name="Oval 972"/>
            <p:cNvSpPr/>
            <p:nvPr/>
          </p:nvSpPr>
          <p:spPr>
            <a:xfrm>
              <a:off x="810101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4" name="Oval 973"/>
            <p:cNvSpPr/>
            <p:nvPr/>
          </p:nvSpPr>
          <p:spPr>
            <a:xfrm>
              <a:off x="76676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5" name="Oval 974"/>
            <p:cNvSpPr/>
            <p:nvPr/>
          </p:nvSpPr>
          <p:spPr>
            <a:xfrm>
              <a:off x="75247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6" name="Oval 975"/>
            <p:cNvSpPr/>
            <p:nvPr/>
          </p:nvSpPr>
          <p:spPr>
            <a:xfrm>
              <a:off x="79565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7" name="Oval 976"/>
            <p:cNvSpPr/>
            <p:nvPr/>
          </p:nvSpPr>
          <p:spPr>
            <a:xfrm>
              <a:off x="68040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8" name="Oval 977"/>
            <p:cNvSpPr/>
            <p:nvPr/>
          </p:nvSpPr>
          <p:spPr>
            <a:xfrm>
              <a:off x="69484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9" name="Oval 978"/>
            <p:cNvSpPr/>
            <p:nvPr/>
          </p:nvSpPr>
          <p:spPr>
            <a:xfrm>
              <a:off x="70929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0" name="Oval 979"/>
            <p:cNvSpPr/>
            <p:nvPr/>
          </p:nvSpPr>
          <p:spPr>
            <a:xfrm>
              <a:off x="72358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1" name="Oval 980"/>
            <p:cNvSpPr/>
            <p:nvPr/>
          </p:nvSpPr>
          <p:spPr>
            <a:xfrm>
              <a:off x="78120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2" name="Oval 981"/>
            <p:cNvSpPr/>
            <p:nvPr/>
          </p:nvSpPr>
          <p:spPr>
            <a:xfrm>
              <a:off x="73802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3" name="Oval 982"/>
            <p:cNvSpPr/>
            <p:nvPr/>
          </p:nvSpPr>
          <p:spPr>
            <a:xfrm>
              <a:off x="810101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4" name="Oval 983"/>
            <p:cNvSpPr/>
            <p:nvPr/>
          </p:nvSpPr>
          <p:spPr>
            <a:xfrm>
              <a:off x="76676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5" name="Oval 984"/>
            <p:cNvSpPr/>
            <p:nvPr/>
          </p:nvSpPr>
          <p:spPr>
            <a:xfrm>
              <a:off x="75247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6" name="Oval 985"/>
            <p:cNvSpPr/>
            <p:nvPr/>
          </p:nvSpPr>
          <p:spPr>
            <a:xfrm>
              <a:off x="79565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7" name="Oval 986"/>
            <p:cNvSpPr/>
            <p:nvPr/>
          </p:nvSpPr>
          <p:spPr>
            <a:xfrm>
              <a:off x="68040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8" name="Oval 987"/>
            <p:cNvSpPr/>
            <p:nvPr/>
          </p:nvSpPr>
          <p:spPr>
            <a:xfrm>
              <a:off x="69484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9" name="Oval 988"/>
            <p:cNvSpPr/>
            <p:nvPr/>
          </p:nvSpPr>
          <p:spPr>
            <a:xfrm>
              <a:off x="70929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0" name="Oval 989"/>
            <p:cNvSpPr/>
            <p:nvPr/>
          </p:nvSpPr>
          <p:spPr>
            <a:xfrm>
              <a:off x="72358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1" name="Oval 990"/>
            <p:cNvSpPr/>
            <p:nvPr/>
          </p:nvSpPr>
          <p:spPr>
            <a:xfrm>
              <a:off x="78120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2" name="Oval 991"/>
            <p:cNvSpPr/>
            <p:nvPr/>
          </p:nvSpPr>
          <p:spPr>
            <a:xfrm>
              <a:off x="73802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3" name="Oval 992"/>
            <p:cNvSpPr/>
            <p:nvPr/>
          </p:nvSpPr>
          <p:spPr>
            <a:xfrm>
              <a:off x="810101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4" name="Oval 993"/>
            <p:cNvSpPr/>
            <p:nvPr/>
          </p:nvSpPr>
          <p:spPr>
            <a:xfrm>
              <a:off x="76676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5" name="Oval 994"/>
            <p:cNvSpPr/>
            <p:nvPr/>
          </p:nvSpPr>
          <p:spPr>
            <a:xfrm>
              <a:off x="75247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6" name="Oval 995"/>
            <p:cNvSpPr/>
            <p:nvPr/>
          </p:nvSpPr>
          <p:spPr>
            <a:xfrm>
              <a:off x="79565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7" name="Oval 996"/>
            <p:cNvSpPr/>
            <p:nvPr/>
          </p:nvSpPr>
          <p:spPr>
            <a:xfrm>
              <a:off x="68040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8" name="Oval 997"/>
            <p:cNvSpPr/>
            <p:nvPr/>
          </p:nvSpPr>
          <p:spPr>
            <a:xfrm>
              <a:off x="69484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9" name="Oval 998"/>
            <p:cNvSpPr/>
            <p:nvPr/>
          </p:nvSpPr>
          <p:spPr>
            <a:xfrm>
              <a:off x="709295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0" name="Oval 999"/>
            <p:cNvSpPr/>
            <p:nvPr/>
          </p:nvSpPr>
          <p:spPr>
            <a:xfrm>
              <a:off x="72358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1" name="Oval 1000"/>
            <p:cNvSpPr/>
            <p:nvPr/>
          </p:nvSpPr>
          <p:spPr>
            <a:xfrm>
              <a:off x="78120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2" name="Oval 1001"/>
            <p:cNvSpPr/>
            <p:nvPr/>
          </p:nvSpPr>
          <p:spPr>
            <a:xfrm>
              <a:off x="73802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3" name="Oval 1002"/>
            <p:cNvSpPr/>
            <p:nvPr/>
          </p:nvSpPr>
          <p:spPr>
            <a:xfrm>
              <a:off x="8101013" y="5013325"/>
              <a:ext cx="142875"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4" name="Oval 1003"/>
            <p:cNvSpPr/>
            <p:nvPr/>
          </p:nvSpPr>
          <p:spPr>
            <a:xfrm>
              <a:off x="76676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5" name="Oval 1004"/>
            <p:cNvSpPr/>
            <p:nvPr/>
          </p:nvSpPr>
          <p:spPr>
            <a:xfrm>
              <a:off x="752475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6" name="Oval 1005"/>
            <p:cNvSpPr/>
            <p:nvPr/>
          </p:nvSpPr>
          <p:spPr>
            <a:xfrm>
              <a:off x="79565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7" name="Oval 1006"/>
            <p:cNvSpPr/>
            <p:nvPr/>
          </p:nvSpPr>
          <p:spPr>
            <a:xfrm>
              <a:off x="11953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8" name="Oval 1007"/>
            <p:cNvSpPr/>
            <p:nvPr/>
          </p:nvSpPr>
          <p:spPr>
            <a:xfrm>
              <a:off x="13398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9" name="Oval 1008"/>
            <p:cNvSpPr/>
            <p:nvPr/>
          </p:nvSpPr>
          <p:spPr>
            <a:xfrm>
              <a:off x="1484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0" name="Oval 1009"/>
            <p:cNvSpPr/>
            <p:nvPr/>
          </p:nvSpPr>
          <p:spPr>
            <a:xfrm>
              <a:off x="16287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1" name="Oval 1010"/>
            <p:cNvSpPr/>
            <p:nvPr/>
          </p:nvSpPr>
          <p:spPr>
            <a:xfrm>
              <a:off x="2203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2" name="Oval 1011"/>
            <p:cNvSpPr/>
            <p:nvPr/>
          </p:nvSpPr>
          <p:spPr>
            <a:xfrm>
              <a:off x="17716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3" name="Oval 1012"/>
            <p:cNvSpPr/>
            <p:nvPr/>
          </p:nvSpPr>
          <p:spPr>
            <a:xfrm>
              <a:off x="2492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4" name="Oval 1013"/>
            <p:cNvSpPr/>
            <p:nvPr/>
          </p:nvSpPr>
          <p:spPr>
            <a:xfrm>
              <a:off x="20605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5" name="Oval 1014"/>
            <p:cNvSpPr/>
            <p:nvPr/>
          </p:nvSpPr>
          <p:spPr>
            <a:xfrm>
              <a:off x="1916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6" name="Oval 1015"/>
            <p:cNvSpPr/>
            <p:nvPr/>
          </p:nvSpPr>
          <p:spPr>
            <a:xfrm>
              <a:off x="2347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7" name="Oval 1016"/>
            <p:cNvSpPr/>
            <p:nvPr/>
          </p:nvSpPr>
          <p:spPr>
            <a:xfrm>
              <a:off x="1195388"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8" name="Oval 1017"/>
            <p:cNvSpPr/>
            <p:nvPr/>
          </p:nvSpPr>
          <p:spPr>
            <a:xfrm>
              <a:off x="13398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9" name="Oval 1018"/>
            <p:cNvSpPr/>
            <p:nvPr/>
          </p:nvSpPr>
          <p:spPr>
            <a:xfrm>
              <a:off x="14843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0" name="Oval 1019"/>
            <p:cNvSpPr/>
            <p:nvPr/>
          </p:nvSpPr>
          <p:spPr>
            <a:xfrm>
              <a:off x="16287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1" name="Oval 1020"/>
            <p:cNvSpPr/>
            <p:nvPr/>
          </p:nvSpPr>
          <p:spPr>
            <a:xfrm>
              <a:off x="22034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2" name="Oval 1021"/>
            <p:cNvSpPr/>
            <p:nvPr/>
          </p:nvSpPr>
          <p:spPr>
            <a:xfrm>
              <a:off x="17716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3" name="Oval 1022"/>
            <p:cNvSpPr/>
            <p:nvPr/>
          </p:nvSpPr>
          <p:spPr>
            <a:xfrm>
              <a:off x="2492375"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4" name="Oval 1023"/>
            <p:cNvSpPr/>
            <p:nvPr/>
          </p:nvSpPr>
          <p:spPr>
            <a:xfrm>
              <a:off x="20605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5" name="Oval 1024"/>
            <p:cNvSpPr/>
            <p:nvPr/>
          </p:nvSpPr>
          <p:spPr>
            <a:xfrm>
              <a:off x="19161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6" name="Oval 1025"/>
            <p:cNvSpPr/>
            <p:nvPr/>
          </p:nvSpPr>
          <p:spPr>
            <a:xfrm>
              <a:off x="23479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7" name="Oval 1026"/>
            <p:cNvSpPr/>
            <p:nvPr/>
          </p:nvSpPr>
          <p:spPr>
            <a:xfrm>
              <a:off x="1195388"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8" name="Oval 1027"/>
            <p:cNvSpPr/>
            <p:nvPr/>
          </p:nvSpPr>
          <p:spPr>
            <a:xfrm>
              <a:off x="13398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9" name="Oval 1028"/>
            <p:cNvSpPr/>
            <p:nvPr/>
          </p:nvSpPr>
          <p:spPr>
            <a:xfrm>
              <a:off x="14843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0" name="Oval 1029"/>
            <p:cNvSpPr/>
            <p:nvPr/>
          </p:nvSpPr>
          <p:spPr>
            <a:xfrm>
              <a:off x="16287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1" name="Oval 1030"/>
            <p:cNvSpPr/>
            <p:nvPr/>
          </p:nvSpPr>
          <p:spPr>
            <a:xfrm>
              <a:off x="22034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2" name="Oval 1031"/>
            <p:cNvSpPr/>
            <p:nvPr/>
          </p:nvSpPr>
          <p:spPr>
            <a:xfrm>
              <a:off x="17716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3" name="Oval 1032"/>
            <p:cNvSpPr/>
            <p:nvPr/>
          </p:nvSpPr>
          <p:spPr>
            <a:xfrm>
              <a:off x="2492375"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4" name="Oval 1033"/>
            <p:cNvSpPr/>
            <p:nvPr/>
          </p:nvSpPr>
          <p:spPr>
            <a:xfrm>
              <a:off x="20605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5" name="Oval 1034"/>
            <p:cNvSpPr/>
            <p:nvPr/>
          </p:nvSpPr>
          <p:spPr>
            <a:xfrm>
              <a:off x="19161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6" name="Oval 1035"/>
            <p:cNvSpPr/>
            <p:nvPr/>
          </p:nvSpPr>
          <p:spPr>
            <a:xfrm>
              <a:off x="23479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7" name="Oval 1036"/>
            <p:cNvSpPr/>
            <p:nvPr/>
          </p:nvSpPr>
          <p:spPr>
            <a:xfrm>
              <a:off x="1195388"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8" name="Oval 1037"/>
            <p:cNvSpPr/>
            <p:nvPr/>
          </p:nvSpPr>
          <p:spPr>
            <a:xfrm>
              <a:off x="13398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9" name="Oval 1038"/>
            <p:cNvSpPr/>
            <p:nvPr/>
          </p:nvSpPr>
          <p:spPr>
            <a:xfrm>
              <a:off x="14843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0" name="Oval 1039"/>
            <p:cNvSpPr/>
            <p:nvPr/>
          </p:nvSpPr>
          <p:spPr>
            <a:xfrm>
              <a:off x="16287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1" name="Oval 1040"/>
            <p:cNvSpPr/>
            <p:nvPr/>
          </p:nvSpPr>
          <p:spPr>
            <a:xfrm>
              <a:off x="22034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2" name="Oval 1041"/>
            <p:cNvSpPr/>
            <p:nvPr/>
          </p:nvSpPr>
          <p:spPr>
            <a:xfrm>
              <a:off x="17716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3" name="Oval 1042"/>
            <p:cNvSpPr/>
            <p:nvPr/>
          </p:nvSpPr>
          <p:spPr>
            <a:xfrm>
              <a:off x="2492375"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4" name="Oval 1043"/>
            <p:cNvSpPr/>
            <p:nvPr/>
          </p:nvSpPr>
          <p:spPr>
            <a:xfrm>
              <a:off x="20605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5" name="Oval 1044"/>
            <p:cNvSpPr/>
            <p:nvPr/>
          </p:nvSpPr>
          <p:spPr>
            <a:xfrm>
              <a:off x="19161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6" name="Oval 1045"/>
            <p:cNvSpPr/>
            <p:nvPr/>
          </p:nvSpPr>
          <p:spPr>
            <a:xfrm>
              <a:off x="23479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7" name="Oval 1046"/>
            <p:cNvSpPr/>
            <p:nvPr/>
          </p:nvSpPr>
          <p:spPr>
            <a:xfrm>
              <a:off x="1195388"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8" name="Oval 1047"/>
            <p:cNvSpPr/>
            <p:nvPr/>
          </p:nvSpPr>
          <p:spPr>
            <a:xfrm>
              <a:off x="13398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9" name="Oval 1048"/>
            <p:cNvSpPr/>
            <p:nvPr/>
          </p:nvSpPr>
          <p:spPr>
            <a:xfrm>
              <a:off x="14843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0" name="Oval 1049"/>
            <p:cNvSpPr/>
            <p:nvPr/>
          </p:nvSpPr>
          <p:spPr>
            <a:xfrm>
              <a:off x="16287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1" name="Oval 1050"/>
            <p:cNvSpPr/>
            <p:nvPr/>
          </p:nvSpPr>
          <p:spPr>
            <a:xfrm>
              <a:off x="22034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2" name="Oval 1051"/>
            <p:cNvSpPr/>
            <p:nvPr/>
          </p:nvSpPr>
          <p:spPr>
            <a:xfrm>
              <a:off x="17716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3" name="Oval 1052"/>
            <p:cNvSpPr/>
            <p:nvPr/>
          </p:nvSpPr>
          <p:spPr>
            <a:xfrm>
              <a:off x="2492375"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4" name="Oval 1053"/>
            <p:cNvSpPr/>
            <p:nvPr/>
          </p:nvSpPr>
          <p:spPr>
            <a:xfrm>
              <a:off x="20605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5" name="Oval 1054"/>
            <p:cNvSpPr/>
            <p:nvPr/>
          </p:nvSpPr>
          <p:spPr>
            <a:xfrm>
              <a:off x="19161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6" name="Oval 1055"/>
            <p:cNvSpPr/>
            <p:nvPr/>
          </p:nvSpPr>
          <p:spPr>
            <a:xfrm>
              <a:off x="23479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7" name="Oval 1056"/>
            <p:cNvSpPr/>
            <p:nvPr/>
          </p:nvSpPr>
          <p:spPr>
            <a:xfrm>
              <a:off x="1195388"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8" name="Oval 1057"/>
            <p:cNvSpPr/>
            <p:nvPr/>
          </p:nvSpPr>
          <p:spPr>
            <a:xfrm>
              <a:off x="13398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9" name="Oval 1058"/>
            <p:cNvSpPr/>
            <p:nvPr/>
          </p:nvSpPr>
          <p:spPr>
            <a:xfrm>
              <a:off x="14843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0" name="Oval 1059"/>
            <p:cNvSpPr/>
            <p:nvPr/>
          </p:nvSpPr>
          <p:spPr>
            <a:xfrm>
              <a:off x="16287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1" name="Oval 1060"/>
            <p:cNvSpPr/>
            <p:nvPr/>
          </p:nvSpPr>
          <p:spPr>
            <a:xfrm>
              <a:off x="22034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2" name="Oval 1061"/>
            <p:cNvSpPr/>
            <p:nvPr/>
          </p:nvSpPr>
          <p:spPr>
            <a:xfrm>
              <a:off x="17716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3" name="Oval 1062"/>
            <p:cNvSpPr/>
            <p:nvPr/>
          </p:nvSpPr>
          <p:spPr>
            <a:xfrm>
              <a:off x="2492375"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4" name="Oval 1063"/>
            <p:cNvSpPr/>
            <p:nvPr/>
          </p:nvSpPr>
          <p:spPr>
            <a:xfrm>
              <a:off x="20605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5" name="Oval 1064"/>
            <p:cNvSpPr/>
            <p:nvPr/>
          </p:nvSpPr>
          <p:spPr>
            <a:xfrm>
              <a:off x="19161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6" name="Oval 1065"/>
            <p:cNvSpPr/>
            <p:nvPr/>
          </p:nvSpPr>
          <p:spPr>
            <a:xfrm>
              <a:off x="23479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7" name="Oval 1066"/>
            <p:cNvSpPr/>
            <p:nvPr/>
          </p:nvSpPr>
          <p:spPr>
            <a:xfrm>
              <a:off x="1195388"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8" name="Oval 1067"/>
            <p:cNvSpPr/>
            <p:nvPr/>
          </p:nvSpPr>
          <p:spPr>
            <a:xfrm>
              <a:off x="13398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9" name="Oval 1068"/>
            <p:cNvSpPr/>
            <p:nvPr/>
          </p:nvSpPr>
          <p:spPr>
            <a:xfrm>
              <a:off x="14843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0" name="Oval 1069"/>
            <p:cNvSpPr/>
            <p:nvPr/>
          </p:nvSpPr>
          <p:spPr>
            <a:xfrm>
              <a:off x="16287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1" name="Oval 1070"/>
            <p:cNvSpPr/>
            <p:nvPr/>
          </p:nvSpPr>
          <p:spPr>
            <a:xfrm>
              <a:off x="22034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2" name="Oval 1071"/>
            <p:cNvSpPr/>
            <p:nvPr/>
          </p:nvSpPr>
          <p:spPr>
            <a:xfrm>
              <a:off x="17716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3" name="Oval 1072"/>
            <p:cNvSpPr/>
            <p:nvPr/>
          </p:nvSpPr>
          <p:spPr>
            <a:xfrm>
              <a:off x="2492375"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4" name="Oval 1073"/>
            <p:cNvSpPr/>
            <p:nvPr/>
          </p:nvSpPr>
          <p:spPr>
            <a:xfrm>
              <a:off x="20605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5" name="Oval 1074"/>
            <p:cNvSpPr/>
            <p:nvPr/>
          </p:nvSpPr>
          <p:spPr>
            <a:xfrm>
              <a:off x="19161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6" name="Oval 1075"/>
            <p:cNvSpPr/>
            <p:nvPr/>
          </p:nvSpPr>
          <p:spPr>
            <a:xfrm>
              <a:off x="23479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7" name="Oval 1076"/>
            <p:cNvSpPr/>
            <p:nvPr/>
          </p:nvSpPr>
          <p:spPr>
            <a:xfrm>
              <a:off x="1195388"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8" name="Oval 1077"/>
            <p:cNvSpPr/>
            <p:nvPr/>
          </p:nvSpPr>
          <p:spPr>
            <a:xfrm>
              <a:off x="13398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9" name="Oval 1078"/>
            <p:cNvSpPr/>
            <p:nvPr/>
          </p:nvSpPr>
          <p:spPr>
            <a:xfrm>
              <a:off x="14843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0" name="Oval 1079"/>
            <p:cNvSpPr/>
            <p:nvPr/>
          </p:nvSpPr>
          <p:spPr>
            <a:xfrm>
              <a:off x="16287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1" name="Oval 1080"/>
            <p:cNvSpPr/>
            <p:nvPr/>
          </p:nvSpPr>
          <p:spPr>
            <a:xfrm>
              <a:off x="22034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2" name="Oval 1081"/>
            <p:cNvSpPr/>
            <p:nvPr/>
          </p:nvSpPr>
          <p:spPr>
            <a:xfrm>
              <a:off x="17716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3" name="Oval 1082"/>
            <p:cNvSpPr/>
            <p:nvPr/>
          </p:nvSpPr>
          <p:spPr>
            <a:xfrm>
              <a:off x="2492375"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4" name="Oval 1083"/>
            <p:cNvSpPr/>
            <p:nvPr/>
          </p:nvSpPr>
          <p:spPr>
            <a:xfrm>
              <a:off x="20605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5" name="Oval 1084"/>
            <p:cNvSpPr/>
            <p:nvPr/>
          </p:nvSpPr>
          <p:spPr>
            <a:xfrm>
              <a:off x="19161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6" name="Oval 1085"/>
            <p:cNvSpPr/>
            <p:nvPr/>
          </p:nvSpPr>
          <p:spPr>
            <a:xfrm>
              <a:off x="23479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7" name="Oval 1086"/>
            <p:cNvSpPr/>
            <p:nvPr/>
          </p:nvSpPr>
          <p:spPr>
            <a:xfrm>
              <a:off x="1195388"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8" name="Oval 1087"/>
            <p:cNvSpPr/>
            <p:nvPr/>
          </p:nvSpPr>
          <p:spPr>
            <a:xfrm>
              <a:off x="13398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9" name="Oval 1088"/>
            <p:cNvSpPr/>
            <p:nvPr/>
          </p:nvSpPr>
          <p:spPr>
            <a:xfrm>
              <a:off x="14843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0" name="Oval 1089"/>
            <p:cNvSpPr/>
            <p:nvPr/>
          </p:nvSpPr>
          <p:spPr>
            <a:xfrm>
              <a:off x="16287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1" name="Oval 1090"/>
            <p:cNvSpPr/>
            <p:nvPr/>
          </p:nvSpPr>
          <p:spPr>
            <a:xfrm>
              <a:off x="22034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2" name="Oval 1091"/>
            <p:cNvSpPr/>
            <p:nvPr/>
          </p:nvSpPr>
          <p:spPr>
            <a:xfrm>
              <a:off x="17716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3" name="Oval 1092"/>
            <p:cNvSpPr/>
            <p:nvPr/>
          </p:nvSpPr>
          <p:spPr>
            <a:xfrm>
              <a:off x="2492375"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4" name="Oval 1093"/>
            <p:cNvSpPr/>
            <p:nvPr/>
          </p:nvSpPr>
          <p:spPr>
            <a:xfrm>
              <a:off x="20605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5" name="Oval 1094"/>
            <p:cNvSpPr/>
            <p:nvPr/>
          </p:nvSpPr>
          <p:spPr>
            <a:xfrm>
              <a:off x="19161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6" name="Oval 1095"/>
            <p:cNvSpPr/>
            <p:nvPr/>
          </p:nvSpPr>
          <p:spPr>
            <a:xfrm>
              <a:off x="23479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7" name="Oval 1096"/>
            <p:cNvSpPr/>
            <p:nvPr/>
          </p:nvSpPr>
          <p:spPr>
            <a:xfrm>
              <a:off x="1195388"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8" name="Oval 1097"/>
            <p:cNvSpPr/>
            <p:nvPr/>
          </p:nvSpPr>
          <p:spPr>
            <a:xfrm>
              <a:off x="13398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9" name="Oval 1098"/>
            <p:cNvSpPr/>
            <p:nvPr/>
          </p:nvSpPr>
          <p:spPr>
            <a:xfrm>
              <a:off x="14843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0" name="Oval 1099"/>
            <p:cNvSpPr/>
            <p:nvPr/>
          </p:nvSpPr>
          <p:spPr>
            <a:xfrm>
              <a:off x="16287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1" name="Oval 1100"/>
            <p:cNvSpPr/>
            <p:nvPr/>
          </p:nvSpPr>
          <p:spPr>
            <a:xfrm>
              <a:off x="22034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2" name="Oval 1101"/>
            <p:cNvSpPr/>
            <p:nvPr/>
          </p:nvSpPr>
          <p:spPr>
            <a:xfrm>
              <a:off x="17716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3" name="Oval 1102"/>
            <p:cNvSpPr/>
            <p:nvPr/>
          </p:nvSpPr>
          <p:spPr>
            <a:xfrm>
              <a:off x="2492375"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4" name="Oval 1103"/>
            <p:cNvSpPr/>
            <p:nvPr/>
          </p:nvSpPr>
          <p:spPr>
            <a:xfrm>
              <a:off x="20605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5" name="Oval 1104"/>
            <p:cNvSpPr/>
            <p:nvPr/>
          </p:nvSpPr>
          <p:spPr>
            <a:xfrm>
              <a:off x="19161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6" name="Oval 1105"/>
            <p:cNvSpPr/>
            <p:nvPr/>
          </p:nvSpPr>
          <p:spPr>
            <a:xfrm>
              <a:off x="23479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Tree>
    <p:extLst>
      <p:ext uri="{BB962C8B-B14F-4D97-AF65-F5344CB8AC3E}">
        <p14:creationId xmlns:p14="http://schemas.microsoft.com/office/powerpoint/2010/main" val="2068268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Sick or Healthy?</a:t>
            </a:r>
            <a:endParaRPr lang="en-US" sz="2000" i="1" dirty="0"/>
          </a:p>
        </p:txBody>
      </p:sp>
      <p:sp>
        <p:nvSpPr>
          <p:cNvPr id="7" name="Content Placeholder 13"/>
          <p:cNvSpPr>
            <a:spLocks noGrp="1"/>
          </p:cNvSpPr>
          <p:nvPr>
            <p:ph idx="4294967295"/>
          </p:nvPr>
        </p:nvSpPr>
        <p:spPr>
          <a:xfrm>
            <a:off x="838200" y="1690688"/>
            <a:ext cx="10630546" cy="4351338"/>
          </a:xfrm>
          <a:prstGeom prst="rect">
            <a:avLst/>
          </a:prstGeom>
        </p:spPr>
        <p:txBody>
          <a:bodyPr>
            <a:noAutofit/>
          </a:bodyPr>
          <a:lstStyle/>
          <a:p>
            <a:pPr marL="457200" indent="-457200"/>
            <a:r>
              <a:rPr lang="en-US" altLang="en-US" sz="2200" dirty="0">
                <a:latin typeface="Arial" panose="020B0604020202020204" pitchFamily="34" charset="0"/>
                <a:cs typeface="Arial" panose="020B0604020202020204" pitchFamily="34" charset="0"/>
              </a:rPr>
              <a:t>Test will say "Sick" (99%)</a:t>
            </a:r>
          </a:p>
          <a:p>
            <a:pPr marL="457200" indent="-457200"/>
            <a:endParaRPr lang="tr-TR" altLang="en-US" sz="2400" dirty="0">
              <a:latin typeface="Arial" panose="020B0604020202020204" pitchFamily="34" charset="0"/>
              <a:cs typeface="Arial" panose="020B0604020202020204" pitchFamily="34" charset="0"/>
            </a:endParaRPr>
          </a:p>
          <a:p>
            <a:pPr marL="457200" indent="-457200"/>
            <a:endParaRPr lang="en-US" altLang="en-US" sz="2400" dirty="0">
              <a:latin typeface="Arial" panose="020B0604020202020204" pitchFamily="34" charset="0"/>
              <a:cs typeface="Arial" panose="020B0604020202020204" pitchFamily="34" charset="0"/>
            </a:endParaRPr>
          </a:p>
        </p:txBody>
      </p:sp>
      <p:grpSp>
        <p:nvGrpSpPr>
          <p:cNvPr id="5" name="Group 4"/>
          <p:cNvGrpSpPr/>
          <p:nvPr/>
        </p:nvGrpSpPr>
        <p:grpSpPr>
          <a:xfrm>
            <a:off x="1080000" y="2880000"/>
            <a:ext cx="7273925" cy="3097213"/>
            <a:chOff x="1042988" y="2276475"/>
            <a:chExt cx="7273925" cy="3097213"/>
          </a:xfrm>
        </p:grpSpPr>
        <p:sp>
          <p:nvSpPr>
            <p:cNvPr id="6" name="Oval 5"/>
            <p:cNvSpPr/>
            <p:nvPr/>
          </p:nvSpPr>
          <p:spPr>
            <a:xfrm>
              <a:off x="10429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 name="Oval 7"/>
            <p:cNvSpPr/>
            <p:nvPr/>
          </p:nvSpPr>
          <p:spPr>
            <a:xfrm>
              <a:off x="11874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 name="Oval 8"/>
            <p:cNvSpPr/>
            <p:nvPr/>
          </p:nvSpPr>
          <p:spPr>
            <a:xfrm>
              <a:off x="13319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 name="Oval 9"/>
            <p:cNvSpPr/>
            <p:nvPr/>
          </p:nvSpPr>
          <p:spPr>
            <a:xfrm>
              <a:off x="14763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 name="Oval 10"/>
            <p:cNvSpPr/>
            <p:nvPr/>
          </p:nvSpPr>
          <p:spPr>
            <a:xfrm>
              <a:off x="20510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 name="Oval 11"/>
            <p:cNvSpPr/>
            <p:nvPr/>
          </p:nvSpPr>
          <p:spPr>
            <a:xfrm>
              <a:off x="16192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 name="Oval 12"/>
            <p:cNvSpPr/>
            <p:nvPr/>
          </p:nvSpPr>
          <p:spPr>
            <a:xfrm>
              <a:off x="23399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 name="Oval 13"/>
            <p:cNvSpPr/>
            <p:nvPr/>
          </p:nvSpPr>
          <p:spPr>
            <a:xfrm>
              <a:off x="19081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 name="Oval 14"/>
            <p:cNvSpPr/>
            <p:nvPr/>
          </p:nvSpPr>
          <p:spPr>
            <a:xfrm>
              <a:off x="17637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 name="Oval 15"/>
            <p:cNvSpPr/>
            <p:nvPr/>
          </p:nvSpPr>
          <p:spPr>
            <a:xfrm>
              <a:off x="21955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 name="Oval 16"/>
            <p:cNvSpPr/>
            <p:nvPr/>
          </p:nvSpPr>
          <p:spPr>
            <a:xfrm>
              <a:off x="10429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 name="Oval 17"/>
            <p:cNvSpPr/>
            <p:nvPr/>
          </p:nvSpPr>
          <p:spPr>
            <a:xfrm>
              <a:off x="1187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 name="Oval 18"/>
            <p:cNvSpPr/>
            <p:nvPr/>
          </p:nvSpPr>
          <p:spPr>
            <a:xfrm>
              <a:off x="1331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 name="Oval 19"/>
            <p:cNvSpPr/>
            <p:nvPr/>
          </p:nvSpPr>
          <p:spPr>
            <a:xfrm>
              <a:off x="14763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 name="Oval 20"/>
            <p:cNvSpPr/>
            <p:nvPr/>
          </p:nvSpPr>
          <p:spPr>
            <a:xfrm>
              <a:off x="20510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 name="Oval 21"/>
            <p:cNvSpPr/>
            <p:nvPr/>
          </p:nvSpPr>
          <p:spPr>
            <a:xfrm>
              <a:off x="16192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 name="Oval 22"/>
            <p:cNvSpPr/>
            <p:nvPr/>
          </p:nvSpPr>
          <p:spPr>
            <a:xfrm>
              <a:off x="23399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 name="Oval 23"/>
            <p:cNvSpPr/>
            <p:nvPr/>
          </p:nvSpPr>
          <p:spPr>
            <a:xfrm>
              <a:off x="19081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 name="Oval 24"/>
            <p:cNvSpPr/>
            <p:nvPr/>
          </p:nvSpPr>
          <p:spPr>
            <a:xfrm>
              <a:off x="17637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 name="Oval 25"/>
            <p:cNvSpPr/>
            <p:nvPr/>
          </p:nvSpPr>
          <p:spPr>
            <a:xfrm>
              <a:off x="21955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 name="Oval 26"/>
            <p:cNvSpPr/>
            <p:nvPr/>
          </p:nvSpPr>
          <p:spPr>
            <a:xfrm>
              <a:off x="10429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 name="Oval 27"/>
            <p:cNvSpPr/>
            <p:nvPr/>
          </p:nvSpPr>
          <p:spPr>
            <a:xfrm>
              <a:off x="11874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 name="Oval 28"/>
            <p:cNvSpPr/>
            <p:nvPr/>
          </p:nvSpPr>
          <p:spPr>
            <a:xfrm>
              <a:off x="13319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 name="Oval 29"/>
            <p:cNvSpPr/>
            <p:nvPr/>
          </p:nvSpPr>
          <p:spPr>
            <a:xfrm>
              <a:off x="14763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 name="Oval 30"/>
            <p:cNvSpPr/>
            <p:nvPr/>
          </p:nvSpPr>
          <p:spPr>
            <a:xfrm>
              <a:off x="20510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 name="Oval 31"/>
            <p:cNvSpPr/>
            <p:nvPr/>
          </p:nvSpPr>
          <p:spPr>
            <a:xfrm>
              <a:off x="16192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 name="Oval 32"/>
            <p:cNvSpPr/>
            <p:nvPr/>
          </p:nvSpPr>
          <p:spPr>
            <a:xfrm>
              <a:off x="23399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 name="Oval 33"/>
            <p:cNvSpPr/>
            <p:nvPr/>
          </p:nvSpPr>
          <p:spPr>
            <a:xfrm>
              <a:off x="19081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 name="Oval 34"/>
            <p:cNvSpPr/>
            <p:nvPr/>
          </p:nvSpPr>
          <p:spPr>
            <a:xfrm>
              <a:off x="17637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 name="Oval 35"/>
            <p:cNvSpPr/>
            <p:nvPr/>
          </p:nvSpPr>
          <p:spPr>
            <a:xfrm>
              <a:off x="21955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 name="Oval 36"/>
            <p:cNvSpPr/>
            <p:nvPr/>
          </p:nvSpPr>
          <p:spPr>
            <a:xfrm>
              <a:off x="10429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 name="Oval 37"/>
            <p:cNvSpPr/>
            <p:nvPr/>
          </p:nvSpPr>
          <p:spPr>
            <a:xfrm>
              <a:off x="11874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 name="Oval 38"/>
            <p:cNvSpPr/>
            <p:nvPr/>
          </p:nvSpPr>
          <p:spPr>
            <a:xfrm>
              <a:off x="13319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 name="Oval 39"/>
            <p:cNvSpPr/>
            <p:nvPr/>
          </p:nvSpPr>
          <p:spPr>
            <a:xfrm>
              <a:off x="14763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 name="Oval 40"/>
            <p:cNvSpPr/>
            <p:nvPr/>
          </p:nvSpPr>
          <p:spPr>
            <a:xfrm>
              <a:off x="20510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 name="Oval 41"/>
            <p:cNvSpPr/>
            <p:nvPr/>
          </p:nvSpPr>
          <p:spPr>
            <a:xfrm>
              <a:off x="16192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 name="Oval 42"/>
            <p:cNvSpPr/>
            <p:nvPr/>
          </p:nvSpPr>
          <p:spPr>
            <a:xfrm>
              <a:off x="23399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 name="Oval 43"/>
            <p:cNvSpPr/>
            <p:nvPr/>
          </p:nvSpPr>
          <p:spPr>
            <a:xfrm>
              <a:off x="19081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 name="Oval 44"/>
            <p:cNvSpPr/>
            <p:nvPr/>
          </p:nvSpPr>
          <p:spPr>
            <a:xfrm>
              <a:off x="17637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 name="Oval 45"/>
            <p:cNvSpPr/>
            <p:nvPr/>
          </p:nvSpPr>
          <p:spPr>
            <a:xfrm>
              <a:off x="21955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 name="Oval 46"/>
            <p:cNvSpPr/>
            <p:nvPr/>
          </p:nvSpPr>
          <p:spPr>
            <a:xfrm>
              <a:off x="10429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 name="Oval 47"/>
            <p:cNvSpPr/>
            <p:nvPr/>
          </p:nvSpPr>
          <p:spPr>
            <a:xfrm>
              <a:off x="11874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 name="Oval 48"/>
            <p:cNvSpPr/>
            <p:nvPr/>
          </p:nvSpPr>
          <p:spPr>
            <a:xfrm>
              <a:off x="13319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 name="Oval 49"/>
            <p:cNvSpPr/>
            <p:nvPr/>
          </p:nvSpPr>
          <p:spPr>
            <a:xfrm>
              <a:off x="14763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 name="Oval 50"/>
            <p:cNvSpPr/>
            <p:nvPr/>
          </p:nvSpPr>
          <p:spPr>
            <a:xfrm>
              <a:off x="20510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 name="Oval 51"/>
            <p:cNvSpPr/>
            <p:nvPr/>
          </p:nvSpPr>
          <p:spPr>
            <a:xfrm>
              <a:off x="16192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 name="Oval 52"/>
            <p:cNvSpPr/>
            <p:nvPr/>
          </p:nvSpPr>
          <p:spPr>
            <a:xfrm>
              <a:off x="23399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 name="Oval 53"/>
            <p:cNvSpPr/>
            <p:nvPr/>
          </p:nvSpPr>
          <p:spPr>
            <a:xfrm>
              <a:off x="19081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 name="Oval 54"/>
            <p:cNvSpPr/>
            <p:nvPr/>
          </p:nvSpPr>
          <p:spPr>
            <a:xfrm>
              <a:off x="17637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 name="Oval 55"/>
            <p:cNvSpPr/>
            <p:nvPr/>
          </p:nvSpPr>
          <p:spPr>
            <a:xfrm>
              <a:off x="21955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 name="Oval 56"/>
            <p:cNvSpPr/>
            <p:nvPr/>
          </p:nvSpPr>
          <p:spPr>
            <a:xfrm>
              <a:off x="10429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 name="Oval 57"/>
            <p:cNvSpPr/>
            <p:nvPr/>
          </p:nvSpPr>
          <p:spPr>
            <a:xfrm>
              <a:off x="11874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 name="Oval 58"/>
            <p:cNvSpPr/>
            <p:nvPr/>
          </p:nvSpPr>
          <p:spPr>
            <a:xfrm>
              <a:off x="13319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 name="Oval 59"/>
            <p:cNvSpPr/>
            <p:nvPr/>
          </p:nvSpPr>
          <p:spPr>
            <a:xfrm>
              <a:off x="14763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 name="Oval 60"/>
            <p:cNvSpPr/>
            <p:nvPr/>
          </p:nvSpPr>
          <p:spPr>
            <a:xfrm>
              <a:off x="20510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 name="Oval 61"/>
            <p:cNvSpPr/>
            <p:nvPr/>
          </p:nvSpPr>
          <p:spPr>
            <a:xfrm>
              <a:off x="16192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 name="Oval 62"/>
            <p:cNvSpPr/>
            <p:nvPr/>
          </p:nvSpPr>
          <p:spPr>
            <a:xfrm>
              <a:off x="23399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 name="Oval 63"/>
            <p:cNvSpPr/>
            <p:nvPr/>
          </p:nvSpPr>
          <p:spPr>
            <a:xfrm>
              <a:off x="19081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 name="Oval 64"/>
            <p:cNvSpPr/>
            <p:nvPr/>
          </p:nvSpPr>
          <p:spPr>
            <a:xfrm>
              <a:off x="17637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 name="Oval 65"/>
            <p:cNvSpPr/>
            <p:nvPr/>
          </p:nvSpPr>
          <p:spPr>
            <a:xfrm>
              <a:off x="21955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 name="Oval 66"/>
            <p:cNvSpPr/>
            <p:nvPr/>
          </p:nvSpPr>
          <p:spPr>
            <a:xfrm>
              <a:off x="10429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 name="Oval 67"/>
            <p:cNvSpPr/>
            <p:nvPr/>
          </p:nvSpPr>
          <p:spPr>
            <a:xfrm>
              <a:off x="11874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 name="Oval 68"/>
            <p:cNvSpPr/>
            <p:nvPr/>
          </p:nvSpPr>
          <p:spPr>
            <a:xfrm>
              <a:off x="13319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 name="Oval 69"/>
            <p:cNvSpPr/>
            <p:nvPr/>
          </p:nvSpPr>
          <p:spPr>
            <a:xfrm>
              <a:off x="14763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 name="Oval 70"/>
            <p:cNvSpPr/>
            <p:nvPr/>
          </p:nvSpPr>
          <p:spPr>
            <a:xfrm>
              <a:off x="20510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 name="Oval 71"/>
            <p:cNvSpPr/>
            <p:nvPr/>
          </p:nvSpPr>
          <p:spPr>
            <a:xfrm>
              <a:off x="16192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 name="Oval 72"/>
            <p:cNvSpPr/>
            <p:nvPr/>
          </p:nvSpPr>
          <p:spPr>
            <a:xfrm>
              <a:off x="23399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 name="Oval 73"/>
            <p:cNvSpPr/>
            <p:nvPr/>
          </p:nvSpPr>
          <p:spPr>
            <a:xfrm>
              <a:off x="19081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 name="Oval 74"/>
            <p:cNvSpPr/>
            <p:nvPr/>
          </p:nvSpPr>
          <p:spPr>
            <a:xfrm>
              <a:off x="17637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 name="Oval 75"/>
            <p:cNvSpPr/>
            <p:nvPr/>
          </p:nvSpPr>
          <p:spPr>
            <a:xfrm>
              <a:off x="21955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 name="Oval 76"/>
            <p:cNvSpPr/>
            <p:nvPr/>
          </p:nvSpPr>
          <p:spPr>
            <a:xfrm>
              <a:off x="10429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 name="Oval 77"/>
            <p:cNvSpPr/>
            <p:nvPr/>
          </p:nvSpPr>
          <p:spPr>
            <a:xfrm>
              <a:off x="11874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 name="Oval 78"/>
            <p:cNvSpPr/>
            <p:nvPr/>
          </p:nvSpPr>
          <p:spPr>
            <a:xfrm>
              <a:off x="13319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 name="Oval 79"/>
            <p:cNvSpPr/>
            <p:nvPr/>
          </p:nvSpPr>
          <p:spPr>
            <a:xfrm>
              <a:off x="14763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 name="Oval 80"/>
            <p:cNvSpPr/>
            <p:nvPr/>
          </p:nvSpPr>
          <p:spPr>
            <a:xfrm>
              <a:off x="20510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 name="Oval 81"/>
            <p:cNvSpPr/>
            <p:nvPr/>
          </p:nvSpPr>
          <p:spPr>
            <a:xfrm>
              <a:off x="16192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 name="Oval 82"/>
            <p:cNvSpPr/>
            <p:nvPr/>
          </p:nvSpPr>
          <p:spPr>
            <a:xfrm>
              <a:off x="23399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 name="Oval 83"/>
            <p:cNvSpPr/>
            <p:nvPr/>
          </p:nvSpPr>
          <p:spPr>
            <a:xfrm>
              <a:off x="19081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 name="Oval 84"/>
            <p:cNvSpPr/>
            <p:nvPr/>
          </p:nvSpPr>
          <p:spPr>
            <a:xfrm>
              <a:off x="17637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 name="Oval 85"/>
            <p:cNvSpPr/>
            <p:nvPr/>
          </p:nvSpPr>
          <p:spPr>
            <a:xfrm>
              <a:off x="21955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 name="Oval 86"/>
            <p:cNvSpPr/>
            <p:nvPr/>
          </p:nvSpPr>
          <p:spPr>
            <a:xfrm>
              <a:off x="10429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 name="Oval 87"/>
            <p:cNvSpPr/>
            <p:nvPr/>
          </p:nvSpPr>
          <p:spPr>
            <a:xfrm>
              <a:off x="11874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 name="Oval 88"/>
            <p:cNvSpPr/>
            <p:nvPr/>
          </p:nvSpPr>
          <p:spPr>
            <a:xfrm>
              <a:off x="13319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 name="Oval 89"/>
            <p:cNvSpPr/>
            <p:nvPr/>
          </p:nvSpPr>
          <p:spPr>
            <a:xfrm>
              <a:off x="14763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 name="Oval 90"/>
            <p:cNvSpPr/>
            <p:nvPr/>
          </p:nvSpPr>
          <p:spPr>
            <a:xfrm>
              <a:off x="20510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 name="Oval 91"/>
            <p:cNvSpPr/>
            <p:nvPr/>
          </p:nvSpPr>
          <p:spPr>
            <a:xfrm>
              <a:off x="16192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 name="Oval 92"/>
            <p:cNvSpPr/>
            <p:nvPr/>
          </p:nvSpPr>
          <p:spPr>
            <a:xfrm>
              <a:off x="23399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 name="Oval 93"/>
            <p:cNvSpPr/>
            <p:nvPr/>
          </p:nvSpPr>
          <p:spPr>
            <a:xfrm>
              <a:off x="19081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 name="Oval 94"/>
            <p:cNvSpPr/>
            <p:nvPr/>
          </p:nvSpPr>
          <p:spPr>
            <a:xfrm>
              <a:off x="17637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 name="Oval 95"/>
            <p:cNvSpPr/>
            <p:nvPr/>
          </p:nvSpPr>
          <p:spPr>
            <a:xfrm>
              <a:off x="21955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 name="Oval 96"/>
            <p:cNvSpPr/>
            <p:nvPr/>
          </p:nvSpPr>
          <p:spPr>
            <a:xfrm>
              <a:off x="10429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 name="Oval 97"/>
            <p:cNvSpPr/>
            <p:nvPr/>
          </p:nvSpPr>
          <p:spPr>
            <a:xfrm>
              <a:off x="11874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 name="Oval 98"/>
            <p:cNvSpPr/>
            <p:nvPr/>
          </p:nvSpPr>
          <p:spPr>
            <a:xfrm>
              <a:off x="13319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 name="Oval 99"/>
            <p:cNvSpPr/>
            <p:nvPr/>
          </p:nvSpPr>
          <p:spPr>
            <a:xfrm>
              <a:off x="14763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 name="Oval 100"/>
            <p:cNvSpPr/>
            <p:nvPr/>
          </p:nvSpPr>
          <p:spPr>
            <a:xfrm>
              <a:off x="20510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 name="Oval 101"/>
            <p:cNvSpPr/>
            <p:nvPr/>
          </p:nvSpPr>
          <p:spPr>
            <a:xfrm>
              <a:off x="16192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 name="Oval 102"/>
            <p:cNvSpPr/>
            <p:nvPr/>
          </p:nvSpPr>
          <p:spPr>
            <a:xfrm>
              <a:off x="23399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 name="Oval 103"/>
            <p:cNvSpPr/>
            <p:nvPr/>
          </p:nvSpPr>
          <p:spPr>
            <a:xfrm>
              <a:off x="19081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 name="Oval 104"/>
            <p:cNvSpPr/>
            <p:nvPr/>
          </p:nvSpPr>
          <p:spPr>
            <a:xfrm>
              <a:off x="17637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 name="Oval 105"/>
            <p:cNvSpPr/>
            <p:nvPr/>
          </p:nvSpPr>
          <p:spPr>
            <a:xfrm>
              <a:off x="21955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 name="Oval 106"/>
            <p:cNvSpPr/>
            <p:nvPr/>
          </p:nvSpPr>
          <p:spPr>
            <a:xfrm>
              <a:off x="24844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 name="Oval 107"/>
            <p:cNvSpPr/>
            <p:nvPr/>
          </p:nvSpPr>
          <p:spPr>
            <a:xfrm>
              <a:off x="26273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 name="Oval 108"/>
            <p:cNvSpPr/>
            <p:nvPr/>
          </p:nvSpPr>
          <p:spPr>
            <a:xfrm>
              <a:off x="27717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 name="Oval 109"/>
            <p:cNvSpPr/>
            <p:nvPr/>
          </p:nvSpPr>
          <p:spPr>
            <a:xfrm>
              <a:off x="29162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1" name="Oval 110"/>
            <p:cNvSpPr/>
            <p:nvPr/>
          </p:nvSpPr>
          <p:spPr>
            <a:xfrm>
              <a:off x="34925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2" name="Oval 111"/>
            <p:cNvSpPr/>
            <p:nvPr/>
          </p:nvSpPr>
          <p:spPr>
            <a:xfrm>
              <a:off x="30591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3" name="Oval 112"/>
            <p:cNvSpPr/>
            <p:nvPr/>
          </p:nvSpPr>
          <p:spPr>
            <a:xfrm>
              <a:off x="37798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4" name="Oval 113"/>
            <p:cNvSpPr/>
            <p:nvPr/>
          </p:nvSpPr>
          <p:spPr>
            <a:xfrm>
              <a:off x="33480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5" name="Oval 114"/>
            <p:cNvSpPr/>
            <p:nvPr/>
          </p:nvSpPr>
          <p:spPr>
            <a:xfrm>
              <a:off x="32035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6" name="Oval 115"/>
            <p:cNvSpPr/>
            <p:nvPr/>
          </p:nvSpPr>
          <p:spPr>
            <a:xfrm>
              <a:off x="36353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7" name="Oval 116"/>
            <p:cNvSpPr/>
            <p:nvPr/>
          </p:nvSpPr>
          <p:spPr>
            <a:xfrm>
              <a:off x="24844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8" name="Oval 117"/>
            <p:cNvSpPr/>
            <p:nvPr/>
          </p:nvSpPr>
          <p:spPr>
            <a:xfrm>
              <a:off x="2627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9" name="Oval 118"/>
            <p:cNvSpPr/>
            <p:nvPr/>
          </p:nvSpPr>
          <p:spPr>
            <a:xfrm>
              <a:off x="27717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0" name="Oval 119"/>
            <p:cNvSpPr/>
            <p:nvPr/>
          </p:nvSpPr>
          <p:spPr>
            <a:xfrm>
              <a:off x="29162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1" name="Oval 120"/>
            <p:cNvSpPr/>
            <p:nvPr/>
          </p:nvSpPr>
          <p:spPr>
            <a:xfrm>
              <a:off x="34925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2" name="Oval 121"/>
            <p:cNvSpPr/>
            <p:nvPr/>
          </p:nvSpPr>
          <p:spPr>
            <a:xfrm>
              <a:off x="3059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3" name="Oval 122"/>
            <p:cNvSpPr/>
            <p:nvPr/>
          </p:nvSpPr>
          <p:spPr>
            <a:xfrm>
              <a:off x="37798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4" name="Oval 123"/>
            <p:cNvSpPr/>
            <p:nvPr/>
          </p:nvSpPr>
          <p:spPr>
            <a:xfrm>
              <a:off x="33480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5" name="Oval 124"/>
            <p:cNvSpPr/>
            <p:nvPr/>
          </p:nvSpPr>
          <p:spPr>
            <a:xfrm>
              <a:off x="32035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6" name="Oval 125"/>
            <p:cNvSpPr/>
            <p:nvPr/>
          </p:nvSpPr>
          <p:spPr>
            <a:xfrm>
              <a:off x="3635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7" name="Oval 126"/>
            <p:cNvSpPr/>
            <p:nvPr/>
          </p:nvSpPr>
          <p:spPr>
            <a:xfrm>
              <a:off x="24844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8" name="Oval 127"/>
            <p:cNvSpPr/>
            <p:nvPr/>
          </p:nvSpPr>
          <p:spPr>
            <a:xfrm>
              <a:off x="26273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9" name="Oval 128"/>
            <p:cNvSpPr/>
            <p:nvPr/>
          </p:nvSpPr>
          <p:spPr>
            <a:xfrm>
              <a:off x="27717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0" name="Oval 129"/>
            <p:cNvSpPr/>
            <p:nvPr/>
          </p:nvSpPr>
          <p:spPr>
            <a:xfrm>
              <a:off x="29162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1" name="Oval 130"/>
            <p:cNvSpPr/>
            <p:nvPr/>
          </p:nvSpPr>
          <p:spPr>
            <a:xfrm>
              <a:off x="34925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2" name="Oval 131"/>
            <p:cNvSpPr/>
            <p:nvPr/>
          </p:nvSpPr>
          <p:spPr>
            <a:xfrm>
              <a:off x="30591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3" name="Oval 132"/>
            <p:cNvSpPr/>
            <p:nvPr/>
          </p:nvSpPr>
          <p:spPr>
            <a:xfrm>
              <a:off x="37798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4" name="Oval 133"/>
            <p:cNvSpPr/>
            <p:nvPr/>
          </p:nvSpPr>
          <p:spPr>
            <a:xfrm>
              <a:off x="33480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5" name="Oval 134"/>
            <p:cNvSpPr/>
            <p:nvPr/>
          </p:nvSpPr>
          <p:spPr>
            <a:xfrm>
              <a:off x="32035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6" name="Oval 135"/>
            <p:cNvSpPr/>
            <p:nvPr/>
          </p:nvSpPr>
          <p:spPr>
            <a:xfrm>
              <a:off x="36353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7" name="Oval 136"/>
            <p:cNvSpPr/>
            <p:nvPr/>
          </p:nvSpPr>
          <p:spPr>
            <a:xfrm>
              <a:off x="24844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8" name="Oval 137"/>
            <p:cNvSpPr/>
            <p:nvPr/>
          </p:nvSpPr>
          <p:spPr>
            <a:xfrm>
              <a:off x="26273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9" name="Oval 138"/>
            <p:cNvSpPr/>
            <p:nvPr/>
          </p:nvSpPr>
          <p:spPr>
            <a:xfrm>
              <a:off x="27717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0" name="Oval 139"/>
            <p:cNvSpPr/>
            <p:nvPr/>
          </p:nvSpPr>
          <p:spPr>
            <a:xfrm>
              <a:off x="29162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1" name="Oval 140"/>
            <p:cNvSpPr/>
            <p:nvPr/>
          </p:nvSpPr>
          <p:spPr>
            <a:xfrm>
              <a:off x="34925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2" name="Oval 141"/>
            <p:cNvSpPr/>
            <p:nvPr/>
          </p:nvSpPr>
          <p:spPr>
            <a:xfrm>
              <a:off x="30591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3" name="Oval 142"/>
            <p:cNvSpPr/>
            <p:nvPr/>
          </p:nvSpPr>
          <p:spPr>
            <a:xfrm>
              <a:off x="37798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4" name="Oval 143"/>
            <p:cNvSpPr/>
            <p:nvPr/>
          </p:nvSpPr>
          <p:spPr>
            <a:xfrm>
              <a:off x="33480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5" name="Oval 144"/>
            <p:cNvSpPr/>
            <p:nvPr/>
          </p:nvSpPr>
          <p:spPr>
            <a:xfrm>
              <a:off x="32035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6" name="Oval 145"/>
            <p:cNvSpPr/>
            <p:nvPr/>
          </p:nvSpPr>
          <p:spPr>
            <a:xfrm>
              <a:off x="36353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7" name="Oval 146"/>
            <p:cNvSpPr/>
            <p:nvPr/>
          </p:nvSpPr>
          <p:spPr>
            <a:xfrm>
              <a:off x="24844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8" name="Oval 147"/>
            <p:cNvSpPr/>
            <p:nvPr/>
          </p:nvSpPr>
          <p:spPr>
            <a:xfrm>
              <a:off x="26273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9" name="Oval 148"/>
            <p:cNvSpPr/>
            <p:nvPr/>
          </p:nvSpPr>
          <p:spPr>
            <a:xfrm>
              <a:off x="27717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0" name="Oval 149"/>
            <p:cNvSpPr/>
            <p:nvPr/>
          </p:nvSpPr>
          <p:spPr>
            <a:xfrm>
              <a:off x="29162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1" name="Oval 150"/>
            <p:cNvSpPr/>
            <p:nvPr/>
          </p:nvSpPr>
          <p:spPr>
            <a:xfrm>
              <a:off x="34925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2" name="Oval 151"/>
            <p:cNvSpPr/>
            <p:nvPr/>
          </p:nvSpPr>
          <p:spPr>
            <a:xfrm>
              <a:off x="30591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3" name="Oval 152"/>
            <p:cNvSpPr/>
            <p:nvPr/>
          </p:nvSpPr>
          <p:spPr>
            <a:xfrm>
              <a:off x="37798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4" name="Oval 153"/>
            <p:cNvSpPr/>
            <p:nvPr/>
          </p:nvSpPr>
          <p:spPr>
            <a:xfrm>
              <a:off x="33480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5" name="Oval 154"/>
            <p:cNvSpPr/>
            <p:nvPr/>
          </p:nvSpPr>
          <p:spPr>
            <a:xfrm>
              <a:off x="32035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6" name="Oval 155"/>
            <p:cNvSpPr/>
            <p:nvPr/>
          </p:nvSpPr>
          <p:spPr>
            <a:xfrm>
              <a:off x="36353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7" name="Oval 156"/>
            <p:cNvSpPr/>
            <p:nvPr/>
          </p:nvSpPr>
          <p:spPr>
            <a:xfrm>
              <a:off x="24844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8" name="Oval 157"/>
            <p:cNvSpPr/>
            <p:nvPr/>
          </p:nvSpPr>
          <p:spPr>
            <a:xfrm>
              <a:off x="26273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9" name="Oval 158"/>
            <p:cNvSpPr/>
            <p:nvPr/>
          </p:nvSpPr>
          <p:spPr>
            <a:xfrm>
              <a:off x="27717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0" name="Oval 159"/>
            <p:cNvSpPr/>
            <p:nvPr/>
          </p:nvSpPr>
          <p:spPr>
            <a:xfrm>
              <a:off x="29162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1" name="Oval 160"/>
            <p:cNvSpPr/>
            <p:nvPr/>
          </p:nvSpPr>
          <p:spPr>
            <a:xfrm>
              <a:off x="34925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2" name="Oval 161"/>
            <p:cNvSpPr/>
            <p:nvPr/>
          </p:nvSpPr>
          <p:spPr>
            <a:xfrm>
              <a:off x="30591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3" name="Oval 162"/>
            <p:cNvSpPr/>
            <p:nvPr/>
          </p:nvSpPr>
          <p:spPr>
            <a:xfrm>
              <a:off x="37798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4" name="Oval 163"/>
            <p:cNvSpPr/>
            <p:nvPr/>
          </p:nvSpPr>
          <p:spPr>
            <a:xfrm>
              <a:off x="33480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5" name="Oval 164"/>
            <p:cNvSpPr/>
            <p:nvPr/>
          </p:nvSpPr>
          <p:spPr>
            <a:xfrm>
              <a:off x="32035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6" name="Oval 165"/>
            <p:cNvSpPr/>
            <p:nvPr/>
          </p:nvSpPr>
          <p:spPr>
            <a:xfrm>
              <a:off x="36353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7" name="Oval 166"/>
            <p:cNvSpPr/>
            <p:nvPr/>
          </p:nvSpPr>
          <p:spPr>
            <a:xfrm>
              <a:off x="24844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8" name="Oval 167"/>
            <p:cNvSpPr/>
            <p:nvPr/>
          </p:nvSpPr>
          <p:spPr>
            <a:xfrm>
              <a:off x="26273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9" name="Oval 168"/>
            <p:cNvSpPr/>
            <p:nvPr/>
          </p:nvSpPr>
          <p:spPr>
            <a:xfrm>
              <a:off x="27717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0" name="Oval 169"/>
            <p:cNvSpPr/>
            <p:nvPr/>
          </p:nvSpPr>
          <p:spPr>
            <a:xfrm>
              <a:off x="29162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1" name="Oval 170"/>
            <p:cNvSpPr/>
            <p:nvPr/>
          </p:nvSpPr>
          <p:spPr>
            <a:xfrm>
              <a:off x="34925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2" name="Oval 171"/>
            <p:cNvSpPr/>
            <p:nvPr/>
          </p:nvSpPr>
          <p:spPr>
            <a:xfrm>
              <a:off x="30591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3" name="Oval 172"/>
            <p:cNvSpPr/>
            <p:nvPr/>
          </p:nvSpPr>
          <p:spPr>
            <a:xfrm>
              <a:off x="37798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4" name="Oval 173"/>
            <p:cNvSpPr/>
            <p:nvPr/>
          </p:nvSpPr>
          <p:spPr>
            <a:xfrm>
              <a:off x="33480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5" name="Oval 174"/>
            <p:cNvSpPr/>
            <p:nvPr/>
          </p:nvSpPr>
          <p:spPr>
            <a:xfrm>
              <a:off x="32035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6" name="Oval 175"/>
            <p:cNvSpPr/>
            <p:nvPr/>
          </p:nvSpPr>
          <p:spPr>
            <a:xfrm>
              <a:off x="36353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7" name="Oval 176"/>
            <p:cNvSpPr/>
            <p:nvPr/>
          </p:nvSpPr>
          <p:spPr>
            <a:xfrm>
              <a:off x="24844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8" name="Oval 177"/>
            <p:cNvSpPr/>
            <p:nvPr/>
          </p:nvSpPr>
          <p:spPr>
            <a:xfrm>
              <a:off x="26273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9" name="Oval 178"/>
            <p:cNvSpPr/>
            <p:nvPr/>
          </p:nvSpPr>
          <p:spPr>
            <a:xfrm>
              <a:off x="27717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0" name="Oval 179"/>
            <p:cNvSpPr/>
            <p:nvPr/>
          </p:nvSpPr>
          <p:spPr>
            <a:xfrm>
              <a:off x="29162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1" name="Oval 180"/>
            <p:cNvSpPr/>
            <p:nvPr/>
          </p:nvSpPr>
          <p:spPr>
            <a:xfrm>
              <a:off x="34925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2" name="Oval 181"/>
            <p:cNvSpPr/>
            <p:nvPr/>
          </p:nvSpPr>
          <p:spPr>
            <a:xfrm>
              <a:off x="30591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3" name="Oval 182"/>
            <p:cNvSpPr/>
            <p:nvPr/>
          </p:nvSpPr>
          <p:spPr>
            <a:xfrm>
              <a:off x="37798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4" name="Oval 183"/>
            <p:cNvSpPr/>
            <p:nvPr/>
          </p:nvSpPr>
          <p:spPr>
            <a:xfrm>
              <a:off x="33480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5" name="Oval 184"/>
            <p:cNvSpPr/>
            <p:nvPr/>
          </p:nvSpPr>
          <p:spPr>
            <a:xfrm>
              <a:off x="32035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6" name="Oval 185"/>
            <p:cNvSpPr/>
            <p:nvPr/>
          </p:nvSpPr>
          <p:spPr>
            <a:xfrm>
              <a:off x="36353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7" name="Oval 186"/>
            <p:cNvSpPr/>
            <p:nvPr/>
          </p:nvSpPr>
          <p:spPr>
            <a:xfrm>
              <a:off x="24844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8" name="Oval 187"/>
            <p:cNvSpPr/>
            <p:nvPr/>
          </p:nvSpPr>
          <p:spPr>
            <a:xfrm>
              <a:off x="26273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9" name="Oval 188"/>
            <p:cNvSpPr/>
            <p:nvPr/>
          </p:nvSpPr>
          <p:spPr>
            <a:xfrm>
              <a:off x="27717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0" name="Oval 189"/>
            <p:cNvSpPr/>
            <p:nvPr/>
          </p:nvSpPr>
          <p:spPr>
            <a:xfrm>
              <a:off x="29162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1" name="Oval 190"/>
            <p:cNvSpPr/>
            <p:nvPr/>
          </p:nvSpPr>
          <p:spPr>
            <a:xfrm>
              <a:off x="34925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2" name="Oval 191"/>
            <p:cNvSpPr/>
            <p:nvPr/>
          </p:nvSpPr>
          <p:spPr>
            <a:xfrm>
              <a:off x="30591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3" name="Oval 192"/>
            <p:cNvSpPr/>
            <p:nvPr/>
          </p:nvSpPr>
          <p:spPr>
            <a:xfrm>
              <a:off x="37798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4" name="Oval 193"/>
            <p:cNvSpPr/>
            <p:nvPr/>
          </p:nvSpPr>
          <p:spPr>
            <a:xfrm>
              <a:off x="33480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5" name="Oval 194"/>
            <p:cNvSpPr/>
            <p:nvPr/>
          </p:nvSpPr>
          <p:spPr>
            <a:xfrm>
              <a:off x="32035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6" name="Oval 195"/>
            <p:cNvSpPr/>
            <p:nvPr/>
          </p:nvSpPr>
          <p:spPr>
            <a:xfrm>
              <a:off x="36353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7" name="Oval 196"/>
            <p:cNvSpPr/>
            <p:nvPr/>
          </p:nvSpPr>
          <p:spPr>
            <a:xfrm>
              <a:off x="24844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8" name="Oval 197"/>
            <p:cNvSpPr/>
            <p:nvPr/>
          </p:nvSpPr>
          <p:spPr>
            <a:xfrm>
              <a:off x="26273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9" name="Oval 198"/>
            <p:cNvSpPr/>
            <p:nvPr/>
          </p:nvSpPr>
          <p:spPr>
            <a:xfrm>
              <a:off x="27717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0" name="Oval 199"/>
            <p:cNvSpPr/>
            <p:nvPr/>
          </p:nvSpPr>
          <p:spPr>
            <a:xfrm>
              <a:off x="29162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1" name="Oval 200"/>
            <p:cNvSpPr/>
            <p:nvPr/>
          </p:nvSpPr>
          <p:spPr>
            <a:xfrm>
              <a:off x="34925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2" name="Oval 201"/>
            <p:cNvSpPr/>
            <p:nvPr/>
          </p:nvSpPr>
          <p:spPr>
            <a:xfrm>
              <a:off x="30591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3" name="Oval 202"/>
            <p:cNvSpPr/>
            <p:nvPr/>
          </p:nvSpPr>
          <p:spPr>
            <a:xfrm>
              <a:off x="37798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4" name="Oval 203"/>
            <p:cNvSpPr/>
            <p:nvPr/>
          </p:nvSpPr>
          <p:spPr>
            <a:xfrm>
              <a:off x="33480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5" name="Oval 204"/>
            <p:cNvSpPr/>
            <p:nvPr/>
          </p:nvSpPr>
          <p:spPr>
            <a:xfrm>
              <a:off x="32035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6" name="Oval 205"/>
            <p:cNvSpPr/>
            <p:nvPr/>
          </p:nvSpPr>
          <p:spPr>
            <a:xfrm>
              <a:off x="36353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7" name="Oval 206"/>
            <p:cNvSpPr/>
            <p:nvPr/>
          </p:nvSpPr>
          <p:spPr>
            <a:xfrm>
              <a:off x="10429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8" name="Oval 207"/>
            <p:cNvSpPr/>
            <p:nvPr/>
          </p:nvSpPr>
          <p:spPr>
            <a:xfrm>
              <a:off x="11874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9" name="Oval 208"/>
            <p:cNvSpPr/>
            <p:nvPr/>
          </p:nvSpPr>
          <p:spPr>
            <a:xfrm>
              <a:off x="13319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0" name="Oval 209"/>
            <p:cNvSpPr/>
            <p:nvPr/>
          </p:nvSpPr>
          <p:spPr>
            <a:xfrm>
              <a:off x="14763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1" name="Oval 210"/>
            <p:cNvSpPr/>
            <p:nvPr/>
          </p:nvSpPr>
          <p:spPr>
            <a:xfrm>
              <a:off x="20510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2" name="Oval 211"/>
            <p:cNvSpPr/>
            <p:nvPr/>
          </p:nvSpPr>
          <p:spPr>
            <a:xfrm>
              <a:off x="16192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3" name="Oval 212"/>
            <p:cNvSpPr/>
            <p:nvPr/>
          </p:nvSpPr>
          <p:spPr>
            <a:xfrm>
              <a:off x="23399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4" name="Oval 213"/>
            <p:cNvSpPr/>
            <p:nvPr/>
          </p:nvSpPr>
          <p:spPr>
            <a:xfrm>
              <a:off x="19081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5" name="Oval 214"/>
            <p:cNvSpPr/>
            <p:nvPr/>
          </p:nvSpPr>
          <p:spPr>
            <a:xfrm>
              <a:off x="17637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6" name="Oval 215"/>
            <p:cNvSpPr/>
            <p:nvPr/>
          </p:nvSpPr>
          <p:spPr>
            <a:xfrm>
              <a:off x="21955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7" name="Oval 216"/>
            <p:cNvSpPr/>
            <p:nvPr/>
          </p:nvSpPr>
          <p:spPr>
            <a:xfrm>
              <a:off x="10429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8" name="Oval 217"/>
            <p:cNvSpPr/>
            <p:nvPr/>
          </p:nvSpPr>
          <p:spPr>
            <a:xfrm>
              <a:off x="11874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9" name="Oval 218"/>
            <p:cNvSpPr/>
            <p:nvPr/>
          </p:nvSpPr>
          <p:spPr>
            <a:xfrm>
              <a:off x="13319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0" name="Oval 219"/>
            <p:cNvSpPr/>
            <p:nvPr/>
          </p:nvSpPr>
          <p:spPr>
            <a:xfrm>
              <a:off x="14763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1" name="Oval 220"/>
            <p:cNvSpPr/>
            <p:nvPr/>
          </p:nvSpPr>
          <p:spPr>
            <a:xfrm>
              <a:off x="20510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2" name="Oval 221"/>
            <p:cNvSpPr/>
            <p:nvPr/>
          </p:nvSpPr>
          <p:spPr>
            <a:xfrm>
              <a:off x="16192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3" name="Oval 222"/>
            <p:cNvSpPr/>
            <p:nvPr/>
          </p:nvSpPr>
          <p:spPr>
            <a:xfrm>
              <a:off x="23399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4" name="Oval 223"/>
            <p:cNvSpPr/>
            <p:nvPr/>
          </p:nvSpPr>
          <p:spPr>
            <a:xfrm>
              <a:off x="19081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5" name="Oval 224"/>
            <p:cNvSpPr/>
            <p:nvPr/>
          </p:nvSpPr>
          <p:spPr>
            <a:xfrm>
              <a:off x="17637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6" name="Oval 225"/>
            <p:cNvSpPr/>
            <p:nvPr/>
          </p:nvSpPr>
          <p:spPr>
            <a:xfrm>
              <a:off x="21955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7" name="Oval 226"/>
            <p:cNvSpPr/>
            <p:nvPr/>
          </p:nvSpPr>
          <p:spPr>
            <a:xfrm>
              <a:off x="10429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8" name="Oval 227"/>
            <p:cNvSpPr/>
            <p:nvPr/>
          </p:nvSpPr>
          <p:spPr>
            <a:xfrm>
              <a:off x="11874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9" name="Oval 228"/>
            <p:cNvSpPr/>
            <p:nvPr/>
          </p:nvSpPr>
          <p:spPr>
            <a:xfrm>
              <a:off x="13319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0" name="Oval 229"/>
            <p:cNvSpPr/>
            <p:nvPr/>
          </p:nvSpPr>
          <p:spPr>
            <a:xfrm>
              <a:off x="14763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1" name="Oval 230"/>
            <p:cNvSpPr/>
            <p:nvPr/>
          </p:nvSpPr>
          <p:spPr>
            <a:xfrm>
              <a:off x="20510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2" name="Oval 231"/>
            <p:cNvSpPr/>
            <p:nvPr/>
          </p:nvSpPr>
          <p:spPr>
            <a:xfrm>
              <a:off x="16192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3" name="Oval 232"/>
            <p:cNvSpPr/>
            <p:nvPr/>
          </p:nvSpPr>
          <p:spPr>
            <a:xfrm>
              <a:off x="23399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4" name="Oval 233"/>
            <p:cNvSpPr/>
            <p:nvPr/>
          </p:nvSpPr>
          <p:spPr>
            <a:xfrm>
              <a:off x="19081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5" name="Oval 234"/>
            <p:cNvSpPr/>
            <p:nvPr/>
          </p:nvSpPr>
          <p:spPr>
            <a:xfrm>
              <a:off x="17637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6" name="Oval 235"/>
            <p:cNvSpPr/>
            <p:nvPr/>
          </p:nvSpPr>
          <p:spPr>
            <a:xfrm>
              <a:off x="21955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7" name="Oval 236"/>
            <p:cNvSpPr/>
            <p:nvPr/>
          </p:nvSpPr>
          <p:spPr>
            <a:xfrm>
              <a:off x="10429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8" name="Oval 237"/>
            <p:cNvSpPr/>
            <p:nvPr/>
          </p:nvSpPr>
          <p:spPr>
            <a:xfrm>
              <a:off x="11874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9" name="Oval 238"/>
            <p:cNvSpPr/>
            <p:nvPr/>
          </p:nvSpPr>
          <p:spPr>
            <a:xfrm>
              <a:off x="13319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0" name="Oval 239"/>
            <p:cNvSpPr/>
            <p:nvPr/>
          </p:nvSpPr>
          <p:spPr>
            <a:xfrm>
              <a:off x="14763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1" name="Oval 240"/>
            <p:cNvSpPr/>
            <p:nvPr/>
          </p:nvSpPr>
          <p:spPr>
            <a:xfrm>
              <a:off x="20510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2" name="Oval 241"/>
            <p:cNvSpPr/>
            <p:nvPr/>
          </p:nvSpPr>
          <p:spPr>
            <a:xfrm>
              <a:off x="16192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3" name="Oval 242"/>
            <p:cNvSpPr/>
            <p:nvPr/>
          </p:nvSpPr>
          <p:spPr>
            <a:xfrm>
              <a:off x="23399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4" name="Oval 243"/>
            <p:cNvSpPr/>
            <p:nvPr/>
          </p:nvSpPr>
          <p:spPr>
            <a:xfrm>
              <a:off x="19081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5" name="Oval 244"/>
            <p:cNvSpPr/>
            <p:nvPr/>
          </p:nvSpPr>
          <p:spPr>
            <a:xfrm>
              <a:off x="17637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6" name="Oval 245"/>
            <p:cNvSpPr/>
            <p:nvPr/>
          </p:nvSpPr>
          <p:spPr>
            <a:xfrm>
              <a:off x="21955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7" name="Oval 246"/>
            <p:cNvSpPr/>
            <p:nvPr/>
          </p:nvSpPr>
          <p:spPr>
            <a:xfrm>
              <a:off x="10429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8" name="Oval 247"/>
            <p:cNvSpPr/>
            <p:nvPr/>
          </p:nvSpPr>
          <p:spPr>
            <a:xfrm>
              <a:off x="11874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9" name="Oval 248"/>
            <p:cNvSpPr/>
            <p:nvPr/>
          </p:nvSpPr>
          <p:spPr>
            <a:xfrm>
              <a:off x="13319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0" name="Oval 249"/>
            <p:cNvSpPr/>
            <p:nvPr/>
          </p:nvSpPr>
          <p:spPr>
            <a:xfrm>
              <a:off x="14763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1" name="Oval 250"/>
            <p:cNvSpPr/>
            <p:nvPr/>
          </p:nvSpPr>
          <p:spPr>
            <a:xfrm>
              <a:off x="20510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2" name="Oval 251"/>
            <p:cNvSpPr/>
            <p:nvPr/>
          </p:nvSpPr>
          <p:spPr>
            <a:xfrm>
              <a:off x="16192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3" name="Oval 252"/>
            <p:cNvSpPr/>
            <p:nvPr/>
          </p:nvSpPr>
          <p:spPr>
            <a:xfrm>
              <a:off x="23399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4" name="Oval 253"/>
            <p:cNvSpPr/>
            <p:nvPr/>
          </p:nvSpPr>
          <p:spPr>
            <a:xfrm>
              <a:off x="19081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5" name="Oval 254"/>
            <p:cNvSpPr/>
            <p:nvPr/>
          </p:nvSpPr>
          <p:spPr>
            <a:xfrm>
              <a:off x="17637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6" name="Oval 255"/>
            <p:cNvSpPr/>
            <p:nvPr/>
          </p:nvSpPr>
          <p:spPr>
            <a:xfrm>
              <a:off x="21955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7" name="Oval 256"/>
            <p:cNvSpPr/>
            <p:nvPr/>
          </p:nvSpPr>
          <p:spPr>
            <a:xfrm>
              <a:off x="10429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8" name="Oval 257"/>
            <p:cNvSpPr/>
            <p:nvPr/>
          </p:nvSpPr>
          <p:spPr>
            <a:xfrm>
              <a:off x="11874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9" name="Oval 258"/>
            <p:cNvSpPr/>
            <p:nvPr/>
          </p:nvSpPr>
          <p:spPr>
            <a:xfrm>
              <a:off x="13319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0" name="Oval 259"/>
            <p:cNvSpPr/>
            <p:nvPr/>
          </p:nvSpPr>
          <p:spPr>
            <a:xfrm>
              <a:off x="14763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1" name="Oval 260"/>
            <p:cNvSpPr/>
            <p:nvPr/>
          </p:nvSpPr>
          <p:spPr>
            <a:xfrm>
              <a:off x="20510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2" name="Oval 261"/>
            <p:cNvSpPr/>
            <p:nvPr/>
          </p:nvSpPr>
          <p:spPr>
            <a:xfrm>
              <a:off x="16192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3" name="Oval 262"/>
            <p:cNvSpPr/>
            <p:nvPr/>
          </p:nvSpPr>
          <p:spPr>
            <a:xfrm>
              <a:off x="23399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4" name="Oval 263"/>
            <p:cNvSpPr/>
            <p:nvPr/>
          </p:nvSpPr>
          <p:spPr>
            <a:xfrm>
              <a:off x="19081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5" name="Oval 264"/>
            <p:cNvSpPr/>
            <p:nvPr/>
          </p:nvSpPr>
          <p:spPr>
            <a:xfrm>
              <a:off x="17637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6" name="Oval 265"/>
            <p:cNvSpPr/>
            <p:nvPr/>
          </p:nvSpPr>
          <p:spPr>
            <a:xfrm>
              <a:off x="21955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7" name="Oval 266"/>
            <p:cNvSpPr/>
            <p:nvPr/>
          </p:nvSpPr>
          <p:spPr>
            <a:xfrm>
              <a:off x="10429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8" name="Oval 267"/>
            <p:cNvSpPr/>
            <p:nvPr/>
          </p:nvSpPr>
          <p:spPr>
            <a:xfrm>
              <a:off x="11874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9" name="Oval 268"/>
            <p:cNvSpPr/>
            <p:nvPr/>
          </p:nvSpPr>
          <p:spPr>
            <a:xfrm>
              <a:off x="13319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0" name="Oval 269"/>
            <p:cNvSpPr/>
            <p:nvPr/>
          </p:nvSpPr>
          <p:spPr>
            <a:xfrm>
              <a:off x="14763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1" name="Oval 270"/>
            <p:cNvSpPr/>
            <p:nvPr/>
          </p:nvSpPr>
          <p:spPr>
            <a:xfrm>
              <a:off x="20510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2" name="Oval 271"/>
            <p:cNvSpPr/>
            <p:nvPr/>
          </p:nvSpPr>
          <p:spPr>
            <a:xfrm>
              <a:off x="16192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3" name="Oval 272"/>
            <p:cNvSpPr/>
            <p:nvPr/>
          </p:nvSpPr>
          <p:spPr>
            <a:xfrm>
              <a:off x="23399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4" name="Oval 273"/>
            <p:cNvSpPr/>
            <p:nvPr/>
          </p:nvSpPr>
          <p:spPr>
            <a:xfrm>
              <a:off x="19081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5" name="Oval 274"/>
            <p:cNvSpPr/>
            <p:nvPr/>
          </p:nvSpPr>
          <p:spPr>
            <a:xfrm>
              <a:off x="17637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6" name="Oval 275"/>
            <p:cNvSpPr/>
            <p:nvPr/>
          </p:nvSpPr>
          <p:spPr>
            <a:xfrm>
              <a:off x="21955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7" name="Oval 276"/>
            <p:cNvSpPr/>
            <p:nvPr/>
          </p:nvSpPr>
          <p:spPr>
            <a:xfrm>
              <a:off x="10429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8" name="Oval 277"/>
            <p:cNvSpPr/>
            <p:nvPr/>
          </p:nvSpPr>
          <p:spPr>
            <a:xfrm>
              <a:off x="11874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9" name="Oval 278"/>
            <p:cNvSpPr/>
            <p:nvPr/>
          </p:nvSpPr>
          <p:spPr>
            <a:xfrm>
              <a:off x="13319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0" name="Oval 279"/>
            <p:cNvSpPr/>
            <p:nvPr/>
          </p:nvSpPr>
          <p:spPr>
            <a:xfrm>
              <a:off x="14763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1" name="Oval 280"/>
            <p:cNvSpPr/>
            <p:nvPr/>
          </p:nvSpPr>
          <p:spPr>
            <a:xfrm>
              <a:off x="20510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2" name="Oval 281"/>
            <p:cNvSpPr/>
            <p:nvPr/>
          </p:nvSpPr>
          <p:spPr>
            <a:xfrm>
              <a:off x="16192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3" name="Oval 282"/>
            <p:cNvSpPr/>
            <p:nvPr/>
          </p:nvSpPr>
          <p:spPr>
            <a:xfrm>
              <a:off x="23399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4" name="Oval 283"/>
            <p:cNvSpPr/>
            <p:nvPr/>
          </p:nvSpPr>
          <p:spPr>
            <a:xfrm>
              <a:off x="19081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5" name="Oval 284"/>
            <p:cNvSpPr/>
            <p:nvPr/>
          </p:nvSpPr>
          <p:spPr>
            <a:xfrm>
              <a:off x="17637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6" name="Oval 285"/>
            <p:cNvSpPr/>
            <p:nvPr/>
          </p:nvSpPr>
          <p:spPr>
            <a:xfrm>
              <a:off x="21955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7" name="Oval 286"/>
            <p:cNvSpPr/>
            <p:nvPr/>
          </p:nvSpPr>
          <p:spPr>
            <a:xfrm>
              <a:off x="10429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8" name="Oval 287"/>
            <p:cNvSpPr/>
            <p:nvPr/>
          </p:nvSpPr>
          <p:spPr>
            <a:xfrm>
              <a:off x="11874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9" name="Oval 288"/>
            <p:cNvSpPr/>
            <p:nvPr/>
          </p:nvSpPr>
          <p:spPr>
            <a:xfrm>
              <a:off x="13319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0" name="Oval 289"/>
            <p:cNvSpPr/>
            <p:nvPr/>
          </p:nvSpPr>
          <p:spPr>
            <a:xfrm>
              <a:off x="14763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1" name="Oval 290"/>
            <p:cNvSpPr/>
            <p:nvPr/>
          </p:nvSpPr>
          <p:spPr>
            <a:xfrm>
              <a:off x="20510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2" name="Oval 291"/>
            <p:cNvSpPr/>
            <p:nvPr/>
          </p:nvSpPr>
          <p:spPr>
            <a:xfrm>
              <a:off x="16192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3" name="Oval 292"/>
            <p:cNvSpPr/>
            <p:nvPr/>
          </p:nvSpPr>
          <p:spPr>
            <a:xfrm>
              <a:off x="23399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4" name="Oval 293"/>
            <p:cNvSpPr/>
            <p:nvPr/>
          </p:nvSpPr>
          <p:spPr>
            <a:xfrm>
              <a:off x="19081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5" name="Oval 294"/>
            <p:cNvSpPr/>
            <p:nvPr/>
          </p:nvSpPr>
          <p:spPr>
            <a:xfrm>
              <a:off x="17637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6" name="Oval 295"/>
            <p:cNvSpPr/>
            <p:nvPr/>
          </p:nvSpPr>
          <p:spPr>
            <a:xfrm>
              <a:off x="21955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7" name="Oval 296"/>
            <p:cNvSpPr/>
            <p:nvPr/>
          </p:nvSpPr>
          <p:spPr>
            <a:xfrm>
              <a:off x="10429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8" name="Oval 297"/>
            <p:cNvSpPr/>
            <p:nvPr/>
          </p:nvSpPr>
          <p:spPr>
            <a:xfrm>
              <a:off x="11874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9" name="Oval 298"/>
            <p:cNvSpPr/>
            <p:nvPr/>
          </p:nvSpPr>
          <p:spPr>
            <a:xfrm>
              <a:off x="13319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0" name="Oval 299"/>
            <p:cNvSpPr/>
            <p:nvPr/>
          </p:nvSpPr>
          <p:spPr>
            <a:xfrm>
              <a:off x="14763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1" name="Oval 300"/>
            <p:cNvSpPr/>
            <p:nvPr/>
          </p:nvSpPr>
          <p:spPr>
            <a:xfrm>
              <a:off x="20510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2" name="Oval 301"/>
            <p:cNvSpPr/>
            <p:nvPr/>
          </p:nvSpPr>
          <p:spPr>
            <a:xfrm>
              <a:off x="16192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3" name="Oval 302"/>
            <p:cNvSpPr/>
            <p:nvPr/>
          </p:nvSpPr>
          <p:spPr>
            <a:xfrm>
              <a:off x="23399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4" name="Oval 303"/>
            <p:cNvSpPr/>
            <p:nvPr/>
          </p:nvSpPr>
          <p:spPr>
            <a:xfrm>
              <a:off x="19081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5" name="Oval 304"/>
            <p:cNvSpPr/>
            <p:nvPr/>
          </p:nvSpPr>
          <p:spPr>
            <a:xfrm>
              <a:off x="17637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6" name="Oval 305"/>
            <p:cNvSpPr/>
            <p:nvPr/>
          </p:nvSpPr>
          <p:spPr>
            <a:xfrm>
              <a:off x="21955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7" name="Oval 306"/>
            <p:cNvSpPr/>
            <p:nvPr/>
          </p:nvSpPr>
          <p:spPr>
            <a:xfrm>
              <a:off x="24844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8" name="Oval 307"/>
            <p:cNvSpPr/>
            <p:nvPr/>
          </p:nvSpPr>
          <p:spPr>
            <a:xfrm>
              <a:off x="26273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9" name="Oval 308"/>
            <p:cNvSpPr/>
            <p:nvPr/>
          </p:nvSpPr>
          <p:spPr>
            <a:xfrm>
              <a:off x="27717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0" name="Oval 309"/>
            <p:cNvSpPr/>
            <p:nvPr/>
          </p:nvSpPr>
          <p:spPr>
            <a:xfrm>
              <a:off x="29162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1" name="Oval 310"/>
            <p:cNvSpPr/>
            <p:nvPr/>
          </p:nvSpPr>
          <p:spPr>
            <a:xfrm>
              <a:off x="34925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2" name="Oval 311"/>
            <p:cNvSpPr/>
            <p:nvPr/>
          </p:nvSpPr>
          <p:spPr>
            <a:xfrm>
              <a:off x="30591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3" name="Oval 312"/>
            <p:cNvSpPr/>
            <p:nvPr/>
          </p:nvSpPr>
          <p:spPr>
            <a:xfrm>
              <a:off x="37798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4" name="Oval 313"/>
            <p:cNvSpPr/>
            <p:nvPr/>
          </p:nvSpPr>
          <p:spPr>
            <a:xfrm>
              <a:off x="33480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5" name="Oval 314"/>
            <p:cNvSpPr/>
            <p:nvPr/>
          </p:nvSpPr>
          <p:spPr>
            <a:xfrm>
              <a:off x="32035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6" name="Oval 315"/>
            <p:cNvSpPr/>
            <p:nvPr/>
          </p:nvSpPr>
          <p:spPr>
            <a:xfrm>
              <a:off x="36353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7" name="Oval 316"/>
            <p:cNvSpPr/>
            <p:nvPr/>
          </p:nvSpPr>
          <p:spPr>
            <a:xfrm>
              <a:off x="24844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8" name="Oval 317"/>
            <p:cNvSpPr/>
            <p:nvPr/>
          </p:nvSpPr>
          <p:spPr>
            <a:xfrm>
              <a:off x="26273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9" name="Oval 318"/>
            <p:cNvSpPr/>
            <p:nvPr/>
          </p:nvSpPr>
          <p:spPr>
            <a:xfrm>
              <a:off x="27717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0" name="Oval 319"/>
            <p:cNvSpPr/>
            <p:nvPr/>
          </p:nvSpPr>
          <p:spPr>
            <a:xfrm>
              <a:off x="29162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1" name="Oval 320"/>
            <p:cNvSpPr/>
            <p:nvPr/>
          </p:nvSpPr>
          <p:spPr>
            <a:xfrm>
              <a:off x="34925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2" name="Oval 321"/>
            <p:cNvSpPr/>
            <p:nvPr/>
          </p:nvSpPr>
          <p:spPr>
            <a:xfrm>
              <a:off x="30591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3" name="Oval 322"/>
            <p:cNvSpPr/>
            <p:nvPr/>
          </p:nvSpPr>
          <p:spPr>
            <a:xfrm>
              <a:off x="37798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4" name="Oval 323"/>
            <p:cNvSpPr/>
            <p:nvPr/>
          </p:nvSpPr>
          <p:spPr>
            <a:xfrm>
              <a:off x="33480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5" name="Oval 324"/>
            <p:cNvSpPr/>
            <p:nvPr/>
          </p:nvSpPr>
          <p:spPr>
            <a:xfrm>
              <a:off x="32035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6" name="Oval 325"/>
            <p:cNvSpPr/>
            <p:nvPr/>
          </p:nvSpPr>
          <p:spPr>
            <a:xfrm>
              <a:off x="36353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7" name="Oval 326"/>
            <p:cNvSpPr/>
            <p:nvPr/>
          </p:nvSpPr>
          <p:spPr>
            <a:xfrm>
              <a:off x="24844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8" name="Oval 327"/>
            <p:cNvSpPr/>
            <p:nvPr/>
          </p:nvSpPr>
          <p:spPr>
            <a:xfrm>
              <a:off x="26273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9" name="Oval 328"/>
            <p:cNvSpPr/>
            <p:nvPr/>
          </p:nvSpPr>
          <p:spPr>
            <a:xfrm>
              <a:off x="27717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0" name="Oval 329"/>
            <p:cNvSpPr/>
            <p:nvPr/>
          </p:nvSpPr>
          <p:spPr>
            <a:xfrm>
              <a:off x="29162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1" name="Oval 330"/>
            <p:cNvSpPr/>
            <p:nvPr/>
          </p:nvSpPr>
          <p:spPr>
            <a:xfrm>
              <a:off x="34925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2" name="Oval 331"/>
            <p:cNvSpPr/>
            <p:nvPr/>
          </p:nvSpPr>
          <p:spPr>
            <a:xfrm>
              <a:off x="30591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3" name="Oval 332"/>
            <p:cNvSpPr/>
            <p:nvPr/>
          </p:nvSpPr>
          <p:spPr>
            <a:xfrm>
              <a:off x="37798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4" name="Oval 333"/>
            <p:cNvSpPr/>
            <p:nvPr/>
          </p:nvSpPr>
          <p:spPr>
            <a:xfrm>
              <a:off x="33480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5" name="Oval 334"/>
            <p:cNvSpPr/>
            <p:nvPr/>
          </p:nvSpPr>
          <p:spPr>
            <a:xfrm>
              <a:off x="32035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6" name="Oval 335"/>
            <p:cNvSpPr/>
            <p:nvPr/>
          </p:nvSpPr>
          <p:spPr>
            <a:xfrm>
              <a:off x="36353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7" name="Oval 336"/>
            <p:cNvSpPr/>
            <p:nvPr/>
          </p:nvSpPr>
          <p:spPr>
            <a:xfrm>
              <a:off x="24844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8" name="Oval 337"/>
            <p:cNvSpPr/>
            <p:nvPr/>
          </p:nvSpPr>
          <p:spPr>
            <a:xfrm>
              <a:off x="26273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9" name="Oval 338"/>
            <p:cNvSpPr/>
            <p:nvPr/>
          </p:nvSpPr>
          <p:spPr>
            <a:xfrm>
              <a:off x="27717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0" name="Oval 339"/>
            <p:cNvSpPr/>
            <p:nvPr/>
          </p:nvSpPr>
          <p:spPr>
            <a:xfrm>
              <a:off x="29162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1" name="Oval 340"/>
            <p:cNvSpPr/>
            <p:nvPr/>
          </p:nvSpPr>
          <p:spPr>
            <a:xfrm>
              <a:off x="34925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2" name="Oval 341"/>
            <p:cNvSpPr/>
            <p:nvPr/>
          </p:nvSpPr>
          <p:spPr>
            <a:xfrm>
              <a:off x="30591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3" name="Oval 342"/>
            <p:cNvSpPr/>
            <p:nvPr/>
          </p:nvSpPr>
          <p:spPr>
            <a:xfrm>
              <a:off x="37798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4" name="Oval 343"/>
            <p:cNvSpPr/>
            <p:nvPr/>
          </p:nvSpPr>
          <p:spPr>
            <a:xfrm>
              <a:off x="33480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5" name="Oval 344"/>
            <p:cNvSpPr/>
            <p:nvPr/>
          </p:nvSpPr>
          <p:spPr>
            <a:xfrm>
              <a:off x="32035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6" name="Oval 345"/>
            <p:cNvSpPr/>
            <p:nvPr/>
          </p:nvSpPr>
          <p:spPr>
            <a:xfrm>
              <a:off x="36353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7" name="Oval 346"/>
            <p:cNvSpPr/>
            <p:nvPr/>
          </p:nvSpPr>
          <p:spPr>
            <a:xfrm>
              <a:off x="24844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8" name="Oval 347"/>
            <p:cNvSpPr/>
            <p:nvPr/>
          </p:nvSpPr>
          <p:spPr>
            <a:xfrm>
              <a:off x="26273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9" name="Oval 348"/>
            <p:cNvSpPr/>
            <p:nvPr/>
          </p:nvSpPr>
          <p:spPr>
            <a:xfrm>
              <a:off x="27717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0" name="Oval 349"/>
            <p:cNvSpPr/>
            <p:nvPr/>
          </p:nvSpPr>
          <p:spPr>
            <a:xfrm>
              <a:off x="29162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1" name="Oval 350"/>
            <p:cNvSpPr/>
            <p:nvPr/>
          </p:nvSpPr>
          <p:spPr>
            <a:xfrm>
              <a:off x="34925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2" name="Oval 351"/>
            <p:cNvSpPr/>
            <p:nvPr/>
          </p:nvSpPr>
          <p:spPr>
            <a:xfrm>
              <a:off x="30591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3" name="Oval 352"/>
            <p:cNvSpPr/>
            <p:nvPr/>
          </p:nvSpPr>
          <p:spPr>
            <a:xfrm>
              <a:off x="37798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4" name="Oval 353"/>
            <p:cNvSpPr/>
            <p:nvPr/>
          </p:nvSpPr>
          <p:spPr>
            <a:xfrm>
              <a:off x="33480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5" name="Oval 354"/>
            <p:cNvSpPr/>
            <p:nvPr/>
          </p:nvSpPr>
          <p:spPr>
            <a:xfrm>
              <a:off x="32035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6" name="Oval 355"/>
            <p:cNvSpPr/>
            <p:nvPr/>
          </p:nvSpPr>
          <p:spPr>
            <a:xfrm>
              <a:off x="36353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7" name="Oval 356"/>
            <p:cNvSpPr/>
            <p:nvPr/>
          </p:nvSpPr>
          <p:spPr>
            <a:xfrm>
              <a:off x="24844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8" name="Oval 357"/>
            <p:cNvSpPr/>
            <p:nvPr/>
          </p:nvSpPr>
          <p:spPr>
            <a:xfrm>
              <a:off x="26273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9" name="Oval 358"/>
            <p:cNvSpPr/>
            <p:nvPr/>
          </p:nvSpPr>
          <p:spPr>
            <a:xfrm>
              <a:off x="27717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0" name="Oval 359"/>
            <p:cNvSpPr/>
            <p:nvPr/>
          </p:nvSpPr>
          <p:spPr>
            <a:xfrm>
              <a:off x="29162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1" name="Oval 360"/>
            <p:cNvSpPr/>
            <p:nvPr/>
          </p:nvSpPr>
          <p:spPr>
            <a:xfrm>
              <a:off x="34925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2" name="Oval 361"/>
            <p:cNvSpPr/>
            <p:nvPr/>
          </p:nvSpPr>
          <p:spPr>
            <a:xfrm>
              <a:off x="30591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3" name="Oval 362"/>
            <p:cNvSpPr/>
            <p:nvPr/>
          </p:nvSpPr>
          <p:spPr>
            <a:xfrm>
              <a:off x="37798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4" name="Oval 363"/>
            <p:cNvSpPr/>
            <p:nvPr/>
          </p:nvSpPr>
          <p:spPr>
            <a:xfrm>
              <a:off x="33480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5" name="Oval 364"/>
            <p:cNvSpPr/>
            <p:nvPr/>
          </p:nvSpPr>
          <p:spPr>
            <a:xfrm>
              <a:off x="32035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6" name="Oval 365"/>
            <p:cNvSpPr/>
            <p:nvPr/>
          </p:nvSpPr>
          <p:spPr>
            <a:xfrm>
              <a:off x="36353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7" name="Oval 366"/>
            <p:cNvSpPr/>
            <p:nvPr/>
          </p:nvSpPr>
          <p:spPr>
            <a:xfrm>
              <a:off x="24844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8" name="Oval 367"/>
            <p:cNvSpPr/>
            <p:nvPr/>
          </p:nvSpPr>
          <p:spPr>
            <a:xfrm>
              <a:off x="26273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9" name="Oval 368"/>
            <p:cNvSpPr/>
            <p:nvPr/>
          </p:nvSpPr>
          <p:spPr>
            <a:xfrm>
              <a:off x="27717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0" name="Oval 369"/>
            <p:cNvSpPr/>
            <p:nvPr/>
          </p:nvSpPr>
          <p:spPr>
            <a:xfrm>
              <a:off x="29162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1" name="Oval 370"/>
            <p:cNvSpPr/>
            <p:nvPr/>
          </p:nvSpPr>
          <p:spPr>
            <a:xfrm>
              <a:off x="34925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2" name="Oval 371"/>
            <p:cNvSpPr/>
            <p:nvPr/>
          </p:nvSpPr>
          <p:spPr>
            <a:xfrm>
              <a:off x="30591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3" name="Oval 372"/>
            <p:cNvSpPr/>
            <p:nvPr/>
          </p:nvSpPr>
          <p:spPr>
            <a:xfrm>
              <a:off x="37798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4" name="Oval 373"/>
            <p:cNvSpPr/>
            <p:nvPr/>
          </p:nvSpPr>
          <p:spPr>
            <a:xfrm>
              <a:off x="33480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5" name="Oval 374"/>
            <p:cNvSpPr/>
            <p:nvPr/>
          </p:nvSpPr>
          <p:spPr>
            <a:xfrm>
              <a:off x="32035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6" name="Oval 375"/>
            <p:cNvSpPr/>
            <p:nvPr/>
          </p:nvSpPr>
          <p:spPr>
            <a:xfrm>
              <a:off x="36353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7" name="Oval 376"/>
            <p:cNvSpPr/>
            <p:nvPr/>
          </p:nvSpPr>
          <p:spPr>
            <a:xfrm>
              <a:off x="24844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8" name="Oval 377"/>
            <p:cNvSpPr/>
            <p:nvPr/>
          </p:nvSpPr>
          <p:spPr>
            <a:xfrm>
              <a:off x="26273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9" name="Oval 378"/>
            <p:cNvSpPr/>
            <p:nvPr/>
          </p:nvSpPr>
          <p:spPr>
            <a:xfrm>
              <a:off x="27717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0" name="Oval 379"/>
            <p:cNvSpPr/>
            <p:nvPr/>
          </p:nvSpPr>
          <p:spPr>
            <a:xfrm>
              <a:off x="29162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1" name="Oval 380"/>
            <p:cNvSpPr/>
            <p:nvPr/>
          </p:nvSpPr>
          <p:spPr>
            <a:xfrm>
              <a:off x="34925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2" name="Oval 381"/>
            <p:cNvSpPr/>
            <p:nvPr/>
          </p:nvSpPr>
          <p:spPr>
            <a:xfrm>
              <a:off x="30591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3" name="Oval 382"/>
            <p:cNvSpPr/>
            <p:nvPr/>
          </p:nvSpPr>
          <p:spPr>
            <a:xfrm>
              <a:off x="37798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4" name="Oval 383"/>
            <p:cNvSpPr/>
            <p:nvPr/>
          </p:nvSpPr>
          <p:spPr>
            <a:xfrm>
              <a:off x="33480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5" name="Oval 384"/>
            <p:cNvSpPr/>
            <p:nvPr/>
          </p:nvSpPr>
          <p:spPr>
            <a:xfrm>
              <a:off x="32035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6" name="Oval 385"/>
            <p:cNvSpPr/>
            <p:nvPr/>
          </p:nvSpPr>
          <p:spPr>
            <a:xfrm>
              <a:off x="36353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7" name="Oval 386"/>
            <p:cNvSpPr/>
            <p:nvPr/>
          </p:nvSpPr>
          <p:spPr>
            <a:xfrm>
              <a:off x="24844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8" name="Oval 387"/>
            <p:cNvSpPr/>
            <p:nvPr/>
          </p:nvSpPr>
          <p:spPr>
            <a:xfrm>
              <a:off x="26273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9" name="Oval 388"/>
            <p:cNvSpPr/>
            <p:nvPr/>
          </p:nvSpPr>
          <p:spPr>
            <a:xfrm>
              <a:off x="27717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0" name="Oval 389"/>
            <p:cNvSpPr/>
            <p:nvPr/>
          </p:nvSpPr>
          <p:spPr>
            <a:xfrm>
              <a:off x="29162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1" name="Oval 390"/>
            <p:cNvSpPr/>
            <p:nvPr/>
          </p:nvSpPr>
          <p:spPr>
            <a:xfrm>
              <a:off x="34925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2" name="Oval 391"/>
            <p:cNvSpPr/>
            <p:nvPr/>
          </p:nvSpPr>
          <p:spPr>
            <a:xfrm>
              <a:off x="30591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3" name="Oval 392"/>
            <p:cNvSpPr/>
            <p:nvPr/>
          </p:nvSpPr>
          <p:spPr>
            <a:xfrm>
              <a:off x="37798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4" name="Oval 393"/>
            <p:cNvSpPr/>
            <p:nvPr/>
          </p:nvSpPr>
          <p:spPr>
            <a:xfrm>
              <a:off x="33480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5" name="Oval 394"/>
            <p:cNvSpPr/>
            <p:nvPr/>
          </p:nvSpPr>
          <p:spPr>
            <a:xfrm>
              <a:off x="32035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6" name="Oval 395"/>
            <p:cNvSpPr/>
            <p:nvPr/>
          </p:nvSpPr>
          <p:spPr>
            <a:xfrm>
              <a:off x="36353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7" name="Oval 396"/>
            <p:cNvSpPr/>
            <p:nvPr/>
          </p:nvSpPr>
          <p:spPr>
            <a:xfrm>
              <a:off x="24844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8" name="Oval 397"/>
            <p:cNvSpPr/>
            <p:nvPr/>
          </p:nvSpPr>
          <p:spPr>
            <a:xfrm>
              <a:off x="26273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9" name="Oval 398"/>
            <p:cNvSpPr/>
            <p:nvPr/>
          </p:nvSpPr>
          <p:spPr>
            <a:xfrm>
              <a:off x="27717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0" name="Oval 399"/>
            <p:cNvSpPr/>
            <p:nvPr/>
          </p:nvSpPr>
          <p:spPr>
            <a:xfrm>
              <a:off x="29162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1" name="Oval 400"/>
            <p:cNvSpPr/>
            <p:nvPr/>
          </p:nvSpPr>
          <p:spPr>
            <a:xfrm>
              <a:off x="34925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2" name="Oval 401"/>
            <p:cNvSpPr/>
            <p:nvPr/>
          </p:nvSpPr>
          <p:spPr>
            <a:xfrm>
              <a:off x="30591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3" name="Oval 402"/>
            <p:cNvSpPr/>
            <p:nvPr/>
          </p:nvSpPr>
          <p:spPr>
            <a:xfrm>
              <a:off x="37798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4" name="Oval 403"/>
            <p:cNvSpPr/>
            <p:nvPr/>
          </p:nvSpPr>
          <p:spPr>
            <a:xfrm>
              <a:off x="33480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5" name="Oval 404"/>
            <p:cNvSpPr/>
            <p:nvPr/>
          </p:nvSpPr>
          <p:spPr>
            <a:xfrm>
              <a:off x="32035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6" name="Oval 405"/>
            <p:cNvSpPr/>
            <p:nvPr/>
          </p:nvSpPr>
          <p:spPr>
            <a:xfrm>
              <a:off x="36353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7" name="Oval 406"/>
            <p:cNvSpPr/>
            <p:nvPr/>
          </p:nvSpPr>
          <p:spPr>
            <a:xfrm>
              <a:off x="39243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8" name="Oval 407"/>
            <p:cNvSpPr/>
            <p:nvPr/>
          </p:nvSpPr>
          <p:spPr>
            <a:xfrm>
              <a:off x="40671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9" name="Oval 408"/>
            <p:cNvSpPr/>
            <p:nvPr/>
          </p:nvSpPr>
          <p:spPr>
            <a:xfrm>
              <a:off x="42116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0" name="Oval 409"/>
            <p:cNvSpPr/>
            <p:nvPr/>
          </p:nvSpPr>
          <p:spPr>
            <a:xfrm>
              <a:off x="43561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1" name="Oval 410"/>
            <p:cNvSpPr/>
            <p:nvPr/>
          </p:nvSpPr>
          <p:spPr>
            <a:xfrm>
              <a:off x="49323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2" name="Oval 411"/>
            <p:cNvSpPr/>
            <p:nvPr/>
          </p:nvSpPr>
          <p:spPr>
            <a:xfrm>
              <a:off x="450056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3" name="Oval 412"/>
            <p:cNvSpPr/>
            <p:nvPr/>
          </p:nvSpPr>
          <p:spPr>
            <a:xfrm>
              <a:off x="52197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4" name="Oval 413"/>
            <p:cNvSpPr/>
            <p:nvPr/>
          </p:nvSpPr>
          <p:spPr>
            <a:xfrm>
              <a:off x="47879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5" name="Oval 414"/>
            <p:cNvSpPr/>
            <p:nvPr/>
          </p:nvSpPr>
          <p:spPr>
            <a:xfrm>
              <a:off x="46434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6" name="Oval 415"/>
            <p:cNvSpPr/>
            <p:nvPr/>
          </p:nvSpPr>
          <p:spPr>
            <a:xfrm>
              <a:off x="50768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7" name="Oval 416"/>
            <p:cNvSpPr/>
            <p:nvPr/>
          </p:nvSpPr>
          <p:spPr>
            <a:xfrm>
              <a:off x="39243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8" name="Oval 417"/>
            <p:cNvSpPr/>
            <p:nvPr/>
          </p:nvSpPr>
          <p:spPr>
            <a:xfrm>
              <a:off x="40671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9" name="Oval 418"/>
            <p:cNvSpPr/>
            <p:nvPr/>
          </p:nvSpPr>
          <p:spPr>
            <a:xfrm>
              <a:off x="42116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0" name="Oval 419"/>
            <p:cNvSpPr/>
            <p:nvPr/>
          </p:nvSpPr>
          <p:spPr>
            <a:xfrm>
              <a:off x="43561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1" name="Oval 420"/>
            <p:cNvSpPr/>
            <p:nvPr/>
          </p:nvSpPr>
          <p:spPr>
            <a:xfrm>
              <a:off x="49323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2" name="Oval 421"/>
            <p:cNvSpPr/>
            <p:nvPr/>
          </p:nvSpPr>
          <p:spPr>
            <a:xfrm>
              <a:off x="450056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3" name="Oval 422"/>
            <p:cNvSpPr/>
            <p:nvPr/>
          </p:nvSpPr>
          <p:spPr>
            <a:xfrm>
              <a:off x="52197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4" name="Oval 423"/>
            <p:cNvSpPr/>
            <p:nvPr/>
          </p:nvSpPr>
          <p:spPr>
            <a:xfrm>
              <a:off x="47879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5" name="Oval 424"/>
            <p:cNvSpPr/>
            <p:nvPr/>
          </p:nvSpPr>
          <p:spPr>
            <a:xfrm>
              <a:off x="46434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6" name="Oval 425"/>
            <p:cNvSpPr/>
            <p:nvPr/>
          </p:nvSpPr>
          <p:spPr>
            <a:xfrm>
              <a:off x="50768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7" name="Oval 426"/>
            <p:cNvSpPr/>
            <p:nvPr/>
          </p:nvSpPr>
          <p:spPr>
            <a:xfrm>
              <a:off x="39243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8" name="Oval 427"/>
            <p:cNvSpPr/>
            <p:nvPr/>
          </p:nvSpPr>
          <p:spPr>
            <a:xfrm>
              <a:off x="40671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9" name="Oval 428"/>
            <p:cNvSpPr/>
            <p:nvPr/>
          </p:nvSpPr>
          <p:spPr>
            <a:xfrm>
              <a:off x="42116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0" name="Oval 429"/>
            <p:cNvSpPr/>
            <p:nvPr/>
          </p:nvSpPr>
          <p:spPr>
            <a:xfrm>
              <a:off x="43561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1" name="Oval 430"/>
            <p:cNvSpPr/>
            <p:nvPr/>
          </p:nvSpPr>
          <p:spPr>
            <a:xfrm>
              <a:off x="49323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2" name="Oval 431"/>
            <p:cNvSpPr/>
            <p:nvPr/>
          </p:nvSpPr>
          <p:spPr>
            <a:xfrm>
              <a:off x="450056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3" name="Oval 432"/>
            <p:cNvSpPr/>
            <p:nvPr/>
          </p:nvSpPr>
          <p:spPr>
            <a:xfrm>
              <a:off x="52197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4" name="Oval 433"/>
            <p:cNvSpPr/>
            <p:nvPr/>
          </p:nvSpPr>
          <p:spPr>
            <a:xfrm>
              <a:off x="47879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5" name="Oval 434"/>
            <p:cNvSpPr/>
            <p:nvPr/>
          </p:nvSpPr>
          <p:spPr>
            <a:xfrm>
              <a:off x="46434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6" name="Oval 435"/>
            <p:cNvSpPr/>
            <p:nvPr/>
          </p:nvSpPr>
          <p:spPr>
            <a:xfrm>
              <a:off x="50768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7" name="Oval 436"/>
            <p:cNvSpPr/>
            <p:nvPr/>
          </p:nvSpPr>
          <p:spPr>
            <a:xfrm>
              <a:off x="39243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8" name="Oval 437"/>
            <p:cNvSpPr/>
            <p:nvPr/>
          </p:nvSpPr>
          <p:spPr>
            <a:xfrm>
              <a:off x="40671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9" name="Oval 438"/>
            <p:cNvSpPr/>
            <p:nvPr/>
          </p:nvSpPr>
          <p:spPr>
            <a:xfrm>
              <a:off x="42116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0" name="Oval 439"/>
            <p:cNvSpPr/>
            <p:nvPr/>
          </p:nvSpPr>
          <p:spPr>
            <a:xfrm>
              <a:off x="43561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1" name="Oval 440"/>
            <p:cNvSpPr/>
            <p:nvPr/>
          </p:nvSpPr>
          <p:spPr>
            <a:xfrm>
              <a:off x="49323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2" name="Oval 441"/>
            <p:cNvSpPr/>
            <p:nvPr/>
          </p:nvSpPr>
          <p:spPr>
            <a:xfrm>
              <a:off x="450056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3" name="Oval 442"/>
            <p:cNvSpPr/>
            <p:nvPr/>
          </p:nvSpPr>
          <p:spPr>
            <a:xfrm>
              <a:off x="52197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4" name="Oval 443"/>
            <p:cNvSpPr/>
            <p:nvPr/>
          </p:nvSpPr>
          <p:spPr>
            <a:xfrm>
              <a:off x="47879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5" name="Oval 444"/>
            <p:cNvSpPr/>
            <p:nvPr/>
          </p:nvSpPr>
          <p:spPr>
            <a:xfrm>
              <a:off x="46434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6" name="Oval 445"/>
            <p:cNvSpPr/>
            <p:nvPr/>
          </p:nvSpPr>
          <p:spPr>
            <a:xfrm>
              <a:off x="50768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7" name="Oval 446"/>
            <p:cNvSpPr/>
            <p:nvPr/>
          </p:nvSpPr>
          <p:spPr>
            <a:xfrm>
              <a:off x="39243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8" name="Oval 447"/>
            <p:cNvSpPr/>
            <p:nvPr/>
          </p:nvSpPr>
          <p:spPr>
            <a:xfrm>
              <a:off x="40671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9" name="Oval 448"/>
            <p:cNvSpPr/>
            <p:nvPr/>
          </p:nvSpPr>
          <p:spPr>
            <a:xfrm>
              <a:off x="42116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0" name="Oval 449"/>
            <p:cNvSpPr/>
            <p:nvPr/>
          </p:nvSpPr>
          <p:spPr>
            <a:xfrm>
              <a:off x="43561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1" name="Oval 450"/>
            <p:cNvSpPr/>
            <p:nvPr/>
          </p:nvSpPr>
          <p:spPr>
            <a:xfrm>
              <a:off x="49323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2" name="Oval 451"/>
            <p:cNvSpPr/>
            <p:nvPr/>
          </p:nvSpPr>
          <p:spPr>
            <a:xfrm>
              <a:off x="450056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3" name="Oval 452"/>
            <p:cNvSpPr/>
            <p:nvPr/>
          </p:nvSpPr>
          <p:spPr>
            <a:xfrm>
              <a:off x="52197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4" name="Oval 453"/>
            <p:cNvSpPr/>
            <p:nvPr/>
          </p:nvSpPr>
          <p:spPr>
            <a:xfrm>
              <a:off x="47879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5" name="Oval 454"/>
            <p:cNvSpPr/>
            <p:nvPr/>
          </p:nvSpPr>
          <p:spPr>
            <a:xfrm>
              <a:off x="46434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6" name="Oval 455"/>
            <p:cNvSpPr/>
            <p:nvPr/>
          </p:nvSpPr>
          <p:spPr>
            <a:xfrm>
              <a:off x="50768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7" name="Oval 456"/>
            <p:cNvSpPr/>
            <p:nvPr/>
          </p:nvSpPr>
          <p:spPr>
            <a:xfrm>
              <a:off x="39243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8" name="Oval 457"/>
            <p:cNvSpPr/>
            <p:nvPr/>
          </p:nvSpPr>
          <p:spPr>
            <a:xfrm>
              <a:off x="40671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9" name="Oval 458"/>
            <p:cNvSpPr/>
            <p:nvPr/>
          </p:nvSpPr>
          <p:spPr>
            <a:xfrm>
              <a:off x="42116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0" name="Oval 459"/>
            <p:cNvSpPr/>
            <p:nvPr/>
          </p:nvSpPr>
          <p:spPr>
            <a:xfrm>
              <a:off x="43561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1" name="Oval 460"/>
            <p:cNvSpPr/>
            <p:nvPr/>
          </p:nvSpPr>
          <p:spPr>
            <a:xfrm>
              <a:off x="49323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2" name="Oval 461"/>
            <p:cNvSpPr/>
            <p:nvPr/>
          </p:nvSpPr>
          <p:spPr>
            <a:xfrm>
              <a:off x="450056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3" name="Oval 462"/>
            <p:cNvSpPr/>
            <p:nvPr/>
          </p:nvSpPr>
          <p:spPr>
            <a:xfrm>
              <a:off x="52197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4" name="Oval 463"/>
            <p:cNvSpPr/>
            <p:nvPr/>
          </p:nvSpPr>
          <p:spPr>
            <a:xfrm>
              <a:off x="47879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5" name="Oval 464"/>
            <p:cNvSpPr/>
            <p:nvPr/>
          </p:nvSpPr>
          <p:spPr>
            <a:xfrm>
              <a:off x="46434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6" name="Oval 465"/>
            <p:cNvSpPr/>
            <p:nvPr/>
          </p:nvSpPr>
          <p:spPr>
            <a:xfrm>
              <a:off x="50768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7" name="Oval 466"/>
            <p:cNvSpPr/>
            <p:nvPr/>
          </p:nvSpPr>
          <p:spPr>
            <a:xfrm>
              <a:off x="39243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8" name="Oval 467"/>
            <p:cNvSpPr/>
            <p:nvPr/>
          </p:nvSpPr>
          <p:spPr>
            <a:xfrm>
              <a:off x="40671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9" name="Oval 468"/>
            <p:cNvSpPr/>
            <p:nvPr/>
          </p:nvSpPr>
          <p:spPr>
            <a:xfrm>
              <a:off x="42116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0" name="Oval 469"/>
            <p:cNvSpPr/>
            <p:nvPr/>
          </p:nvSpPr>
          <p:spPr>
            <a:xfrm>
              <a:off x="43561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1" name="Oval 470"/>
            <p:cNvSpPr/>
            <p:nvPr/>
          </p:nvSpPr>
          <p:spPr>
            <a:xfrm>
              <a:off x="49323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2" name="Oval 471"/>
            <p:cNvSpPr/>
            <p:nvPr/>
          </p:nvSpPr>
          <p:spPr>
            <a:xfrm>
              <a:off x="450056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3" name="Oval 472"/>
            <p:cNvSpPr/>
            <p:nvPr/>
          </p:nvSpPr>
          <p:spPr>
            <a:xfrm>
              <a:off x="52197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4" name="Oval 473"/>
            <p:cNvSpPr/>
            <p:nvPr/>
          </p:nvSpPr>
          <p:spPr>
            <a:xfrm>
              <a:off x="47879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5" name="Oval 474"/>
            <p:cNvSpPr/>
            <p:nvPr/>
          </p:nvSpPr>
          <p:spPr>
            <a:xfrm>
              <a:off x="46434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6" name="Oval 475"/>
            <p:cNvSpPr/>
            <p:nvPr/>
          </p:nvSpPr>
          <p:spPr>
            <a:xfrm>
              <a:off x="50768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7" name="Oval 476"/>
            <p:cNvSpPr/>
            <p:nvPr/>
          </p:nvSpPr>
          <p:spPr>
            <a:xfrm>
              <a:off x="39243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8" name="Oval 477"/>
            <p:cNvSpPr/>
            <p:nvPr/>
          </p:nvSpPr>
          <p:spPr>
            <a:xfrm>
              <a:off x="40671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9" name="Oval 478"/>
            <p:cNvSpPr/>
            <p:nvPr/>
          </p:nvSpPr>
          <p:spPr>
            <a:xfrm>
              <a:off x="42116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0" name="Oval 479"/>
            <p:cNvSpPr/>
            <p:nvPr/>
          </p:nvSpPr>
          <p:spPr>
            <a:xfrm>
              <a:off x="43561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1" name="Oval 480"/>
            <p:cNvSpPr/>
            <p:nvPr/>
          </p:nvSpPr>
          <p:spPr>
            <a:xfrm>
              <a:off x="49323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2" name="Oval 481"/>
            <p:cNvSpPr/>
            <p:nvPr/>
          </p:nvSpPr>
          <p:spPr>
            <a:xfrm>
              <a:off x="450056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3" name="Oval 482"/>
            <p:cNvSpPr/>
            <p:nvPr/>
          </p:nvSpPr>
          <p:spPr>
            <a:xfrm>
              <a:off x="52197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4" name="Oval 483"/>
            <p:cNvSpPr/>
            <p:nvPr/>
          </p:nvSpPr>
          <p:spPr>
            <a:xfrm>
              <a:off x="47879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5" name="Oval 484"/>
            <p:cNvSpPr/>
            <p:nvPr/>
          </p:nvSpPr>
          <p:spPr>
            <a:xfrm>
              <a:off x="46434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6" name="Oval 485"/>
            <p:cNvSpPr/>
            <p:nvPr/>
          </p:nvSpPr>
          <p:spPr>
            <a:xfrm>
              <a:off x="50768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7" name="Oval 486"/>
            <p:cNvSpPr/>
            <p:nvPr/>
          </p:nvSpPr>
          <p:spPr>
            <a:xfrm>
              <a:off x="39243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8" name="Oval 487"/>
            <p:cNvSpPr/>
            <p:nvPr/>
          </p:nvSpPr>
          <p:spPr>
            <a:xfrm>
              <a:off x="40671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9" name="Oval 488"/>
            <p:cNvSpPr/>
            <p:nvPr/>
          </p:nvSpPr>
          <p:spPr>
            <a:xfrm>
              <a:off x="42116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0" name="Oval 489"/>
            <p:cNvSpPr/>
            <p:nvPr/>
          </p:nvSpPr>
          <p:spPr>
            <a:xfrm>
              <a:off x="43561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1" name="Oval 490"/>
            <p:cNvSpPr/>
            <p:nvPr/>
          </p:nvSpPr>
          <p:spPr>
            <a:xfrm>
              <a:off x="49323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2" name="Oval 491"/>
            <p:cNvSpPr/>
            <p:nvPr/>
          </p:nvSpPr>
          <p:spPr>
            <a:xfrm>
              <a:off x="450056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3" name="Oval 492"/>
            <p:cNvSpPr/>
            <p:nvPr/>
          </p:nvSpPr>
          <p:spPr>
            <a:xfrm>
              <a:off x="52197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4" name="Oval 493"/>
            <p:cNvSpPr/>
            <p:nvPr/>
          </p:nvSpPr>
          <p:spPr>
            <a:xfrm>
              <a:off x="47879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5" name="Oval 494"/>
            <p:cNvSpPr/>
            <p:nvPr/>
          </p:nvSpPr>
          <p:spPr>
            <a:xfrm>
              <a:off x="46434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6" name="Oval 495"/>
            <p:cNvSpPr/>
            <p:nvPr/>
          </p:nvSpPr>
          <p:spPr>
            <a:xfrm>
              <a:off x="50768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7" name="Oval 496"/>
            <p:cNvSpPr/>
            <p:nvPr/>
          </p:nvSpPr>
          <p:spPr>
            <a:xfrm>
              <a:off x="39243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8" name="Oval 497"/>
            <p:cNvSpPr/>
            <p:nvPr/>
          </p:nvSpPr>
          <p:spPr>
            <a:xfrm>
              <a:off x="40671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9" name="Oval 498"/>
            <p:cNvSpPr/>
            <p:nvPr/>
          </p:nvSpPr>
          <p:spPr>
            <a:xfrm>
              <a:off x="42116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0" name="Oval 499"/>
            <p:cNvSpPr/>
            <p:nvPr/>
          </p:nvSpPr>
          <p:spPr>
            <a:xfrm>
              <a:off x="43561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1" name="Oval 500"/>
            <p:cNvSpPr/>
            <p:nvPr/>
          </p:nvSpPr>
          <p:spPr>
            <a:xfrm>
              <a:off x="49323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2" name="Oval 501"/>
            <p:cNvSpPr/>
            <p:nvPr/>
          </p:nvSpPr>
          <p:spPr>
            <a:xfrm>
              <a:off x="450056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3" name="Oval 502"/>
            <p:cNvSpPr/>
            <p:nvPr/>
          </p:nvSpPr>
          <p:spPr>
            <a:xfrm>
              <a:off x="52197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4" name="Oval 503"/>
            <p:cNvSpPr/>
            <p:nvPr/>
          </p:nvSpPr>
          <p:spPr>
            <a:xfrm>
              <a:off x="47879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5" name="Oval 504"/>
            <p:cNvSpPr/>
            <p:nvPr/>
          </p:nvSpPr>
          <p:spPr>
            <a:xfrm>
              <a:off x="46434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6" name="Oval 505"/>
            <p:cNvSpPr/>
            <p:nvPr/>
          </p:nvSpPr>
          <p:spPr>
            <a:xfrm>
              <a:off x="50768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7" name="Oval 506"/>
            <p:cNvSpPr/>
            <p:nvPr/>
          </p:nvSpPr>
          <p:spPr>
            <a:xfrm>
              <a:off x="53641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8" name="Oval 507"/>
            <p:cNvSpPr/>
            <p:nvPr/>
          </p:nvSpPr>
          <p:spPr>
            <a:xfrm>
              <a:off x="55086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9" name="Oval 508"/>
            <p:cNvSpPr/>
            <p:nvPr/>
          </p:nvSpPr>
          <p:spPr>
            <a:xfrm>
              <a:off x="56515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0" name="Oval 509"/>
            <p:cNvSpPr/>
            <p:nvPr/>
          </p:nvSpPr>
          <p:spPr>
            <a:xfrm>
              <a:off x="57959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1" name="Oval 510"/>
            <p:cNvSpPr/>
            <p:nvPr/>
          </p:nvSpPr>
          <p:spPr>
            <a:xfrm>
              <a:off x="63722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2" name="Oval 511"/>
            <p:cNvSpPr/>
            <p:nvPr/>
          </p:nvSpPr>
          <p:spPr>
            <a:xfrm>
              <a:off x="59404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3" name="Oval 512"/>
            <p:cNvSpPr/>
            <p:nvPr/>
          </p:nvSpPr>
          <p:spPr>
            <a:xfrm>
              <a:off x="66595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4" name="Oval 513"/>
            <p:cNvSpPr/>
            <p:nvPr/>
          </p:nvSpPr>
          <p:spPr>
            <a:xfrm>
              <a:off x="62277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5" name="Oval 514"/>
            <p:cNvSpPr/>
            <p:nvPr/>
          </p:nvSpPr>
          <p:spPr>
            <a:xfrm>
              <a:off x="60848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6" name="Oval 515"/>
            <p:cNvSpPr/>
            <p:nvPr/>
          </p:nvSpPr>
          <p:spPr>
            <a:xfrm>
              <a:off x="65166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7" name="Oval 516"/>
            <p:cNvSpPr/>
            <p:nvPr/>
          </p:nvSpPr>
          <p:spPr>
            <a:xfrm>
              <a:off x="53641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8" name="Oval 517"/>
            <p:cNvSpPr/>
            <p:nvPr/>
          </p:nvSpPr>
          <p:spPr>
            <a:xfrm>
              <a:off x="55086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9" name="Oval 518"/>
            <p:cNvSpPr/>
            <p:nvPr/>
          </p:nvSpPr>
          <p:spPr>
            <a:xfrm>
              <a:off x="56515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0" name="Oval 519"/>
            <p:cNvSpPr/>
            <p:nvPr/>
          </p:nvSpPr>
          <p:spPr>
            <a:xfrm>
              <a:off x="57959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1" name="Oval 520"/>
            <p:cNvSpPr/>
            <p:nvPr/>
          </p:nvSpPr>
          <p:spPr>
            <a:xfrm>
              <a:off x="63722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2" name="Oval 521"/>
            <p:cNvSpPr/>
            <p:nvPr/>
          </p:nvSpPr>
          <p:spPr>
            <a:xfrm>
              <a:off x="59404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3" name="Oval 522"/>
            <p:cNvSpPr/>
            <p:nvPr/>
          </p:nvSpPr>
          <p:spPr>
            <a:xfrm>
              <a:off x="66595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4" name="Oval 523"/>
            <p:cNvSpPr/>
            <p:nvPr/>
          </p:nvSpPr>
          <p:spPr>
            <a:xfrm>
              <a:off x="62277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5" name="Oval 524"/>
            <p:cNvSpPr/>
            <p:nvPr/>
          </p:nvSpPr>
          <p:spPr>
            <a:xfrm>
              <a:off x="60848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6" name="Oval 525"/>
            <p:cNvSpPr/>
            <p:nvPr/>
          </p:nvSpPr>
          <p:spPr>
            <a:xfrm>
              <a:off x="65166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7" name="Oval 526"/>
            <p:cNvSpPr/>
            <p:nvPr/>
          </p:nvSpPr>
          <p:spPr>
            <a:xfrm>
              <a:off x="53641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8" name="Oval 527"/>
            <p:cNvSpPr/>
            <p:nvPr/>
          </p:nvSpPr>
          <p:spPr>
            <a:xfrm>
              <a:off x="55086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9" name="Oval 528"/>
            <p:cNvSpPr/>
            <p:nvPr/>
          </p:nvSpPr>
          <p:spPr>
            <a:xfrm>
              <a:off x="56515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0" name="Oval 529"/>
            <p:cNvSpPr/>
            <p:nvPr/>
          </p:nvSpPr>
          <p:spPr>
            <a:xfrm>
              <a:off x="57959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1" name="Oval 530"/>
            <p:cNvSpPr/>
            <p:nvPr/>
          </p:nvSpPr>
          <p:spPr>
            <a:xfrm>
              <a:off x="63722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2" name="Oval 531"/>
            <p:cNvSpPr/>
            <p:nvPr/>
          </p:nvSpPr>
          <p:spPr>
            <a:xfrm>
              <a:off x="59404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3" name="Oval 532"/>
            <p:cNvSpPr/>
            <p:nvPr/>
          </p:nvSpPr>
          <p:spPr>
            <a:xfrm>
              <a:off x="66595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4" name="Oval 533"/>
            <p:cNvSpPr/>
            <p:nvPr/>
          </p:nvSpPr>
          <p:spPr>
            <a:xfrm>
              <a:off x="62277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5" name="Oval 534"/>
            <p:cNvSpPr/>
            <p:nvPr/>
          </p:nvSpPr>
          <p:spPr>
            <a:xfrm>
              <a:off x="60848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6" name="Oval 535"/>
            <p:cNvSpPr/>
            <p:nvPr/>
          </p:nvSpPr>
          <p:spPr>
            <a:xfrm>
              <a:off x="65166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7" name="Oval 536"/>
            <p:cNvSpPr/>
            <p:nvPr/>
          </p:nvSpPr>
          <p:spPr>
            <a:xfrm>
              <a:off x="53641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8" name="Oval 537"/>
            <p:cNvSpPr/>
            <p:nvPr/>
          </p:nvSpPr>
          <p:spPr>
            <a:xfrm>
              <a:off x="55086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9" name="Oval 538"/>
            <p:cNvSpPr/>
            <p:nvPr/>
          </p:nvSpPr>
          <p:spPr>
            <a:xfrm>
              <a:off x="56515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0" name="Oval 539"/>
            <p:cNvSpPr/>
            <p:nvPr/>
          </p:nvSpPr>
          <p:spPr>
            <a:xfrm>
              <a:off x="57959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1" name="Oval 540"/>
            <p:cNvSpPr/>
            <p:nvPr/>
          </p:nvSpPr>
          <p:spPr>
            <a:xfrm>
              <a:off x="63722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2" name="Oval 541"/>
            <p:cNvSpPr/>
            <p:nvPr/>
          </p:nvSpPr>
          <p:spPr>
            <a:xfrm>
              <a:off x="59404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3" name="Oval 542"/>
            <p:cNvSpPr/>
            <p:nvPr/>
          </p:nvSpPr>
          <p:spPr>
            <a:xfrm>
              <a:off x="66595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4" name="Oval 543"/>
            <p:cNvSpPr/>
            <p:nvPr/>
          </p:nvSpPr>
          <p:spPr>
            <a:xfrm>
              <a:off x="62277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5" name="Oval 544"/>
            <p:cNvSpPr/>
            <p:nvPr/>
          </p:nvSpPr>
          <p:spPr>
            <a:xfrm>
              <a:off x="60848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6" name="Oval 545"/>
            <p:cNvSpPr/>
            <p:nvPr/>
          </p:nvSpPr>
          <p:spPr>
            <a:xfrm>
              <a:off x="65166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7" name="Oval 546"/>
            <p:cNvSpPr/>
            <p:nvPr/>
          </p:nvSpPr>
          <p:spPr>
            <a:xfrm>
              <a:off x="53641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8" name="Oval 547"/>
            <p:cNvSpPr/>
            <p:nvPr/>
          </p:nvSpPr>
          <p:spPr>
            <a:xfrm>
              <a:off x="55086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9" name="Oval 548"/>
            <p:cNvSpPr/>
            <p:nvPr/>
          </p:nvSpPr>
          <p:spPr>
            <a:xfrm>
              <a:off x="56515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0" name="Oval 549"/>
            <p:cNvSpPr/>
            <p:nvPr/>
          </p:nvSpPr>
          <p:spPr>
            <a:xfrm>
              <a:off x="57959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1" name="Oval 550"/>
            <p:cNvSpPr/>
            <p:nvPr/>
          </p:nvSpPr>
          <p:spPr>
            <a:xfrm>
              <a:off x="63722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2" name="Oval 551"/>
            <p:cNvSpPr/>
            <p:nvPr/>
          </p:nvSpPr>
          <p:spPr>
            <a:xfrm>
              <a:off x="59404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3" name="Oval 552"/>
            <p:cNvSpPr/>
            <p:nvPr/>
          </p:nvSpPr>
          <p:spPr>
            <a:xfrm>
              <a:off x="66595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4" name="Oval 553"/>
            <p:cNvSpPr/>
            <p:nvPr/>
          </p:nvSpPr>
          <p:spPr>
            <a:xfrm>
              <a:off x="62277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5" name="Oval 554"/>
            <p:cNvSpPr/>
            <p:nvPr/>
          </p:nvSpPr>
          <p:spPr>
            <a:xfrm>
              <a:off x="60848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6" name="Oval 555"/>
            <p:cNvSpPr/>
            <p:nvPr/>
          </p:nvSpPr>
          <p:spPr>
            <a:xfrm>
              <a:off x="65166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7" name="Oval 556"/>
            <p:cNvSpPr/>
            <p:nvPr/>
          </p:nvSpPr>
          <p:spPr>
            <a:xfrm>
              <a:off x="53641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8" name="Oval 557"/>
            <p:cNvSpPr/>
            <p:nvPr/>
          </p:nvSpPr>
          <p:spPr>
            <a:xfrm>
              <a:off x="55086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9" name="Oval 558"/>
            <p:cNvSpPr/>
            <p:nvPr/>
          </p:nvSpPr>
          <p:spPr>
            <a:xfrm>
              <a:off x="56515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0" name="Oval 559"/>
            <p:cNvSpPr/>
            <p:nvPr/>
          </p:nvSpPr>
          <p:spPr>
            <a:xfrm>
              <a:off x="57959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1" name="Oval 560"/>
            <p:cNvSpPr/>
            <p:nvPr/>
          </p:nvSpPr>
          <p:spPr>
            <a:xfrm>
              <a:off x="63722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2" name="Oval 561"/>
            <p:cNvSpPr/>
            <p:nvPr/>
          </p:nvSpPr>
          <p:spPr>
            <a:xfrm>
              <a:off x="59404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3" name="Oval 562"/>
            <p:cNvSpPr/>
            <p:nvPr/>
          </p:nvSpPr>
          <p:spPr>
            <a:xfrm>
              <a:off x="66595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4" name="Oval 563"/>
            <p:cNvSpPr/>
            <p:nvPr/>
          </p:nvSpPr>
          <p:spPr>
            <a:xfrm>
              <a:off x="62277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5" name="Oval 564"/>
            <p:cNvSpPr/>
            <p:nvPr/>
          </p:nvSpPr>
          <p:spPr>
            <a:xfrm>
              <a:off x="60848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6" name="Oval 565"/>
            <p:cNvSpPr/>
            <p:nvPr/>
          </p:nvSpPr>
          <p:spPr>
            <a:xfrm>
              <a:off x="65166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7" name="Oval 566"/>
            <p:cNvSpPr/>
            <p:nvPr/>
          </p:nvSpPr>
          <p:spPr>
            <a:xfrm>
              <a:off x="53641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8" name="Oval 567"/>
            <p:cNvSpPr/>
            <p:nvPr/>
          </p:nvSpPr>
          <p:spPr>
            <a:xfrm>
              <a:off x="55086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9" name="Oval 568"/>
            <p:cNvSpPr/>
            <p:nvPr/>
          </p:nvSpPr>
          <p:spPr>
            <a:xfrm>
              <a:off x="56515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0" name="Oval 569"/>
            <p:cNvSpPr/>
            <p:nvPr/>
          </p:nvSpPr>
          <p:spPr>
            <a:xfrm>
              <a:off x="57959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1" name="Oval 570"/>
            <p:cNvSpPr/>
            <p:nvPr/>
          </p:nvSpPr>
          <p:spPr>
            <a:xfrm>
              <a:off x="63722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2" name="Oval 571"/>
            <p:cNvSpPr/>
            <p:nvPr/>
          </p:nvSpPr>
          <p:spPr>
            <a:xfrm>
              <a:off x="59404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3" name="Oval 572"/>
            <p:cNvSpPr/>
            <p:nvPr/>
          </p:nvSpPr>
          <p:spPr>
            <a:xfrm>
              <a:off x="66595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4" name="Oval 573"/>
            <p:cNvSpPr/>
            <p:nvPr/>
          </p:nvSpPr>
          <p:spPr>
            <a:xfrm>
              <a:off x="62277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5" name="Oval 574"/>
            <p:cNvSpPr/>
            <p:nvPr/>
          </p:nvSpPr>
          <p:spPr>
            <a:xfrm>
              <a:off x="60848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6" name="Oval 575"/>
            <p:cNvSpPr/>
            <p:nvPr/>
          </p:nvSpPr>
          <p:spPr>
            <a:xfrm>
              <a:off x="65166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7" name="Oval 576"/>
            <p:cNvSpPr/>
            <p:nvPr/>
          </p:nvSpPr>
          <p:spPr>
            <a:xfrm>
              <a:off x="53641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8" name="Oval 577"/>
            <p:cNvSpPr/>
            <p:nvPr/>
          </p:nvSpPr>
          <p:spPr>
            <a:xfrm>
              <a:off x="55086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9" name="Oval 578"/>
            <p:cNvSpPr/>
            <p:nvPr/>
          </p:nvSpPr>
          <p:spPr>
            <a:xfrm>
              <a:off x="56515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0" name="Oval 579"/>
            <p:cNvSpPr/>
            <p:nvPr/>
          </p:nvSpPr>
          <p:spPr>
            <a:xfrm>
              <a:off x="57959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1" name="Oval 580"/>
            <p:cNvSpPr/>
            <p:nvPr/>
          </p:nvSpPr>
          <p:spPr>
            <a:xfrm>
              <a:off x="63722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2" name="Oval 581"/>
            <p:cNvSpPr/>
            <p:nvPr/>
          </p:nvSpPr>
          <p:spPr>
            <a:xfrm>
              <a:off x="59404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3" name="Oval 582"/>
            <p:cNvSpPr/>
            <p:nvPr/>
          </p:nvSpPr>
          <p:spPr>
            <a:xfrm>
              <a:off x="66595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4" name="Oval 583"/>
            <p:cNvSpPr/>
            <p:nvPr/>
          </p:nvSpPr>
          <p:spPr>
            <a:xfrm>
              <a:off x="62277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5" name="Oval 584"/>
            <p:cNvSpPr/>
            <p:nvPr/>
          </p:nvSpPr>
          <p:spPr>
            <a:xfrm>
              <a:off x="60848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6" name="Oval 585"/>
            <p:cNvSpPr/>
            <p:nvPr/>
          </p:nvSpPr>
          <p:spPr>
            <a:xfrm>
              <a:off x="65166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7" name="Oval 586"/>
            <p:cNvSpPr/>
            <p:nvPr/>
          </p:nvSpPr>
          <p:spPr>
            <a:xfrm>
              <a:off x="53641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8" name="Oval 587"/>
            <p:cNvSpPr/>
            <p:nvPr/>
          </p:nvSpPr>
          <p:spPr>
            <a:xfrm>
              <a:off x="55086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9" name="Oval 588"/>
            <p:cNvSpPr/>
            <p:nvPr/>
          </p:nvSpPr>
          <p:spPr>
            <a:xfrm>
              <a:off x="56515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0" name="Oval 589"/>
            <p:cNvSpPr/>
            <p:nvPr/>
          </p:nvSpPr>
          <p:spPr>
            <a:xfrm>
              <a:off x="57959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1" name="Oval 590"/>
            <p:cNvSpPr/>
            <p:nvPr/>
          </p:nvSpPr>
          <p:spPr>
            <a:xfrm>
              <a:off x="63722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2" name="Oval 591"/>
            <p:cNvSpPr/>
            <p:nvPr/>
          </p:nvSpPr>
          <p:spPr>
            <a:xfrm>
              <a:off x="59404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3" name="Oval 592"/>
            <p:cNvSpPr/>
            <p:nvPr/>
          </p:nvSpPr>
          <p:spPr>
            <a:xfrm>
              <a:off x="66595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4" name="Oval 593"/>
            <p:cNvSpPr/>
            <p:nvPr/>
          </p:nvSpPr>
          <p:spPr>
            <a:xfrm>
              <a:off x="62277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5" name="Oval 594"/>
            <p:cNvSpPr/>
            <p:nvPr/>
          </p:nvSpPr>
          <p:spPr>
            <a:xfrm>
              <a:off x="60848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6" name="Oval 595"/>
            <p:cNvSpPr/>
            <p:nvPr/>
          </p:nvSpPr>
          <p:spPr>
            <a:xfrm>
              <a:off x="65166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7" name="Oval 596"/>
            <p:cNvSpPr/>
            <p:nvPr/>
          </p:nvSpPr>
          <p:spPr>
            <a:xfrm>
              <a:off x="53641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8" name="Oval 597"/>
            <p:cNvSpPr/>
            <p:nvPr/>
          </p:nvSpPr>
          <p:spPr>
            <a:xfrm>
              <a:off x="55086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9" name="Oval 598"/>
            <p:cNvSpPr/>
            <p:nvPr/>
          </p:nvSpPr>
          <p:spPr>
            <a:xfrm>
              <a:off x="56515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0" name="Oval 599"/>
            <p:cNvSpPr/>
            <p:nvPr/>
          </p:nvSpPr>
          <p:spPr>
            <a:xfrm>
              <a:off x="57959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1" name="Oval 600"/>
            <p:cNvSpPr/>
            <p:nvPr/>
          </p:nvSpPr>
          <p:spPr>
            <a:xfrm>
              <a:off x="63722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2" name="Oval 601"/>
            <p:cNvSpPr/>
            <p:nvPr/>
          </p:nvSpPr>
          <p:spPr>
            <a:xfrm>
              <a:off x="59404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3" name="Oval 602"/>
            <p:cNvSpPr/>
            <p:nvPr/>
          </p:nvSpPr>
          <p:spPr>
            <a:xfrm>
              <a:off x="66595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4" name="Oval 603"/>
            <p:cNvSpPr/>
            <p:nvPr/>
          </p:nvSpPr>
          <p:spPr>
            <a:xfrm>
              <a:off x="62277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5" name="Oval 604"/>
            <p:cNvSpPr/>
            <p:nvPr/>
          </p:nvSpPr>
          <p:spPr>
            <a:xfrm>
              <a:off x="60848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6" name="Oval 605"/>
            <p:cNvSpPr/>
            <p:nvPr/>
          </p:nvSpPr>
          <p:spPr>
            <a:xfrm>
              <a:off x="65166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7" name="Oval 606"/>
            <p:cNvSpPr/>
            <p:nvPr/>
          </p:nvSpPr>
          <p:spPr>
            <a:xfrm>
              <a:off x="39243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8" name="Oval 607"/>
            <p:cNvSpPr/>
            <p:nvPr/>
          </p:nvSpPr>
          <p:spPr>
            <a:xfrm>
              <a:off x="40671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9" name="Oval 608"/>
            <p:cNvSpPr/>
            <p:nvPr/>
          </p:nvSpPr>
          <p:spPr>
            <a:xfrm>
              <a:off x="42116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0" name="Oval 609"/>
            <p:cNvSpPr/>
            <p:nvPr/>
          </p:nvSpPr>
          <p:spPr>
            <a:xfrm>
              <a:off x="43561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1" name="Oval 610"/>
            <p:cNvSpPr/>
            <p:nvPr/>
          </p:nvSpPr>
          <p:spPr>
            <a:xfrm>
              <a:off x="49323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2" name="Oval 611"/>
            <p:cNvSpPr/>
            <p:nvPr/>
          </p:nvSpPr>
          <p:spPr>
            <a:xfrm>
              <a:off x="450056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3" name="Oval 612"/>
            <p:cNvSpPr/>
            <p:nvPr/>
          </p:nvSpPr>
          <p:spPr>
            <a:xfrm>
              <a:off x="52197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4" name="Oval 613"/>
            <p:cNvSpPr/>
            <p:nvPr/>
          </p:nvSpPr>
          <p:spPr>
            <a:xfrm>
              <a:off x="47879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5" name="Oval 614"/>
            <p:cNvSpPr/>
            <p:nvPr/>
          </p:nvSpPr>
          <p:spPr>
            <a:xfrm>
              <a:off x="46434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6" name="Oval 615"/>
            <p:cNvSpPr/>
            <p:nvPr/>
          </p:nvSpPr>
          <p:spPr>
            <a:xfrm>
              <a:off x="50768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7" name="Oval 616"/>
            <p:cNvSpPr/>
            <p:nvPr/>
          </p:nvSpPr>
          <p:spPr>
            <a:xfrm>
              <a:off x="39243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8" name="Oval 617"/>
            <p:cNvSpPr/>
            <p:nvPr/>
          </p:nvSpPr>
          <p:spPr>
            <a:xfrm>
              <a:off x="40671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9" name="Oval 618"/>
            <p:cNvSpPr/>
            <p:nvPr/>
          </p:nvSpPr>
          <p:spPr>
            <a:xfrm>
              <a:off x="42116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0" name="Oval 619"/>
            <p:cNvSpPr/>
            <p:nvPr/>
          </p:nvSpPr>
          <p:spPr>
            <a:xfrm>
              <a:off x="43561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1" name="Oval 620"/>
            <p:cNvSpPr/>
            <p:nvPr/>
          </p:nvSpPr>
          <p:spPr>
            <a:xfrm>
              <a:off x="49323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2" name="Oval 621"/>
            <p:cNvSpPr/>
            <p:nvPr/>
          </p:nvSpPr>
          <p:spPr>
            <a:xfrm>
              <a:off x="450056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3" name="Oval 622"/>
            <p:cNvSpPr/>
            <p:nvPr/>
          </p:nvSpPr>
          <p:spPr>
            <a:xfrm>
              <a:off x="52197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4" name="Oval 623"/>
            <p:cNvSpPr/>
            <p:nvPr/>
          </p:nvSpPr>
          <p:spPr>
            <a:xfrm>
              <a:off x="47879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5" name="Oval 624"/>
            <p:cNvSpPr/>
            <p:nvPr/>
          </p:nvSpPr>
          <p:spPr>
            <a:xfrm>
              <a:off x="46434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6" name="Oval 625"/>
            <p:cNvSpPr/>
            <p:nvPr/>
          </p:nvSpPr>
          <p:spPr>
            <a:xfrm>
              <a:off x="50768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7" name="Oval 626"/>
            <p:cNvSpPr/>
            <p:nvPr/>
          </p:nvSpPr>
          <p:spPr>
            <a:xfrm>
              <a:off x="39243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8" name="Oval 627"/>
            <p:cNvSpPr/>
            <p:nvPr/>
          </p:nvSpPr>
          <p:spPr>
            <a:xfrm>
              <a:off x="40671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9" name="Oval 628"/>
            <p:cNvSpPr/>
            <p:nvPr/>
          </p:nvSpPr>
          <p:spPr>
            <a:xfrm>
              <a:off x="42116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0" name="Oval 629"/>
            <p:cNvSpPr/>
            <p:nvPr/>
          </p:nvSpPr>
          <p:spPr>
            <a:xfrm>
              <a:off x="43561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1" name="Oval 630"/>
            <p:cNvSpPr/>
            <p:nvPr/>
          </p:nvSpPr>
          <p:spPr>
            <a:xfrm>
              <a:off x="49323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2" name="Oval 631"/>
            <p:cNvSpPr/>
            <p:nvPr/>
          </p:nvSpPr>
          <p:spPr>
            <a:xfrm>
              <a:off x="450056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3" name="Oval 632"/>
            <p:cNvSpPr/>
            <p:nvPr/>
          </p:nvSpPr>
          <p:spPr>
            <a:xfrm>
              <a:off x="52197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4" name="Oval 633"/>
            <p:cNvSpPr/>
            <p:nvPr/>
          </p:nvSpPr>
          <p:spPr>
            <a:xfrm>
              <a:off x="47879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5" name="Oval 634"/>
            <p:cNvSpPr/>
            <p:nvPr/>
          </p:nvSpPr>
          <p:spPr>
            <a:xfrm>
              <a:off x="46434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6" name="Oval 635"/>
            <p:cNvSpPr/>
            <p:nvPr/>
          </p:nvSpPr>
          <p:spPr>
            <a:xfrm>
              <a:off x="50768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7" name="Oval 636"/>
            <p:cNvSpPr/>
            <p:nvPr/>
          </p:nvSpPr>
          <p:spPr>
            <a:xfrm>
              <a:off x="39243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8" name="Oval 637"/>
            <p:cNvSpPr/>
            <p:nvPr/>
          </p:nvSpPr>
          <p:spPr>
            <a:xfrm>
              <a:off x="40671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9" name="Oval 638"/>
            <p:cNvSpPr/>
            <p:nvPr/>
          </p:nvSpPr>
          <p:spPr>
            <a:xfrm>
              <a:off x="42116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0" name="Oval 639"/>
            <p:cNvSpPr/>
            <p:nvPr/>
          </p:nvSpPr>
          <p:spPr>
            <a:xfrm>
              <a:off x="43561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1" name="Oval 640"/>
            <p:cNvSpPr/>
            <p:nvPr/>
          </p:nvSpPr>
          <p:spPr>
            <a:xfrm>
              <a:off x="49323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2" name="Oval 641"/>
            <p:cNvSpPr/>
            <p:nvPr/>
          </p:nvSpPr>
          <p:spPr>
            <a:xfrm>
              <a:off x="450056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3" name="Oval 642"/>
            <p:cNvSpPr/>
            <p:nvPr/>
          </p:nvSpPr>
          <p:spPr>
            <a:xfrm>
              <a:off x="52197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4" name="Oval 643"/>
            <p:cNvSpPr/>
            <p:nvPr/>
          </p:nvSpPr>
          <p:spPr>
            <a:xfrm>
              <a:off x="47879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5" name="Oval 644"/>
            <p:cNvSpPr/>
            <p:nvPr/>
          </p:nvSpPr>
          <p:spPr>
            <a:xfrm>
              <a:off x="46434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6" name="Oval 645"/>
            <p:cNvSpPr/>
            <p:nvPr/>
          </p:nvSpPr>
          <p:spPr>
            <a:xfrm>
              <a:off x="50768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7" name="Oval 646"/>
            <p:cNvSpPr/>
            <p:nvPr/>
          </p:nvSpPr>
          <p:spPr>
            <a:xfrm>
              <a:off x="39243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8" name="Oval 647"/>
            <p:cNvSpPr/>
            <p:nvPr/>
          </p:nvSpPr>
          <p:spPr>
            <a:xfrm>
              <a:off x="40671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9" name="Oval 648"/>
            <p:cNvSpPr/>
            <p:nvPr/>
          </p:nvSpPr>
          <p:spPr>
            <a:xfrm>
              <a:off x="42116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0" name="Oval 649"/>
            <p:cNvSpPr/>
            <p:nvPr/>
          </p:nvSpPr>
          <p:spPr>
            <a:xfrm>
              <a:off x="43561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1" name="Oval 650"/>
            <p:cNvSpPr/>
            <p:nvPr/>
          </p:nvSpPr>
          <p:spPr>
            <a:xfrm>
              <a:off x="49323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2" name="Oval 651"/>
            <p:cNvSpPr/>
            <p:nvPr/>
          </p:nvSpPr>
          <p:spPr>
            <a:xfrm>
              <a:off x="450056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3" name="Oval 652"/>
            <p:cNvSpPr/>
            <p:nvPr/>
          </p:nvSpPr>
          <p:spPr>
            <a:xfrm>
              <a:off x="52197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4" name="Oval 653"/>
            <p:cNvSpPr/>
            <p:nvPr/>
          </p:nvSpPr>
          <p:spPr>
            <a:xfrm>
              <a:off x="47879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5" name="Oval 654"/>
            <p:cNvSpPr/>
            <p:nvPr/>
          </p:nvSpPr>
          <p:spPr>
            <a:xfrm>
              <a:off x="46434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6" name="Oval 655"/>
            <p:cNvSpPr/>
            <p:nvPr/>
          </p:nvSpPr>
          <p:spPr>
            <a:xfrm>
              <a:off x="50768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7" name="Oval 656"/>
            <p:cNvSpPr/>
            <p:nvPr/>
          </p:nvSpPr>
          <p:spPr>
            <a:xfrm>
              <a:off x="39243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8" name="Oval 657"/>
            <p:cNvSpPr/>
            <p:nvPr/>
          </p:nvSpPr>
          <p:spPr>
            <a:xfrm>
              <a:off x="40671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9" name="Oval 658"/>
            <p:cNvSpPr/>
            <p:nvPr/>
          </p:nvSpPr>
          <p:spPr>
            <a:xfrm>
              <a:off x="42116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0" name="Oval 659"/>
            <p:cNvSpPr/>
            <p:nvPr/>
          </p:nvSpPr>
          <p:spPr>
            <a:xfrm>
              <a:off x="43561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1" name="Oval 660"/>
            <p:cNvSpPr/>
            <p:nvPr/>
          </p:nvSpPr>
          <p:spPr>
            <a:xfrm>
              <a:off x="49323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2" name="Oval 661"/>
            <p:cNvSpPr/>
            <p:nvPr/>
          </p:nvSpPr>
          <p:spPr>
            <a:xfrm>
              <a:off x="450056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3" name="Oval 662"/>
            <p:cNvSpPr/>
            <p:nvPr/>
          </p:nvSpPr>
          <p:spPr>
            <a:xfrm>
              <a:off x="52197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4" name="Oval 663"/>
            <p:cNvSpPr/>
            <p:nvPr/>
          </p:nvSpPr>
          <p:spPr>
            <a:xfrm>
              <a:off x="47879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5" name="Oval 664"/>
            <p:cNvSpPr/>
            <p:nvPr/>
          </p:nvSpPr>
          <p:spPr>
            <a:xfrm>
              <a:off x="46434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6" name="Oval 665"/>
            <p:cNvSpPr/>
            <p:nvPr/>
          </p:nvSpPr>
          <p:spPr>
            <a:xfrm>
              <a:off x="50768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7" name="Oval 666"/>
            <p:cNvSpPr/>
            <p:nvPr/>
          </p:nvSpPr>
          <p:spPr>
            <a:xfrm>
              <a:off x="39243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8" name="Oval 667"/>
            <p:cNvSpPr/>
            <p:nvPr/>
          </p:nvSpPr>
          <p:spPr>
            <a:xfrm>
              <a:off x="40671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9" name="Oval 668"/>
            <p:cNvSpPr/>
            <p:nvPr/>
          </p:nvSpPr>
          <p:spPr>
            <a:xfrm>
              <a:off x="42116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0" name="Oval 669"/>
            <p:cNvSpPr/>
            <p:nvPr/>
          </p:nvSpPr>
          <p:spPr>
            <a:xfrm>
              <a:off x="43561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1" name="Oval 670"/>
            <p:cNvSpPr/>
            <p:nvPr/>
          </p:nvSpPr>
          <p:spPr>
            <a:xfrm>
              <a:off x="49323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2" name="Oval 671"/>
            <p:cNvSpPr/>
            <p:nvPr/>
          </p:nvSpPr>
          <p:spPr>
            <a:xfrm>
              <a:off x="450056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3" name="Oval 672"/>
            <p:cNvSpPr/>
            <p:nvPr/>
          </p:nvSpPr>
          <p:spPr>
            <a:xfrm>
              <a:off x="52197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4" name="Oval 673"/>
            <p:cNvSpPr/>
            <p:nvPr/>
          </p:nvSpPr>
          <p:spPr>
            <a:xfrm>
              <a:off x="47879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5" name="Oval 674"/>
            <p:cNvSpPr/>
            <p:nvPr/>
          </p:nvSpPr>
          <p:spPr>
            <a:xfrm>
              <a:off x="46434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6" name="Oval 675"/>
            <p:cNvSpPr/>
            <p:nvPr/>
          </p:nvSpPr>
          <p:spPr>
            <a:xfrm>
              <a:off x="50768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7" name="Oval 676"/>
            <p:cNvSpPr/>
            <p:nvPr/>
          </p:nvSpPr>
          <p:spPr>
            <a:xfrm>
              <a:off x="39243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8" name="Oval 677"/>
            <p:cNvSpPr/>
            <p:nvPr/>
          </p:nvSpPr>
          <p:spPr>
            <a:xfrm>
              <a:off x="40671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9" name="Oval 678"/>
            <p:cNvSpPr/>
            <p:nvPr/>
          </p:nvSpPr>
          <p:spPr>
            <a:xfrm>
              <a:off x="42116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0" name="Oval 679"/>
            <p:cNvSpPr/>
            <p:nvPr/>
          </p:nvSpPr>
          <p:spPr>
            <a:xfrm>
              <a:off x="43561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1" name="Oval 680"/>
            <p:cNvSpPr/>
            <p:nvPr/>
          </p:nvSpPr>
          <p:spPr>
            <a:xfrm>
              <a:off x="49323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2" name="Oval 681"/>
            <p:cNvSpPr/>
            <p:nvPr/>
          </p:nvSpPr>
          <p:spPr>
            <a:xfrm>
              <a:off x="450056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3" name="Oval 682"/>
            <p:cNvSpPr/>
            <p:nvPr/>
          </p:nvSpPr>
          <p:spPr>
            <a:xfrm>
              <a:off x="52197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4" name="Oval 683"/>
            <p:cNvSpPr/>
            <p:nvPr/>
          </p:nvSpPr>
          <p:spPr>
            <a:xfrm>
              <a:off x="47879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5" name="Oval 684"/>
            <p:cNvSpPr/>
            <p:nvPr/>
          </p:nvSpPr>
          <p:spPr>
            <a:xfrm>
              <a:off x="46434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6" name="Oval 685"/>
            <p:cNvSpPr/>
            <p:nvPr/>
          </p:nvSpPr>
          <p:spPr>
            <a:xfrm>
              <a:off x="50768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7" name="Oval 686"/>
            <p:cNvSpPr/>
            <p:nvPr/>
          </p:nvSpPr>
          <p:spPr>
            <a:xfrm>
              <a:off x="39243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8" name="Oval 687"/>
            <p:cNvSpPr/>
            <p:nvPr/>
          </p:nvSpPr>
          <p:spPr>
            <a:xfrm>
              <a:off x="40671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9" name="Oval 688"/>
            <p:cNvSpPr/>
            <p:nvPr/>
          </p:nvSpPr>
          <p:spPr>
            <a:xfrm>
              <a:off x="42116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0" name="Oval 689"/>
            <p:cNvSpPr/>
            <p:nvPr/>
          </p:nvSpPr>
          <p:spPr>
            <a:xfrm>
              <a:off x="43561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1" name="Oval 690"/>
            <p:cNvSpPr/>
            <p:nvPr/>
          </p:nvSpPr>
          <p:spPr>
            <a:xfrm>
              <a:off x="49323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2" name="Oval 691"/>
            <p:cNvSpPr/>
            <p:nvPr/>
          </p:nvSpPr>
          <p:spPr>
            <a:xfrm>
              <a:off x="450056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3" name="Oval 692"/>
            <p:cNvSpPr/>
            <p:nvPr/>
          </p:nvSpPr>
          <p:spPr>
            <a:xfrm>
              <a:off x="52197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4" name="Oval 693"/>
            <p:cNvSpPr/>
            <p:nvPr/>
          </p:nvSpPr>
          <p:spPr>
            <a:xfrm>
              <a:off x="47879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5" name="Oval 694"/>
            <p:cNvSpPr/>
            <p:nvPr/>
          </p:nvSpPr>
          <p:spPr>
            <a:xfrm>
              <a:off x="46434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6" name="Oval 695"/>
            <p:cNvSpPr/>
            <p:nvPr/>
          </p:nvSpPr>
          <p:spPr>
            <a:xfrm>
              <a:off x="50768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7" name="Oval 696"/>
            <p:cNvSpPr/>
            <p:nvPr/>
          </p:nvSpPr>
          <p:spPr>
            <a:xfrm>
              <a:off x="39243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8" name="Oval 697"/>
            <p:cNvSpPr/>
            <p:nvPr/>
          </p:nvSpPr>
          <p:spPr>
            <a:xfrm>
              <a:off x="40671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9" name="Oval 698"/>
            <p:cNvSpPr/>
            <p:nvPr/>
          </p:nvSpPr>
          <p:spPr>
            <a:xfrm>
              <a:off x="42116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0" name="Oval 699"/>
            <p:cNvSpPr/>
            <p:nvPr/>
          </p:nvSpPr>
          <p:spPr>
            <a:xfrm>
              <a:off x="43561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1" name="Oval 700"/>
            <p:cNvSpPr/>
            <p:nvPr/>
          </p:nvSpPr>
          <p:spPr>
            <a:xfrm>
              <a:off x="49323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2" name="Oval 701"/>
            <p:cNvSpPr/>
            <p:nvPr/>
          </p:nvSpPr>
          <p:spPr>
            <a:xfrm>
              <a:off x="4500563"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3" name="Oval 702"/>
            <p:cNvSpPr/>
            <p:nvPr/>
          </p:nvSpPr>
          <p:spPr>
            <a:xfrm>
              <a:off x="52197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4" name="Oval 703"/>
            <p:cNvSpPr/>
            <p:nvPr/>
          </p:nvSpPr>
          <p:spPr>
            <a:xfrm>
              <a:off x="47879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5" name="Oval 704"/>
            <p:cNvSpPr/>
            <p:nvPr/>
          </p:nvSpPr>
          <p:spPr>
            <a:xfrm>
              <a:off x="46434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6" name="Oval 705"/>
            <p:cNvSpPr/>
            <p:nvPr/>
          </p:nvSpPr>
          <p:spPr>
            <a:xfrm>
              <a:off x="50768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7" name="Oval 706"/>
            <p:cNvSpPr/>
            <p:nvPr/>
          </p:nvSpPr>
          <p:spPr>
            <a:xfrm>
              <a:off x="53641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8" name="Oval 707"/>
            <p:cNvSpPr/>
            <p:nvPr/>
          </p:nvSpPr>
          <p:spPr>
            <a:xfrm>
              <a:off x="55086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9" name="Oval 708"/>
            <p:cNvSpPr/>
            <p:nvPr/>
          </p:nvSpPr>
          <p:spPr>
            <a:xfrm>
              <a:off x="56515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0" name="Oval 709"/>
            <p:cNvSpPr/>
            <p:nvPr/>
          </p:nvSpPr>
          <p:spPr>
            <a:xfrm>
              <a:off x="57959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1" name="Oval 710"/>
            <p:cNvSpPr/>
            <p:nvPr/>
          </p:nvSpPr>
          <p:spPr>
            <a:xfrm>
              <a:off x="63722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2" name="Oval 711"/>
            <p:cNvSpPr/>
            <p:nvPr/>
          </p:nvSpPr>
          <p:spPr>
            <a:xfrm>
              <a:off x="59404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3" name="Oval 712"/>
            <p:cNvSpPr/>
            <p:nvPr/>
          </p:nvSpPr>
          <p:spPr>
            <a:xfrm>
              <a:off x="66595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4" name="Oval 713"/>
            <p:cNvSpPr/>
            <p:nvPr/>
          </p:nvSpPr>
          <p:spPr>
            <a:xfrm>
              <a:off x="62277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5" name="Oval 714"/>
            <p:cNvSpPr/>
            <p:nvPr/>
          </p:nvSpPr>
          <p:spPr>
            <a:xfrm>
              <a:off x="60848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6" name="Oval 715"/>
            <p:cNvSpPr/>
            <p:nvPr/>
          </p:nvSpPr>
          <p:spPr>
            <a:xfrm>
              <a:off x="65166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7" name="Oval 716"/>
            <p:cNvSpPr/>
            <p:nvPr/>
          </p:nvSpPr>
          <p:spPr>
            <a:xfrm>
              <a:off x="53641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8" name="Oval 717"/>
            <p:cNvSpPr/>
            <p:nvPr/>
          </p:nvSpPr>
          <p:spPr>
            <a:xfrm>
              <a:off x="55086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9" name="Oval 718"/>
            <p:cNvSpPr/>
            <p:nvPr/>
          </p:nvSpPr>
          <p:spPr>
            <a:xfrm>
              <a:off x="56515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0" name="Oval 719"/>
            <p:cNvSpPr/>
            <p:nvPr/>
          </p:nvSpPr>
          <p:spPr>
            <a:xfrm>
              <a:off x="57959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1" name="Oval 720"/>
            <p:cNvSpPr/>
            <p:nvPr/>
          </p:nvSpPr>
          <p:spPr>
            <a:xfrm>
              <a:off x="63722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2" name="Oval 721"/>
            <p:cNvSpPr/>
            <p:nvPr/>
          </p:nvSpPr>
          <p:spPr>
            <a:xfrm>
              <a:off x="59404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3" name="Oval 722"/>
            <p:cNvSpPr/>
            <p:nvPr/>
          </p:nvSpPr>
          <p:spPr>
            <a:xfrm>
              <a:off x="66595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4" name="Oval 723"/>
            <p:cNvSpPr/>
            <p:nvPr/>
          </p:nvSpPr>
          <p:spPr>
            <a:xfrm>
              <a:off x="62277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5" name="Oval 724"/>
            <p:cNvSpPr/>
            <p:nvPr/>
          </p:nvSpPr>
          <p:spPr>
            <a:xfrm>
              <a:off x="60848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6" name="Oval 725"/>
            <p:cNvSpPr/>
            <p:nvPr/>
          </p:nvSpPr>
          <p:spPr>
            <a:xfrm>
              <a:off x="65166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7" name="Oval 726"/>
            <p:cNvSpPr/>
            <p:nvPr/>
          </p:nvSpPr>
          <p:spPr>
            <a:xfrm>
              <a:off x="53641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8" name="Oval 727"/>
            <p:cNvSpPr/>
            <p:nvPr/>
          </p:nvSpPr>
          <p:spPr>
            <a:xfrm>
              <a:off x="55086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9" name="Oval 728"/>
            <p:cNvSpPr/>
            <p:nvPr/>
          </p:nvSpPr>
          <p:spPr>
            <a:xfrm>
              <a:off x="56515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0" name="Oval 729"/>
            <p:cNvSpPr/>
            <p:nvPr/>
          </p:nvSpPr>
          <p:spPr>
            <a:xfrm>
              <a:off x="57959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1" name="Oval 730"/>
            <p:cNvSpPr/>
            <p:nvPr/>
          </p:nvSpPr>
          <p:spPr>
            <a:xfrm>
              <a:off x="63722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2" name="Oval 731"/>
            <p:cNvSpPr/>
            <p:nvPr/>
          </p:nvSpPr>
          <p:spPr>
            <a:xfrm>
              <a:off x="59404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3" name="Oval 732"/>
            <p:cNvSpPr/>
            <p:nvPr/>
          </p:nvSpPr>
          <p:spPr>
            <a:xfrm>
              <a:off x="66595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4" name="Oval 733"/>
            <p:cNvSpPr/>
            <p:nvPr/>
          </p:nvSpPr>
          <p:spPr>
            <a:xfrm>
              <a:off x="62277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5" name="Oval 734"/>
            <p:cNvSpPr/>
            <p:nvPr/>
          </p:nvSpPr>
          <p:spPr>
            <a:xfrm>
              <a:off x="60848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6" name="Oval 735"/>
            <p:cNvSpPr/>
            <p:nvPr/>
          </p:nvSpPr>
          <p:spPr>
            <a:xfrm>
              <a:off x="65166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7" name="Oval 736"/>
            <p:cNvSpPr/>
            <p:nvPr/>
          </p:nvSpPr>
          <p:spPr>
            <a:xfrm>
              <a:off x="53641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8" name="Oval 737"/>
            <p:cNvSpPr/>
            <p:nvPr/>
          </p:nvSpPr>
          <p:spPr>
            <a:xfrm>
              <a:off x="55086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9" name="Oval 738"/>
            <p:cNvSpPr/>
            <p:nvPr/>
          </p:nvSpPr>
          <p:spPr>
            <a:xfrm>
              <a:off x="56515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0" name="Oval 739"/>
            <p:cNvSpPr/>
            <p:nvPr/>
          </p:nvSpPr>
          <p:spPr>
            <a:xfrm>
              <a:off x="57959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1" name="Oval 740"/>
            <p:cNvSpPr/>
            <p:nvPr/>
          </p:nvSpPr>
          <p:spPr>
            <a:xfrm>
              <a:off x="63722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2" name="Oval 741"/>
            <p:cNvSpPr/>
            <p:nvPr/>
          </p:nvSpPr>
          <p:spPr>
            <a:xfrm>
              <a:off x="59404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3" name="Oval 742"/>
            <p:cNvSpPr/>
            <p:nvPr/>
          </p:nvSpPr>
          <p:spPr>
            <a:xfrm>
              <a:off x="66595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4" name="Oval 743"/>
            <p:cNvSpPr/>
            <p:nvPr/>
          </p:nvSpPr>
          <p:spPr>
            <a:xfrm>
              <a:off x="62277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5" name="Oval 744"/>
            <p:cNvSpPr/>
            <p:nvPr/>
          </p:nvSpPr>
          <p:spPr>
            <a:xfrm>
              <a:off x="60848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6" name="Oval 745"/>
            <p:cNvSpPr/>
            <p:nvPr/>
          </p:nvSpPr>
          <p:spPr>
            <a:xfrm>
              <a:off x="65166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7" name="Oval 746"/>
            <p:cNvSpPr/>
            <p:nvPr/>
          </p:nvSpPr>
          <p:spPr>
            <a:xfrm>
              <a:off x="53641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8" name="Oval 747"/>
            <p:cNvSpPr/>
            <p:nvPr/>
          </p:nvSpPr>
          <p:spPr>
            <a:xfrm>
              <a:off x="55086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9" name="Oval 748"/>
            <p:cNvSpPr/>
            <p:nvPr/>
          </p:nvSpPr>
          <p:spPr>
            <a:xfrm>
              <a:off x="56515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0" name="Oval 749"/>
            <p:cNvSpPr/>
            <p:nvPr/>
          </p:nvSpPr>
          <p:spPr>
            <a:xfrm>
              <a:off x="57959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1" name="Oval 750"/>
            <p:cNvSpPr/>
            <p:nvPr/>
          </p:nvSpPr>
          <p:spPr>
            <a:xfrm>
              <a:off x="63722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2" name="Oval 751"/>
            <p:cNvSpPr/>
            <p:nvPr/>
          </p:nvSpPr>
          <p:spPr>
            <a:xfrm>
              <a:off x="59404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3" name="Oval 752"/>
            <p:cNvSpPr/>
            <p:nvPr/>
          </p:nvSpPr>
          <p:spPr>
            <a:xfrm>
              <a:off x="66595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4" name="Oval 753"/>
            <p:cNvSpPr/>
            <p:nvPr/>
          </p:nvSpPr>
          <p:spPr>
            <a:xfrm>
              <a:off x="62277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5" name="Oval 754"/>
            <p:cNvSpPr/>
            <p:nvPr/>
          </p:nvSpPr>
          <p:spPr>
            <a:xfrm>
              <a:off x="60848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6" name="Oval 755"/>
            <p:cNvSpPr/>
            <p:nvPr/>
          </p:nvSpPr>
          <p:spPr>
            <a:xfrm>
              <a:off x="65166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7" name="Oval 756"/>
            <p:cNvSpPr/>
            <p:nvPr/>
          </p:nvSpPr>
          <p:spPr>
            <a:xfrm>
              <a:off x="53641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8" name="Oval 757"/>
            <p:cNvSpPr/>
            <p:nvPr/>
          </p:nvSpPr>
          <p:spPr>
            <a:xfrm>
              <a:off x="55086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9" name="Oval 758"/>
            <p:cNvSpPr/>
            <p:nvPr/>
          </p:nvSpPr>
          <p:spPr>
            <a:xfrm>
              <a:off x="56515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0" name="Oval 759"/>
            <p:cNvSpPr/>
            <p:nvPr/>
          </p:nvSpPr>
          <p:spPr>
            <a:xfrm>
              <a:off x="57959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1" name="Oval 760"/>
            <p:cNvSpPr/>
            <p:nvPr/>
          </p:nvSpPr>
          <p:spPr>
            <a:xfrm>
              <a:off x="63722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2" name="Oval 761"/>
            <p:cNvSpPr/>
            <p:nvPr/>
          </p:nvSpPr>
          <p:spPr>
            <a:xfrm>
              <a:off x="59404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3" name="Oval 762"/>
            <p:cNvSpPr/>
            <p:nvPr/>
          </p:nvSpPr>
          <p:spPr>
            <a:xfrm>
              <a:off x="66595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4" name="Oval 763"/>
            <p:cNvSpPr/>
            <p:nvPr/>
          </p:nvSpPr>
          <p:spPr>
            <a:xfrm>
              <a:off x="62277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5" name="Oval 764"/>
            <p:cNvSpPr/>
            <p:nvPr/>
          </p:nvSpPr>
          <p:spPr>
            <a:xfrm>
              <a:off x="60848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6" name="Oval 765"/>
            <p:cNvSpPr/>
            <p:nvPr/>
          </p:nvSpPr>
          <p:spPr>
            <a:xfrm>
              <a:off x="65166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7" name="Oval 766"/>
            <p:cNvSpPr/>
            <p:nvPr/>
          </p:nvSpPr>
          <p:spPr>
            <a:xfrm>
              <a:off x="53641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8" name="Oval 767"/>
            <p:cNvSpPr/>
            <p:nvPr/>
          </p:nvSpPr>
          <p:spPr>
            <a:xfrm>
              <a:off x="55086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9" name="Oval 768"/>
            <p:cNvSpPr/>
            <p:nvPr/>
          </p:nvSpPr>
          <p:spPr>
            <a:xfrm>
              <a:off x="56515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0" name="Oval 769"/>
            <p:cNvSpPr/>
            <p:nvPr/>
          </p:nvSpPr>
          <p:spPr>
            <a:xfrm>
              <a:off x="57959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1" name="Oval 770"/>
            <p:cNvSpPr/>
            <p:nvPr/>
          </p:nvSpPr>
          <p:spPr>
            <a:xfrm>
              <a:off x="63722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2" name="Oval 771"/>
            <p:cNvSpPr/>
            <p:nvPr/>
          </p:nvSpPr>
          <p:spPr>
            <a:xfrm>
              <a:off x="59404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3" name="Oval 772"/>
            <p:cNvSpPr/>
            <p:nvPr/>
          </p:nvSpPr>
          <p:spPr>
            <a:xfrm>
              <a:off x="66595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4" name="Oval 773"/>
            <p:cNvSpPr/>
            <p:nvPr/>
          </p:nvSpPr>
          <p:spPr>
            <a:xfrm>
              <a:off x="62277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5" name="Oval 774"/>
            <p:cNvSpPr/>
            <p:nvPr/>
          </p:nvSpPr>
          <p:spPr>
            <a:xfrm>
              <a:off x="60848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6" name="Oval 775"/>
            <p:cNvSpPr/>
            <p:nvPr/>
          </p:nvSpPr>
          <p:spPr>
            <a:xfrm>
              <a:off x="65166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7" name="Oval 776"/>
            <p:cNvSpPr/>
            <p:nvPr/>
          </p:nvSpPr>
          <p:spPr>
            <a:xfrm>
              <a:off x="53641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8" name="Oval 777"/>
            <p:cNvSpPr/>
            <p:nvPr/>
          </p:nvSpPr>
          <p:spPr>
            <a:xfrm>
              <a:off x="55086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9" name="Oval 778"/>
            <p:cNvSpPr/>
            <p:nvPr/>
          </p:nvSpPr>
          <p:spPr>
            <a:xfrm>
              <a:off x="56515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0" name="Oval 779"/>
            <p:cNvSpPr/>
            <p:nvPr/>
          </p:nvSpPr>
          <p:spPr>
            <a:xfrm>
              <a:off x="57959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1" name="Oval 780"/>
            <p:cNvSpPr/>
            <p:nvPr/>
          </p:nvSpPr>
          <p:spPr>
            <a:xfrm>
              <a:off x="63722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2" name="Oval 781"/>
            <p:cNvSpPr/>
            <p:nvPr/>
          </p:nvSpPr>
          <p:spPr>
            <a:xfrm>
              <a:off x="59404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3" name="Oval 782"/>
            <p:cNvSpPr/>
            <p:nvPr/>
          </p:nvSpPr>
          <p:spPr>
            <a:xfrm>
              <a:off x="66595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4" name="Oval 783"/>
            <p:cNvSpPr/>
            <p:nvPr/>
          </p:nvSpPr>
          <p:spPr>
            <a:xfrm>
              <a:off x="62277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5" name="Oval 784"/>
            <p:cNvSpPr/>
            <p:nvPr/>
          </p:nvSpPr>
          <p:spPr>
            <a:xfrm>
              <a:off x="60848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6" name="Oval 785"/>
            <p:cNvSpPr/>
            <p:nvPr/>
          </p:nvSpPr>
          <p:spPr>
            <a:xfrm>
              <a:off x="65166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7" name="Oval 786"/>
            <p:cNvSpPr/>
            <p:nvPr/>
          </p:nvSpPr>
          <p:spPr>
            <a:xfrm>
              <a:off x="53641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8" name="Oval 787"/>
            <p:cNvSpPr/>
            <p:nvPr/>
          </p:nvSpPr>
          <p:spPr>
            <a:xfrm>
              <a:off x="55086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9" name="Oval 788"/>
            <p:cNvSpPr/>
            <p:nvPr/>
          </p:nvSpPr>
          <p:spPr>
            <a:xfrm>
              <a:off x="56515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0" name="Oval 789"/>
            <p:cNvSpPr/>
            <p:nvPr/>
          </p:nvSpPr>
          <p:spPr>
            <a:xfrm>
              <a:off x="57959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1" name="Oval 790"/>
            <p:cNvSpPr/>
            <p:nvPr/>
          </p:nvSpPr>
          <p:spPr>
            <a:xfrm>
              <a:off x="63722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2" name="Oval 791"/>
            <p:cNvSpPr/>
            <p:nvPr/>
          </p:nvSpPr>
          <p:spPr>
            <a:xfrm>
              <a:off x="59404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3" name="Oval 792"/>
            <p:cNvSpPr/>
            <p:nvPr/>
          </p:nvSpPr>
          <p:spPr>
            <a:xfrm>
              <a:off x="66595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4" name="Oval 793"/>
            <p:cNvSpPr/>
            <p:nvPr/>
          </p:nvSpPr>
          <p:spPr>
            <a:xfrm>
              <a:off x="62277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5" name="Oval 794"/>
            <p:cNvSpPr/>
            <p:nvPr/>
          </p:nvSpPr>
          <p:spPr>
            <a:xfrm>
              <a:off x="60848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6" name="Oval 795"/>
            <p:cNvSpPr/>
            <p:nvPr/>
          </p:nvSpPr>
          <p:spPr>
            <a:xfrm>
              <a:off x="65166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7" name="Oval 796"/>
            <p:cNvSpPr/>
            <p:nvPr/>
          </p:nvSpPr>
          <p:spPr>
            <a:xfrm>
              <a:off x="53641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8" name="Oval 797"/>
            <p:cNvSpPr/>
            <p:nvPr/>
          </p:nvSpPr>
          <p:spPr>
            <a:xfrm>
              <a:off x="55086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9" name="Oval 798"/>
            <p:cNvSpPr/>
            <p:nvPr/>
          </p:nvSpPr>
          <p:spPr>
            <a:xfrm>
              <a:off x="56515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0" name="Oval 799"/>
            <p:cNvSpPr/>
            <p:nvPr/>
          </p:nvSpPr>
          <p:spPr>
            <a:xfrm>
              <a:off x="57959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1" name="Oval 800"/>
            <p:cNvSpPr/>
            <p:nvPr/>
          </p:nvSpPr>
          <p:spPr>
            <a:xfrm>
              <a:off x="63722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2" name="Oval 801"/>
            <p:cNvSpPr/>
            <p:nvPr/>
          </p:nvSpPr>
          <p:spPr>
            <a:xfrm>
              <a:off x="59404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3" name="Oval 802"/>
            <p:cNvSpPr/>
            <p:nvPr/>
          </p:nvSpPr>
          <p:spPr>
            <a:xfrm>
              <a:off x="66595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4" name="Oval 803"/>
            <p:cNvSpPr/>
            <p:nvPr/>
          </p:nvSpPr>
          <p:spPr>
            <a:xfrm>
              <a:off x="62277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5" name="Oval 804"/>
            <p:cNvSpPr/>
            <p:nvPr/>
          </p:nvSpPr>
          <p:spPr>
            <a:xfrm>
              <a:off x="60848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6" name="Oval 805"/>
            <p:cNvSpPr/>
            <p:nvPr/>
          </p:nvSpPr>
          <p:spPr>
            <a:xfrm>
              <a:off x="65166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7" name="Oval 806"/>
            <p:cNvSpPr/>
            <p:nvPr/>
          </p:nvSpPr>
          <p:spPr>
            <a:xfrm>
              <a:off x="68040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8" name="Oval 807"/>
            <p:cNvSpPr/>
            <p:nvPr/>
          </p:nvSpPr>
          <p:spPr>
            <a:xfrm>
              <a:off x="69484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9" name="Oval 808"/>
            <p:cNvSpPr/>
            <p:nvPr/>
          </p:nvSpPr>
          <p:spPr>
            <a:xfrm>
              <a:off x="70929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0" name="Oval 809"/>
            <p:cNvSpPr/>
            <p:nvPr/>
          </p:nvSpPr>
          <p:spPr>
            <a:xfrm>
              <a:off x="72358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1" name="Oval 810"/>
            <p:cNvSpPr/>
            <p:nvPr/>
          </p:nvSpPr>
          <p:spPr>
            <a:xfrm>
              <a:off x="78120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2" name="Oval 811"/>
            <p:cNvSpPr/>
            <p:nvPr/>
          </p:nvSpPr>
          <p:spPr>
            <a:xfrm>
              <a:off x="73802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3" name="Oval 812"/>
            <p:cNvSpPr/>
            <p:nvPr/>
          </p:nvSpPr>
          <p:spPr>
            <a:xfrm>
              <a:off x="810101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4" name="Oval 813"/>
            <p:cNvSpPr/>
            <p:nvPr/>
          </p:nvSpPr>
          <p:spPr>
            <a:xfrm>
              <a:off x="76676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5" name="Oval 814"/>
            <p:cNvSpPr/>
            <p:nvPr/>
          </p:nvSpPr>
          <p:spPr>
            <a:xfrm>
              <a:off x="75247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6" name="Oval 815"/>
            <p:cNvSpPr/>
            <p:nvPr/>
          </p:nvSpPr>
          <p:spPr>
            <a:xfrm>
              <a:off x="79565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7" name="Oval 816"/>
            <p:cNvSpPr/>
            <p:nvPr/>
          </p:nvSpPr>
          <p:spPr>
            <a:xfrm>
              <a:off x="68040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8" name="Oval 817"/>
            <p:cNvSpPr/>
            <p:nvPr/>
          </p:nvSpPr>
          <p:spPr>
            <a:xfrm>
              <a:off x="69484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9" name="Oval 818"/>
            <p:cNvSpPr/>
            <p:nvPr/>
          </p:nvSpPr>
          <p:spPr>
            <a:xfrm>
              <a:off x="70929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0" name="Oval 819"/>
            <p:cNvSpPr/>
            <p:nvPr/>
          </p:nvSpPr>
          <p:spPr>
            <a:xfrm>
              <a:off x="72358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1" name="Oval 820"/>
            <p:cNvSpPr/>
            <p:nvPr/>
          </p:nvSpPr>
          <p:spPr>
            <a:xfrm>
              <a:off x="78120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2" name="Oval 821"/>
            <p:cNvSpPr/>
            <p:nvPr/>
          </p:nvSpPr>
          <p:spPr>
            <a:xfrm>
              <a:off x="73802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3" name="Oval 822"/>
            <p:cNvSpPr/>
            <p:nvPr/>
          </p:nvSpPr>
          <p:spPr>
            <a:xfrm>
              <a:off x="810101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4" name="Oval 823"/>
            <p:cNvSpPr/>
            <p:nvPr/>
          </p:nvSpPr>
          <p:spPr>
            <a:xfrm>
              <a:off x="76676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5" name="Oval 824"/>
            <p:cNvSpPr/>
            <p:nvPr/>
          </p:nvSpPr>
          <p:spPr>
            <a:xfrm>
              <a:off x="75247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6" name="Oval 825"/>
            <p:cNvSpPr/>
            <p:nvPr/>
          </p:nvSpPr>
          <p:spPr>
            <a:xfrm>
              <a:off x="79565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7" name="Oval 826"/>
            <p:cNvSpPr/>
            <p:nvPr/>
          </p:nvSpPr>
          <p:spPr>
            <a:xfrm>
              <a:off x="68040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8" name="Oval 827"/>
            <p:cNvSpPr/>
            <p:nvPr/>
          </p:nvSpPr>
          <p:spPr>
            <a:xfrm>
              <a:off x="69484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9" name="Oval 828"/>
            <p:cNvSpPr/>
            <p:nvPr/>
          </p:nvSpPr>
          <p:spPr>
            <a:xfrm>
              <a:off x="70929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0" name="Oval 829"/>
            <p:cNvSpPr/>
            <p:nvPr/>
          </p:nvSpPr>
          <p:spPr>
            <a:xfrm>
              <a:off x="72358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1" name="Oval 830"/>
            <p:cNvSpPr/>
            <p:nvPr/>
          </p:nvSpPr>
          <p:spPr>
            <a:xfrm>
              <a:off x="78120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2" name="Oval 831"/>
            <p:cNvSpPr/>
            <p:nvPr/>
          </p:nvSpPr>
          <p:spPr>
            <a:xfrm>
              <a:off x="73802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3" name="Oval 832"/>
            <p:cNvSpPr/>
            <p:nvPr/>
          </p:nvSpPr>
          <p:spPr>
            <a:xfrm>
              <a:off x="810101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4" name="Oval 833"/>
            <p:cNvSpPr/>
            <p:nvPr/>
          </p:nvSpPr>
          <p:spPr>
            <a:xfrm>
              <a:off x="76676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5" name="Oval 834"/>
            <p:cNvSpPr/>
            <p:nvPr/>
          </p:nvSpPr>
          <p:spPr>
            <a:xfrm>
              <a:off x="75247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6" name="Oval 835"/>
            <p:cNvSpPr/>
            <p:nvPr/>
          </p:nvSpPr>
          <p:spPr>
            <a:xfrm>
              <a:off x="79565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7" name="Oval 836"/>
            <p:cNvSpPr/>
            <p:nvPr/>
          </p:nvSpPr>
          <p:spPr>
            <a:xfrm>
              <a:off x="68040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8" name="Oval 837"/>
            <p:cNvSpPr/>
            <p:nvPr/>
          </p:nvSpPr>
          <p:spPr>
            <a:xfrm>
              <a:off x="69484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9" name="Oval 838"/>
            <p:cNvSpPr/>
            <p:nvPr/>
          </p:nvSpPr>
          <p:spPr>
            <a:xfrm>
              <a:off x="70929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0" name="Oval 839"/>
            <p:cNvSpPr/>
            <p:nvPr/>
          </p:nvSpPr>
          <p:spPr>
            <a:xfrm>
              <a:off x="72358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1" name="Oval 840"/>
            <p:cNvSpPr/>
            <p:nvPr/>
          </p:nvSpPr>
          <p:spPr>
            <a:xfrm>
              <a:off x="78120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2" name="Oval 841"/>
            <p:cNvSpPr/>
            <p:nvPr/>
          </p:nvSpPr>
          <p:spPr>
            <a:xfrm>
              <a:off x="73802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3" name="Oval 842"/>
            <p:cNvSpPr/>
            <p:nvPr/>
          </p:nvSpPr>
          <p:spPr>
            <a:xfrm>
              <a:off x="810101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4" name="Oval 843"/>
            <p:cNvSpPr/>
            <p:nvPr/>
          </p:nvSpPr>
          <p:spPr>
            <a:xfrm>
              <a:off x="76676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5" name="Oval 844"/>
            <p:cNvSpPr/>
            <p:nvPr/>
          </p:nvSpPr>
          <p:spPr>
            <a:xfrm>
              <a:off x="75247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6" name="Oval 845"/>
            <p:cNvSpPr/>
            <p:nvPr/>
          </p:nvSpPr>
          <p:spPr>
            <a:xfrm>
              <a:off x="79565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7" name="Oval 846"/>
            <p:cNvSpPr/>
            <p:nvPr/>
          </p:nvSpPr>
          <p:spPr>
            <a:xfrm>
              <a:off x="68040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8" name="Oval 847"/>
            <p:cNvSpPr/>
            <p:nvPr/>
          </p:nvSpPr>
          <p:spPr>
            <a:xfrm>
              <a:off x="69484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9" name="Oval 848"/>
            <p:cNvSpPr/>
            <p:nvPr/>
          </p:nvSpPr>
          <p:spPr>
            <a:xfrm>
              <a:off x="70929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0" name="Oval 849"/>
            <p:cNvSpPr/>
            <p:nvPr/>
          </p:nvSpPr>
          <p:spPr>
            <a:xfrm>
              <a:off x="72358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1" name="Oval 850"/>
            <p:cNvSpPr/>
            <p:nvPr/>
          </p:nvSpPr>
          <p:spPr>
            <a:xfrm>
              <a:off x="78120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2" name="Oval 851"/>
            <p:cNvSpPr/>
            <p:nvPr/>
          </p:nvSpPr>
          <p:spPr>
            <a:xfrm>
              <a:off x="73802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3" name="Oval 852"/>
            <p:cNvSpPr/>
            <p:nvPr/>
          </p:nvSpPr>
          <p:spPr>
            <a:xfrm>
              <a:off x="810101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4" name="Oval 853"/>
            <p:cNvSpPr/>
            <p:nvPr/>
          </p:nvSpPr>
          <p:spPr>
            <a:xfrm>
              <a:off x="76676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5" name="Oval 854"/>
            <p:cNvSpPr/>
            <p:nvPr/>
          </p:nvSpPr>
          <p:spPr>
            <a:xfrm>
              <a:off x="75247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6" name="Oval 855"/>
            <p:cNvSpPr/>
            <p:nvPr/>
          </p:nvSpPr>
          <p:spPr>
            <a:xfrm>
              <a:off x="79565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7" name="Oval 856"/>
            <p:cNvSpPr/>
            <p:nvPr/>
          </p:nvSpPr>
          <p:spPr>
            <a:xfrm>
              <a:off x="68040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8" name="Oval 857"/>
            <p:cNvSpPr/>
            <p:nvPr/>
          </p:nvSpPr>
          <p:spPr>
            <a:xfrm>
              <a:off x="69484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9" name="Oval 858"/>
            <p:cNvSpPr/>
            <p:nvPr/>
          </p:nvSpPr>
          <p:spPr>
            <a:xfrm>
              <a:off x="70929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0" name="Oval 859"/>
            <p:cNvSpPr/>
            <p:nvPr/>
          </p:nvSpPr>
          <p:spPr>
            <a:xfrm>
              <a:off x="72358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1" name="Oval 860"/>
            <p:cNvSpPr/>
            <p:nvPr/>
          </p:nvSpPr>
          <p:spPr>
            <a:xfrm>
              <a:off x="78120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2" name="Oval 861"/>
            <p:cNvSpPr/>
            <p:nvPr/>
          </p:nvSpPr>
          <p:spPr>
            <a:xfrm>
              <a:off x="73802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3" name="Oval 862"/>
            <p:cNvSpPr/>
            <p:nvPr/>
          </p:nvSpPr>
          <p:spPr>
            <a:xfrm>
              <a:off x="810101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4" name="Oval 863"/>
            <p:cNvSpPr/>
            <p:nvPr/>
          </p:nvSpPr>
          <p:spPr>
            <a:xfrm>
              <a:off x="76676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5" name="Oval 864"/>
            <p:cNvSpPr/>
            <p:nvPr/>
          </p:nvSpPr>
          <p:spPr>
            <a:xfrm>
              <a:off x="75247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6" name="Oval 865"/>
            <p:cNvSpPr/>
            <p:nvPr/>
          </p:nvSpPr>
          <p:spPr>
            <a:xfrm>
              <a:off x="79565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7" name="Oval 866"/>
            <p:cNvSpPr/>
            <p:nvPr/>
          </p:nvSpPr>
          <p:spPr>
            <a:xfrm>
              <a:off x="68040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8" name="Oval 867"/>
            <p:cNvSpPr/>
            <p:nvPr/>
          </p:nvSpPr>
          <p:spPr>
            <a:xfrm>
              <a:off x="69484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9" name="Oval 868"/>
            <p:cNvSpPr/>
            <p:nvPr/>
          </p:nvSpPr>
          <p:spPr>
            <a:xfrm>
              <a:off x="70929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0" name="Oval 869"/>
            <p:cNvSpPr/>
            <p:nvPr/>
          </p:nvSpPr>
          <p:spPr>
            <a:xfrm>
              <a:off x="72358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1" name="Oval 870"/>
            <p:cNvSpPr/>
            <p:nvPr/>
          </p:nvSpPr>
          <p:spPr>
            <a:xfrm>
              <a:off x="78120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2" name="Oval 871"/>
            <p:cNvSpPr/>
            <p:nvPr/>
          </p:nvSpPr>
          <p:spPr>
            <a:xfrm>
              <a:off x="73802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3" name="Oval 872"/>
            <p:cNvSpPr/>
            <p:nvPr/>
          </p:nvSpPr>
          <p:spPr>
            <a:xfrm>
              <a:off x="810101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4" name="Oval 873"/>
            <p:cNvSpPr/>
            <p:nvPr/>
          </p:nvSpPr>
          <p:spPr>
            <a:xfrm>
              <a:off x="76676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5" name="Oval 874"/>
            <p:cNvSpPr/>
            <p:nvPr/>
          </p:nvSpPr>
          <p:spPr>
            <a:xfrm>
              <a:off x="75247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6" name="Oval 875"/>
            <p:cNvSpPr/>
            <p:nvPr/>
          </p:nvSpPr>
          <p:spPr>
            <a:xfrm>
              <a:off x="79565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7" name="Oval 876"/>
            <p:cNvSpPr/>
            <p:nvPr/>
          </p:nvSpPr>
          <p:spPr>
            <a:xfrm>
              <a:off x="68040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8" name="Oval 877"/>
            <p:cNvSpPr/>
            <p:nvPr/>
          </p:nvSpPr>
          <p:spPr>
            <a:xfrm>
              <a:off x="69484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9" name="Oval 878"/>
            <p:cNvSpPr/>
            <p:nvPr/>
          </p:nvSpPr>
          <p:spPr>
            <a:xfrm>
              <a:off x="70929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0" name="Oval 879"/>
            <p:cNvSpPr/>
            <p:nvPr/>
          </p:nvSpPr>
          <p:spPr>
            <a:xfrm>
              <a:off x="72358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1" name="Oval 880"/>
            <p:cNvSpPr/>
            <p:nvPr/>
          </p:nvSpPr>
          <p:spPr>
            <a:xfrm>
              <a:off x="78120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2" name="Oval 881"/>
            <p:cNvSpPr/>
            <p:nvPr/>
          </p:nvSpPr>
          <p:spPr>
            <a:xfrm>
              <a:off x="73802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3" name="Oval 882"/>
            <p:cNvSpPr/>
            <p:nvPr/>
          </p:nvSpPr>
          <p:spPr>
            <a:xfrm>
              <a:off x="810101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4" name="Oval 883"/>
            <p:cNvSpPr/>
            <p:nvPr/>
          </p:nvSpPr>
          <p:spPr>
            <a:xfrm>
              <a:off x="76676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5" name="Oval 884"/>
            <p:cNvSpPr/>
            <p:nvPr/>
          </p:nvSpPr>
          <p:spPr>
            <a:xfrm>
              <a:off x="75247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6" name="Oval 885"/>
            <p:cNvSpPr/>
            <p:nvPr/>
          </p:nvSpPr>
          <p:spPr>
            <a:xfrm>
              <a:off x="79565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7" name="Oval 886"/>
            <p:cNvSpPr/>
            <p:nvPr/>
          </p:nvSpPr>
          <p:spPr>
            <a:xfrm>
              <a:off x="68040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8" name="Oval 887"/>
            <p:cNvSpPr/>
            <p:nvPr/>
          </p:nvSpPr>
          <p:spPr>
            <a:xfrm>
              <a:off x="69484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9" name="Oval 888"/>
            <p:cNvSpPr/>
            <p:nvPr/>
          </p:nvSpPr>
          <p:spPr>
            <a:xfrm>
              <a:off x="70929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0" name="Oval 889"/>
            <p:cNvSpPr/>
            <p:nvPr/>
          </p:nvSpPr>
          <p:spPr>
            <a:xfrm>
              <a:off x="72358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1" name="Oval 890"/>
            <p:cNvSpPr/>
            <p:nvPr/>
          </p:nvSpPr>
          <p:spPr>
            <a:xfrm>
              <a:off x="78120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2" name="Oval 891"/>
            <p:cNvSpPr/>
            <p:nvPr/>
          </p:nvSpPr>
          <p:spPr>
            <a:xfrm>
              <a:off x="73802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3" name="Oval 892"/>
            <p:cNvSpPr/>
            <p:nvPr/>
          </p:nvSpPr>
          <p:spPr>
            <a:xfrm>
              <a:off x="810101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4" name="Oval 893"/>
            <p:cNvSpPr/>
            <p:nvPr/>
          </p:nvSpPr>
          <p:spPr>
            <a:xfrm>
              <a:off x="76676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5" name="Oval 894"/>
            <p:cNvSpPr/>
            <p:nvPr/>
          </p:nvSpPr>
          <p:spPr>
            <a:xfrm>
              <a:off x="75247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6" name="Oval 895"/>
            <p:cNvSpPr/>
            <p:nvPr/>
          </p:nvSpPr>
          <p:spPr>
            <a:xfrm>
              <a:off x="79565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7" name="Oval 896"/>
            <p:cNvSpPr/>
            <p:nvPr/>
          </p:nvSpPr>
          <p:spPr>
            <a:xfrm>
              <a:off x="68040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8" name="Oval 897"/>
            <p:cNvSpPr/>
            <p:nvPr/>
          </p:nvSpPr>
          <p:spPr>
            <a:xfrm>
              <a:off x="69484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9" name="Oval 898"/>
            <p:cNvSpPr/>
            <p:nvPr/>
          </p:nvSpPr>
          <p:spPr>
            <a:xfrm>
              <a:off x="70929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0" name="Oval 899"/>
            <p:cNvSpPr/>
            <p:nvPr/>
          </p:nvSpPr>
          <p:spPr>
            <a:xfrm>
              <a:off x="72358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1" name="Oval 900"/>
            <p:cNvSpPr/>
            <p:nvPr/>
          </p:nvSpPr>
          <p:spPr>
            <a:xfrm>
              <a:off x="78120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2" name="Oval 901"/>
            <p:cNvSpPr/>
            <p:nvPr/>
          </p:nvSpPr>
          <p:spPr>
            <a:xfrm>
              <a:off x="73802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3" name="Oval 902"/>
            <p:cNvSpPr/>
            <p:nvPr/>
          </p:nvSpPr>
          <p:spPr>
            <a:xfrm>
              <a:off x="810101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4" name="Oval 903"/>
            <p:cNvSpPr/>
            <p:nvPr/>
          </p:nvSpPr>
          <p:spPr>
            <a:xfrm>
              <a:off x="76676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5" name="Oval 904"/>
            <p:cNvSpPr/>
            <p:nvPr/>
          </p:nvSpPr>
          <p:spPr>
            <a:xfrm>
              <a:off x="75247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6" name="Oval 905"/>
            <p:cNvSpPr/>
            <p:nvPr/>
          </p:nvSpPr>
          <p:spPr>
            <a:xfrm>
              <a:off x="79565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7" name="Oval 906"/>
            <p:cNvSpPr/>
            <p:nvPr/>
          </p:nvSpPr>
          <p:spPr>
            <a:xfrm>
              <a:off x="68040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8" name="Oval 907"/>
            <p:cNvSpPr/>
            <p:nvPr/>
          </p:nvSpPr>
          <p:spPr>
            <a:xfrm>
              <a:off x="69484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9" name="Oval 908"/>
            <p:cNvSpPr/>
            <p:nvPr/>
          </p:nvSpPr>
          <p:spPr>
            <a:xfrm>
              <a:off x="70929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0" name="Oval 909"/>
            <p:cNvSpPr/>
            <p:nvPr/>
          </p:nvSpPr>
          <p:spPr>
            <a:xfrm>
              <a:off x="72358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1" name="Oval 910"/>
            <p:cNvSpPr/>
            <p:nvPr/>
          </p:nvSpPr>
          <p:spPr>
            <a:xfrm>
              <a:off x="78120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2" name="Oval 911"/>
            <p:cNvSpPr/>
            <p:nvPr/>
          </p:nvSpPr>
          <p:spPr>
            <a:xfrm>
              <a:off x="73802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3" name="Oval 912"/>
            <p:cNvSpPr/>
            <p:nvPr/>
          </p:nvSpPr>
          <p:spPr>
            <a:xfrm>
              <a:off x="810101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4" name="Oval 913"/>
            <p:cNvSpPr/>
            <p:nvPr/>
          </p:nvSpPr>
          <p:spPr>
            <a:xfrm>
              <a:off x="76676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5" name="Oval 914"/>
            <p:cNvSpPr/>
            <p:nvPr/>
          </p:nvSpPr>
          <p:spPr>
            <a:xfrm>
              <a:off x="75247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6" name="Oval 915"/>
            <p:cNvSpPr/>
            <p:nvPr/>
          </p:nvSpPr>
          <p:spPr>
            <a:xfrm>
              <a:off x="79565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7" name="Oval 916"/>
            <p:cNvSpPr/>
            <p:nvPr/>
          </p:nvSpPr>
          <p:spPr>
            <a:xfrm>
              <a:off x="68040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8" name="Oval 917"/>
            <p:cNvSpPr/>
            <p:nvPr/>
          </p:nvSpPr>
          <p:spPr>
            <a:xfrm>
              <a:off x="69484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9" name="Oval 918"/>
            <p:cNvSpPr/>
            <p:nvPr/>
          </p:nvSpPr>
          <p:spPr>
            <a:xfrm>
              <a:off x="70929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0" name="Oval 919"/>
            <p:cNvSpPr/>
            <p:nvPr/>
          </p:nvSpPr>
          <p:spPr>
            <a:xfrm>
              <a:off x="72358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1" name="Oval 920"/>
            <p:cNvSpPr/>
            <p:nvPr/>
          </p:nvSpPr>
          <p:spPr>
            <a:xfrm>
              <a:off x="78120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2" name="Oval 921"/>
            <p:cNvSpPr/>
            <p:nvPr/>
          </p:nvSpPr>
          <p:spPr>
            <a:xfrm>
              <a:off x="73802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3" name="Oval 922"/>
            <p:cNvSpPr/>
            <p:nvPr/>
          </p:nvSpPr>
          <p:spPr>
            <a:xfrm>
              <a:off x="810101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4" name="Oval 923"/>
            <p:cNvSpPr/>
            <p:nvPr/>
          </p:nvSpPr>
          <p:spPr>
            <a:xfrm>
              <a:off x="76676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5" name="Oval 924"/>
            <p:cNvSpPr/>
            <p:nvPr/>
          </p:nvSpPr>
          <p:spPr>
            <a:xfrm>
              <a:off x="75247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6" name="Oval 925"/>
            <p:cNvSpPr/>
            <p:nvPr/>
          </p:nvSpPr>
          <p:spPr>
            <a:xfrm>
              <a:off x="79565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7" name="Oval 926"/>
            <p:cNvSpPr/>
            <p:nvPr/>
          </p:nvSpPr>
          <p:spPr>
            <a:xfrm>
              <a:off x="68040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8" name="Oval 927"/>
            <p:cNvSpPr/>
            <p:nvPr/>
          </p:nvSpPr>
          <p:spPr>
            <a:xfrm>
              <a:off x="69484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9" name="Oval 928"/>
            <p:cNvSpPr/>
            <p:nvPr/>
          </p:nvSpPr>
          <p:spPr>
            <a:xfrm>
              <a:off x="70929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0" name="Oval 929"/>
            <p:cNvSpPr/>
            <p:nvPr/>
          </p:nvSpPr>
          <p:spPr>
            <a:xfrm>
              <a:off x="72358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1" name="Oval 930"/>
            <p:cNvSpPr/>
            <p:nvPr/>
          </p:nvSpPr>
          <p:spPr>
            <a:xfrm>
              <a:off x="78120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2" name="Oval 931"/>
            <p:cNvSpPr/>
            <p:nvPr/>
          </p:nvSpPr>
          <p:spPr>
            <a:xfrm>
              <a:off x="73802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3" name="Oval 932"/>
            <p:cNvSpPr/>
            <p:nvPr/>
          </p:nvSpPr>
          <p:spPr>
            <a:xfrm>
              <a:off x="810101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4" name="Oval 933"/>
            <p:cNvSpPr/>
            <p:nvPr/>
          </p:nvSpPr>
          <p:spPr>
            <a:xfrm>
              <a:off x="76676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5" name="Oval 934"/>
            <p:cNvSpPr/>
            <p:nvPr/>
          </p:nvSpPr>
          <p:spPr>
            <a:xfrm>
              <a:off x="75247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6" name="Oval 935"/>
            <p:cNvSpPr/>
            <p:nvPr/>
          </p:nvSpPr>
          <p:spPr>
            <a:xfrm>
              <a:off x="79565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7" name="Oval 936"/>
            <p:cNvSpPr/>
            <p:nvPr/>
          </p:nvSpPr>
          <p:spPr>
            <a:xfrm>
              <a:off x="68040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8" name="Oval 937"/>
            <p:cNvSpPr/>
            <p:nvPr/>
          </p:nvSpPr>
          <p:spPr>
            <a:xfrm>
              <a:off x="69484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9" name="Oval 938"/>
            <p:cNvSpPr/>
            <p:nvPr/>
          </p:nvSpPr>
          <p:spPr>
            <a:xfrm>
              <a:off x="70929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0" name="Oval 939"/>
            <p:cNvSpPr/>
            <p:nvPr/>
          </p:nvSpPr>
          <p:spPr>
            <a:xfrm>
              <a:off x="72358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1" name="Oval 940"/>
            <p:cNvSpPr/>
            <p:nvPr/>
          </p:nvSpPr>
          <p:spPr>
            <a:xfrm>
              <a:off x="78120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2" name="Oval 941"/>
            <p:cNvSpPr/>
            <p:nvPr/>
          </p:nvSpPr>
          <p:spPr>
            <a:xfrm>
              <a:off x="73802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3" name="Oval 942"/>
            <p:cNvSpPr/>
            <p:nvPr/>
          </p:nvSpPr>
          <p:spPr>
            <a:xfrm>
              <a:off x="810101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4" name="Oval 943"/>
            <p:cNvSpPr/>
            <p:nvPr/>
          </p:nvSpPr>
          <p:spPr>
            <a:xfrm>
              <a:off x="76676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5" name="Oval 944"/>
            <p:cNvSpPr/>
            <p:nvPr/>
          </p:nvSpPr>
          <p:spPr>
            <a:xfrm>
              <a:off x="75247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6" name="Oval 945"/>
            <p:cNvSpPr/>
            <p:nvPr/>
          </p:nvSpPr>
          <p:spPr>
            <a:xfrm>
              <a:off x="79565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7" name="Oval 946"/>
            <p:cNvSpPr/>
            <p:nvPr/>
          </p:nvSpPr>
          <p:spPr>
            <a:xfrm>
              <a:off x="68040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8" name="Oval 947"/>
            <p:cNvSpPr/>
            <p:nvPr/>
          </p:nvSpPr>
          <p:spPr>
            <a:xfrm>
              <a:off x="69484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9" name="Oval 948"/>
            <p:cNvSpPr/>
            <p:nvPr/>
          </p:nvSpPr>
          <p:spPr>
            <a:xfrm>
              <a:off x="70929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0" name="Oval 949"/>
            <p:cNvSpPr/>
            <p:nvPr/>
          </p:nvSpPr>
          <p:spPr>
            <a:xfrm>
              <a:off x="72358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1" name="Oval 950"/>
            <p:cNvSpPr/>
            <p:nvPr/>
          </p:nvSpPr>
          <p:spPr>
            <a:xfrm>
              <a:off x="78120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2" name="Oval 951"/>
            <p:cNvSpPr/>
            <p:nvPr/>
          </p:nvSpPr>
          <p:spPr>
            <a:xfrm>
              <a:off x="73802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3" name="Oval 952"/>
            <p:cNvSpPr/>
            <p:nvPr/>
          </p:nvSpPr>
          <p:spPr>
            <a:xfrm>
              <a:off x="810101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4" name="Oval 953"/>
            <p:cNvSpPr/>
            <p:nvPr/>
          </p:nvSpPr>
          <p:spPr>
            <a:xfrm>
              <a:off x="76676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5" name="Oval 954"/>
            <p:cNvSpPr/>
            <p:nvPr/>
          </p:nvSpPr>
          <p:spPr>
            <a:xfrm>
              <a:off x="75247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6" name="Oval 955"/>
            <p:cNvSpPr/>
            <p:nvPr/>
          </p:nvSpPr>
          <p:spPr>
            <a:xfrm>
              <a:off x="79565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7" name="Oval 956"/>
            <p:cNvSpPr/>
            <p:nvPr/>
          </p:nvSpPr>
          <p:spPr>
            <a:xfrm>
              <a:off x="68040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8" name="Oval 957"/>
            <p:cNvSpPr/>
            <p:nvPr/>
          </p:nvSpPr>
          <p:spPr>
            <a:xfrm>
              <a:off x="69484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9" name="Oval 958"/>
            <p:cNvSpPr/>
            <p:nvPr/>
          </p:nvSpPr>
          <p:spPr>
            <a:xfrm>
              <a:off x="70929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0" name="Oval 959"/>
            <p:cNvSpPr/>
            <p:nvPr/>
          </p:nvSpPr>
          <p:spPr>
            <a:xfrm>
              <a:off x="72358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1" name="Oval 960"/>
            <p:cNvSpPr/>
            <p:nvPr/>
          </p:nvSpPr>
          <p:spPr>
            <a:xfrm>
              <a:off x="78120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2" name="Oval 961"/>
            <p:cNvSpPr/>
            <p:nvPr/>
          </p:nvSpPr>
          <p:spPr>
            <a:xfrm>
              <a:off x="73802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3" name="Oval 962"/>
            <p:cNvSpPr/>
            <p:nvPr/>
          </p:nvSpPr>
          <p:spPr>
            <a:xfrm>
              <a:off x="810101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4" name="Oval 963"/>
            <p:cNvSpPr/>
            <p:nvPr/>
          </p:nvSpPr>
          <p:spPr>
            <a:xfrm>
              <a:off x="76676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5" name="Oval 964"/>
            <p:cNvSpPr/>
            <p:nvPr/>
          </p:nvSpPr>
          <p:spPr>
            <a:xfrm>
              <a:off x="75247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6" name="Oval 965"/>
            <p:cNvSpPr/>
            <p:nvPr/>
          </p:nvSpPr>
          <p:spPr>
            <a:xfrm>
              <a:off x="79565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7" name="Oval 966"/>
            <p:cNvSpPr/>
            <p:nvPr/>
          </p:nvSpPr>
          <p:spPr>
            <a:xfrm>
              <a:off x="68040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8" name="Oval 967"/>
            <p:cNvSpPr/>
            <p:nvPr/>
          </p:nvSpPr>
          <p:spPr>
            <a:xfrm>
              <a:off x="69484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9" name="Oval 968"/>
            <p:cNvSpPr/>
            <p:nvPr/>
          </p:nvSpPr>
          <p:spPr>
            <a:xfrm>
              <a:off x="70929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0" name="Oval 969"/>
            <p:cNvSpPr/>
            <p:nvPr/>
          </p:nvSpPr>
          <p:spPr>
            <a:xfrm>
              <a:off x="72358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1" name="Oval 970"/>
            <p:cNvSpPr/>
            <p:nvPr/>
          </p:nvSpPr>
          <p:spPr>
            <a:xfrm>
              <a:off x="78120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2" name="Oval 971"/>
            <p:cNvSpPr/>
            <p:nvPr/>
          </p:nvSpPr>
          <p:spPr>
            <a:xfrm>
              <a:off x="73802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3" name="Oval 972"/>
            <p:cNvSpPr/>
            <p:nvPr/>
          </p:nvSpPr>
          <p:spPr>
            <a:xfrm>
              <a:off x="810101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4" name="Oval 973"/>
            <p:cNvSpPr/>
            <p:nvPr/>
          </p:nvSpPr>
          <p:spPr>
            <a:xfrm>
              <a:off x="76676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5" name="Oval 974"/>
            <p:cNvSpPr/>
            <p:nvPr/>
          </p:nvSpPr>
          <p:spPr>
            <a:xfrm>
              <a:off x="75247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6" name="Oval 975"/>
            <p:cNvSpPr/>
            <p:nvPr/>
          </p:nvSpPr>
          <p:spPr>
            <a:xfrm>
              <a:off x="79565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7" name="Oval 976"/>
            <p:cNvSpPr/>
            <p:nvPr/>
          </p:nvSpPr>
          <p:spPr>
            <a:xfrm>
              <a:off x="68040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8" name="Oval 977"/>
            <p:cNvSpPr/>
            <p:nvPr/>
          </p:nvSpPr>
          <p:spPr>
            <a:xfrm>
              <a:off x="69484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9" name="Oval 978"/>
            <p:cNvSpPr/>
            <p:nvPr/>
          </p:nvSpPr>
          <p:spPr>
            <a:xfrm>
              <a:off x="70929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0" name="Oval 979"/>
            <p:cNvSpPr/>
            <p:nvPr/>
          </p:nvSpPr>
          <p:spPr>
            <a:xfrm>
              <a:off x="72358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1" name="Oval 980"/>
            <p:cNvSpPr/>
            <p:nvPr/>
          </p:nvSpPr>
          <p:spPr>
            <a:xfrm>
              <a:off x="78120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2" name="Oval 981"/>
            <p:cNvSpPr/>
            <p:nvPr/>
          </p:nvSpPr>
          <p:spPr>
            <a:xfrm>
              <a:off x="73802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3" name="Oval 982"/>
            <p:cNvSpPr/>
            <p:nvPr/>
          </p:nvSpPr>
          <p:spPr>
            <a:xfrm>
              <a:off x="810101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4" name="Oval 983"/>
            <p:cNvSpPr/>
            <p:nvPr/>
          </p:nvSpPr>
          <p:spPr>
            <a:xfrm>
              <a:off x="76676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5" name="Oval 984"/>
            <p:cNvSpPr/>
            <p:nvPr/>
          </p:nvSpPr>
          <p:spPr>
            <a:xfrm>
              <a:off x="75247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6" name="Oval 985"/>
            <p:cNvSpPr/>
            <p:nvPr/>
          </p:nvSpPr>
          <p:spPr>
            <a:xfrm>
              <a:off x="79565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7" name="Oval 986"/>
            <p:cNvSpPr/>
            <p:nvPr/>
          </p:nvSpPr>
          <p:spPr>
            <a:xfrm>
              <a:off x="68040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8" name="Oval 987"/>
            <p:cNvSpPr/>
            <p:nvPr/>
          </p:nvSpPr>
          <p:spPr>
            <a:xfrm>
              <a:off x="69484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9" name="Oval 988"/>
            <p:cNvSpPr/>
            <p:nvPr/>
          </p:nvSpPr>
          <p:spPr>
            <a:xfrm>
              <a:off x="70929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0" name="Oval 989"/>
            <p:cNvSpPr/>
            <p:nvPr/>
          </p:nvSpPr>
          <p:spPr>
            <a:xfrm>
              <a:off x="72358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1" name="Oval 990"/>
            <p:cNvSpPr/>
            <p:nvPr/>
          </p:nvSpPr>
          <p:spPr>
            <a:xfrm>
              <a:off x="78120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2" name="Oval 991"/>
            <p:cNvSpPr/>
            <p:nvPr/>
          </p:nvSpPr>
          <p:spPr>
            <a:xfrm>
              <a:off x="73802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3" name="Oval 992"/>
            <p:cNvSpPr/>
            <p:nvPr/>
          </p:nvSpPr>
          <p:spPr>
            <a:xfrm>
              <a:off x="810101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4" name="Oval 993"/>
            <p:cNvSpPr/>
            <p:nvPr/>
          </p:nvSpPr>
          <p:spPr>
            <a:xfrm>
              <a:off x="76676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5" name="Oval 994"/>
            <p:cNvSpPr/>
            <p:nvPr/>
          </p:nvSpPr>
          <p:spPr>
            <a:xfrm>
              <a:off x="75247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6" name="Oval 995"/>
            <p:cNvSpPr/>
            <p:nvPr/>
          </p:nvSpPr>
          <p:spPr>
            <a:xfrm>
              <a:off x="79565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7" name="Oval 996"/>
            <p:cNvSpPr/>
            <p:nvPr/>
          </p:nvSpPr>
          <p:spPr>
            <a:xfrm>
              <a:off x="68040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8" name="Oval 997"/>
            <p:cNvSpPr/>
            <p:nvPr/>
          </p:nvSpPr>
          <p:spPr>
            <a:xfrm>
              <a:off x="69484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9" name="Oval 998"/>
            <p:cNvSpPr/>
            <p:nvPr/>
          </p:nvSpPr>
          <p:spPr>
            <a:xfrm>
              <a:off x="709295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0" name="Oval 999"/>
            <p:cNvSpPr/>
            <p:nvPr/>
          </p:nvSpPr>
          <p:spPr>
            <a:xfrm>
              <a:off x="72358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1" name="Oval 1000"/>
            <p:cNvSpPr/>
            <p:nvPr/>
          </p:nvSpPr>
          <p:spPr>
            <a:xfrm>
              <a:off x="78120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2" name="Oval 1001"/>
            <p:cNvSpPr/>
            <p:nvPr/>
          </p:nvSpPr>
          <p:spPr>
            <a:xfrm>
              <a:off x="73802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3" name="Oval 1002"/>
            <p:cNvSpPr/>
            <p:nvPr/>
          </p:nvSpPr>
          <p:spPr>
            <a:xfrm>
              <a:off x="8172450" y="52292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4" name="Oval 1003"/>
            <p:cNvSpPr/>
            <p:nvPr/>
          </p:nvSpPr>
          <p:spPr>
            <a:xfrm>
              <a:off x="76676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5" name="Oval 1004"/>
            <p:cNvSpPr/>
            <p:nvPr/>
          </p:nvSpPr>
          <p:spPr>
            <a:xfrm>
              <a:off x="752475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6" name="Oval 1005"/>
            <p:cNvSpPr/>
            <p:nvPr/>
          </p:nvSpPr>
          <p:spPr>
            <a:xfrm>
              <a:off x="79565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7" name="Oval 1006"/>
            <p:cNvSpPr/>
            <p:nvPr/>
          </p:nvSpPr>
          <p:spPr>
            <a:xfrm>
              <a:off x="11953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8" name="Oval 1007"/>
            <p:cNvSpPr/>
            <p:nvPr/>
          </p:nvSpPr>
          <p:spPr>
            <a:xfrm>
              <a:off x="13398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9" name="Oval 1008"/>
            <p:cNvSpPr/>
            <p:nvPr/>
          </p:nvSpPr>
          <p:spPr>
            <a:xfrm>
              <a:off x="1484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0" name="Oval 1009"/>
            <p:cNvSpPr/>
            <p:nvPr/>
          </p:nvSpPr>
          <p:spPr>
            <a:xfrm>
              <a:off x="16287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1" name="Oval 1010"/>
            <p:cNvSpPr/>
            <p:nvPr/>
          </p:nvSpPr>
          <p:spPr>
            <a:xfrm>
              <a:off x="2203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2" name="Oval 1011"/>
            <p:cNvSpPr/>
            <p:nvPr/>
          </p:nvSpPr>
          <p:spPr>
            <a:xfrm>
              <a:off x="17716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3" name="Oval 1012"/>
            <p:cNvSpPr/>
            <p:nvPr/>
          </p:nvSpPr>
          <p:spPr>
            <a:xfrm>
              <a:off x="2492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4" name="Oval 1013"/>
            <p:cNvSpPr/>
            <p:nvPr/>
          </p:nvSpPr>
          <p:spPr>
            <a:xfrm>
              <a:off x="20605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5" name="Oval 1014"/>
            <p:cNvSpPr/>
            <p:nvPr/>
          </p:nvSpPr>
          <p:spPr>
            <a:xfrm>
              <a:off x="1916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6" name="Oval 1015"/>
            <p:cNvSpPr/>
            <p:nvPr/>
          </p:nvSpPr>
          <p:spPr>
            <a:xfrm>
              <a:off x="2347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7" name="Oval 1016"/>
            <p:cNvSpPr/>
            <p:nvPr/>
          </p:nvSpPr>
          <p:spPr>
            <a:xfrm>
              <a:off x="1195388"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8" name="Oval 1017"/>
            <p:cNvSpPr/>
            <p:nvPr/>
          </p:nvSpPr>
          <p:spPr>
            <a:xfrm>
              <a:off x="13398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9" name="Oval 1018"/>
            <p:cNvSpPr/>
            <p:nvPr/>
          </p:nvSpPr>
          <p:spPr>
            <a:xfrm>
              <a:off x="14843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0" name="Oval 1019"/>
            <p:cNvSpPr/>
            <p:nvPr/>
          </p:nvSpPr>
          <p:spPr>
            <a:xfrm>
              <a:off x="16287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1" name="Oval 1020"/>
            <p:cNvSpPr/>
            <p:nvPr/>
          </p:nvSpPr>
          <p:spPr>
            <a:xfrm>
              <a:off x="22034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2" name="Oval 1021"/>
            <p:cNvSpPr/>
            <p:nvPr/>
          </p:nvSpPr>
          <p:spPr>
            <a:xfrm>
              <a:off x="17716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3" name="Oval 1022"/>
            <p:cNvSpPr/>
            <p:nvPr/>
          </p:nvSpPr>
          <p:spPr>
            <a:xfrm>
              <a:off x="2492375"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4" name="Oval 1023"/>
            <p:cNvSpPr/>
            <p:nvPr/>
          </p:nvSpPr>
          <p:spPr>
            <a:xfrm>
              <a:off x="20605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5" name="Oval 1024"/>
            <p:cNvSpPr/>
            <p:nvPr/>
          </p:nvSpPr>
          <p:spPr>
            <a:xfrm>
              <a:off x="19161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6" name="Oval 1025"/>
            <p:cNvSpPr/>
            <p:nvPr/>
          </p:nvSpPr>
          <p:spPr>
            <a:xfrm>
              <a:off x="23479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7" name="Oval 1026"/>
            <p:cNvSpPr/>
            <p:nvPr/>
          </p:nvSpPr>
          <p:spPr>
            <a:xfrm>
              <a:off x="1195388"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8" name="Oval 1027"/>
            <p:cNvSpPr/>
            <p:nvPr/>
          </p:nvSpPr>
          <p:spPr>
            <a:xfrm>
              <a:off x="13398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9" name="Oval 1028"/>
            <p:cNvSpPr/>
            <p:nvPr/>
          </p:nvSpPr>
          <p:spPr>
            <a:xfrm>
              <a:off x="14843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0" name="Oval 1029"/>
            <p:cNvSpPr/>
            <p:nvPr/>
          </p:nvSpPr>
          <p:spPr>
            <a:xfrm>
              <a:off x="16287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1" name="Oval 1030"/>
            <p:cNvSpPr/>
            <p:nvPr/>
          </p:nvSpPr>
          <p:spPr>
            <a:xfrm>
              <a:off x="22034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2" name="Oval 1031"/>
            <p:cNvSpPr/>
            <p:nvPr/>
          </p:nvSpPr>
          <p:spPr>
            <a:xfrm>
              <a:off x="17716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3" name="Oval 1032"/>
            <p:cNvSpPr/>
            <p:nvPr/>
          </p:nvSpPr>
          <p:spPr>
            <a:xfrm>
              <a:off x="2492375"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4" name="Oval 1033"/>
            <p:cNvSpPr/>
            <p:nvPr/>
          </p:nvSpPr>
          <p:spPr>
            <a:xfrm>
              <a:off x="20605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5" name="Oval 1034"/>
            <p:cNvSpPr/>
            <p:nvPr/>
          </p:nvSpPr>
          <p:spPr>
            <a:xfrm>
              <a:off x="19161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6" name="Oval 1035"/>
            <p:cNvSpPr/>
            <p:nvPr/>
          </p:nvSpPr>
          <p:spPr>
            <a:xfrm>
              <a:off x="23479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7" name="Oval 1036"/>
            <p:cNvSpPr/>
            <p:nvPr/>
          </p:nvSpPr>
          <p:spPr>
            <a:xfrm>
              <a:off x="1195388"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8" name="Oval 1037"/>
            <p:cNvSpPr/>
            <p:nvPr/>
          </p:nvSpPr>
          <p:spPr>
            <a:xfrm>
              <a:off x="13398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9" name="Oval 1038"/>
            <p:cNvSpPr/>
            <p:nvPr/>
          </p:nvSpPr>
          <p:spPr>
            <a:xfrm>
              <a:off x="14843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0" name="Oval 1039"/>
            <p:cNvSpPr/>
            <p:nvPr/>
          </p:nvSpPr>
          <p:spPr>
            <a:xfrm>
              <a:off x="16287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1" name="Oval 1040"/>
            <p:cNvSpPr/>
            <p:nvPr/>
          </p:nvSpPr>
          <p:spPr>
            <a:xfrm>
              <a:off x="22034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2" name="Oval 1041"/>
            <p:cNvSpPr/>
            <p:nvPr/>
          </p:nvSpPr>
          <p:spPr>
            <a:xfrm>
              <a:off x="17716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3" name="Oval 1042"/>
            <p:cNvSpPr/>
            <p:nvPr/>
          </p:nvSpPr>
          <p:spPr>
            <a:xfrm>
              <a:off x="2492375"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4" name="Oval 1043"/>
            <p:cNvSpPr/>
            <p:nvPr/>
          </p:nvSpPr>
          <p:spPr>
            <a:xfrm>
              <a:off x="20605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5" name="Oval 1044"/>
            <p:cNvSpPr/>
            <p:nvPr/>
          </p:nvSpPr>
          <p:spPr>
            <a:xfrm>
              <a:off x="19161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6" name="Oval 1045"/>
            <p:cNvSpPr/>
            <p:nvPr/>
          </p:nvSpPr>
          <p:spPr>
            <a:xfrm>
              <a:off x="23479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7" name="Oval 1046"/>
            <p:cNvSpPr/>
            <p:nvPr/>
          </p:nvSpPr>
          <p:spPr>
            <a:xfrm>
              <a:off x="1195388"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8" name="Oval 1047"/>
            <p:cNvSpPr/>
            <p:nvPr/>
          </p:nvSpPr>
          <p:spPr>
            <a:xfrm>
              <a:off x="13398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9" name="Oval 1048"/>
            <p:cNvSpPr/>
            <p:nvPr/>
          </p:nvSpPr>
          <p:spPr>
            <a:xfrm>
              <a:off x="14843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0" name="Oval 1049"/>
            <p:cNvSpPr/>
            <p:nvPr/>
          </p:nvSpPr>
          <p:spPr>
            <a:xfrm>
              <a:off x="16287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1" name="Oval 1050"/>
            <p:cNvSpPr/>
            <p:nvPr/>
          </p:nvSpPr>
          <p:spPr>
            <a:xfrm>
              <a:off x="22034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2" name="Oval 1051"/>
            <p:cNvSpPr/>
            <p:nvPr/>
          </p:nvSpPr>
          <p:spPr>
            <a:xfrm>
              <a:off x="17716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3" name="Oval 1052"/>
            <p:cNvSpPr/>
            <p:nvPr/>
          </p:nvSpPr>
          <p:spPr>
            <a:xfrm>
              <a:off x="2492375"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4" name="Oval 1053"/>
            <p:cNvSpPr/>
            <p:nvPr/>
          </p:nvSpPr>
          <p:spPr>
            <a:xfrm>
              <a:off x="20605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5" name="Oval 1054"/>
            <p:cNvSpPr/>
            <p:nvPr/>
          </p:nvSpPr>
          <p:spPr>
            <a:xfrm>
              <a:off x="19161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6" name="Oval 1055"/>
            <p:cNvSpPr/>
            <p:nvPr/>
          </p:nvSpPr>
          <p:spPr>
            <a:xfrm>
              <a:off x="23479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7" name="Oval 1056"/>
            <p:cNvSpPr/>
            <p:nvPr/>
          </p:nvSpPr>
          <p:spPr>
            <a:xfrm>
              <a:off x="1195388"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8" name="Oval 1057"/>
            <p:cNvSpPr/>
            <p:nvPr/>
          </p:nvSpPr>
          <p:spPr>
            <a:xfrm>
              <a:off x="13398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9" name="Oval 1058"/>
            <p:cNvSpPr/>
            <p:nvPr/>
          </p:nvSpPr>
          <p:spPr>
            <a:xfrm>
              <a:off x="14843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0" name="Oval 1059"/>
            <p:cNvSpPr/>
            <p:nvPr/>
          </p:nvSpPr>
          <p:spPr>
            <a:xfrm>
              <a:off x="16287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1" name="Oval 1060"/>
            <p:cNvSpPr/>
            <p:nvPr/>
          </p:nvSpPr>
          <p:spPr>
            <a:xfrm>
              <a:off x="22034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2" name="Oval 1061"/>
            <p:cNvSpPr/>
            <p:nvPr/>
          </p:nvSpPr>
          <p:spPr>
            <a:xfrm>
              <a:off x="17716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3" name="Oval 1062"/>
            <p:cNvSpPr/>
            <p:nvPr/>
          </p:nvSpPr>
          <p:spPr>
            <a:xfrm>
              <a:off x="2492375"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4" name="Oval 1063"/>
            <p:cNvSpPr/>
            <p:nvPr/>
          </p:nvSpPr>
          <p:spPr>
            <a:xfrm>
              <a:off x="20605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5" name="Oval 1064"/>
            <p:cNvSpPr/>
            <p:nvPr/>
          </p:nvSpPr>
          <p:spPr>
            <a:xfrm>
              <a:off x="19161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6" name="Oval 1065"/>
            <p:cNvSpPr/>
            <p:nvPr/>
          </p:nvSpPr>
          <p:spPr>
            <a:xfrm>
              <a:off x="23479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7" name="Oval 1066"/>
            <p:cNvSpPr/>
            <p:nvPr/>
          </p:nvSpPr>
          <p:spPr>
            <a:xfrm>
              <a:off x="1195388"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8" name="Oval 1067"/>
            <p:cNvSpPr/>
            <p:nvPr/>
          </p:nvSpPr>
          <p:spPr>
            <a:xfrm>
              <a:off x="13398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9" name="Oval 1068"/>
            <p:cNvSpPr/>
            <p:nvPr/>
          </p:nvSpPr>
          <p:spPr>
            <a:xfrm>
              <a:off x="14843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0" name="Oval 1069"/>
            <p:cNvSpPr/>
            <p:nvPr/>
          </p:nvSpPr>
          <p:spPr>
            <a:xfrm>
              <a:off x="16287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1" name="Oval 1070"/>
            <p:cNvSpPr/>
            <p:nvPr/>
          </p:nvSpPr>
          <p:spPr>
            <a:xfrm>
              <a:off x="22034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2" name="Oval 1071"/>
            <p:cNvSpPr/>
            <p:nvPr/>
          </p:nvSpPr>
          <p:spPr>
            <a:xfrm>
              <a:off x="17716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3" name="Oval 1072"/>
            <p:cNvSpPr/>
            <p:nvPr/>
          </p:nvSpPr>
          <p:spPr>
            <a:xfrm>
              <a:off x="2492375"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4" name="Oval 1073"/>
            <p:cNvSpPr/>
            <p:nvPr/>
          </p:nvSpPr>
          <p:spPr>
            <a:xfrm>
              <a:off x="20605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5" name="Oval 1074"/>
            <p:cNvSpPr/>
            <p:nvPr/>
          </p:nvSpPr>
          <p:spPr>
            <a:xfrm>
              <a:off x="19161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6" name="Oval 1075"/>
            <p:cNvSpPr/>
            <p:nvPr/>
          </p:nvSpPr>
          <p:spPr>
            <a:xfrm>
              <a:off x="23479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7" name="Oval 1076"/>
            <p:cNvSpPr/>
            <p:nvPr/>
          </p:nvSpPr>
          <p:spPr>
            <a:xfrm>
              <a:off x="1195388"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8" name="Oval 1077"/>
            <p:cNvSpPr/>
            <p:nvPr/>
          </p:nvSpPr>
          <p:spPr>
            <a:xfrm>
              <a:off x="13398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9" name="Oval 1078"/>
            <p:cNvSpPr/>
            <p:nvPr/>
          </p:nvSpPr>
          <p:spPr>
            <a:xfrm>
              <a:off x="14843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0" name="Oval 1079"/>
            <p:cNvSpPr/>
            <p:nvPr/>
          </p:nvSpPr>
          <p:spPr>
            <a:xfrm>
              <a:off x="16287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1" name="Oval 1080"/>
            <p:cNvSpPr/>
            <p:nvPr/>
          </p:nvSpPr>
          <p:spPr>
            <a:xfrm>
              <a:off x="22034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2" name="Oval 1081"/>
            <p:cNvSpPr/>
            <p:nvPr/>
          </p:nvSpPr>
          <p:spPr>
            <a:xfrm>
              <a:off x="17716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3" name="Oval 1082"/>
            <p:cNvSpPr/>
            <p:nvPr/>
          </p:nvSpPr>
          <p:spPr>
            <a:xfrm>
              <a:off x="2492375"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4" name="Oval 1083"/>
            <p:cNvSpPr/>
            <p:nvPr/>
          </p:nvSpPr>
          <p:spPr>
            <a:xfrm>
              <a:off x="20605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5" name="Oval 1084"/>
            <p:cNvSpPr/>
            <p:nvPr/>
          </p:nvSpPr>
          <p:spPr>
            <a:xfrm>
              <a:off x="19161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6" name="Oval 1085"/>
            <p:cNvSpPr/>
            <p:nvPr/>
          </p:nvSpPr>
          <p:spPr>
            <a:xfrm>
              <a:off x="23479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7" name="Oval 1086"/>
            <p:cNvSpPr/>
            <p:nvPr/>
          </p:nvSpPr>
          <p:spPr>
            <a:xfrm>
              <a:off x="1195388"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8" name="Oval 1087"/>
            <p:cNvSpPr/>
            <p:nvPr/>
          </p:nvSpPr>
          <p:spPr>
            <a:xfrm>
              <a:off x="13398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9" name="Oval 1088"/>
            <p:cNvSpPr/>
            <p:nvPr/>
          </p:nvSpPr>
          <p:spPr>
            <a:xfrm>
              <a:off x="14843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0" name="Oval 1089"/>
            <p:cNvSpPr/>
            <p:nvPr/>
          </p:nvSpPr>
          <p:spPr>
            <a:xfrm>
              <a:off x="16287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1" name="Oval 1090"/>
            <p:cNvSpPr/>
            <p:nvPr/>
          </p:nvSpPr>
          <p:spPr>
            <a:xfrm>
              <a:off x="22034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2" name="Oval 1091"/>
            <p:cNvSpPr/>
            <p:nvPr/>
          </p:nvSpPr>
          <p:spPr>
            <a:xfrm>
              <a:off x="17716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3" name="Oval 1092"/>
            <p:cNvSpPr/>
            <p:nvPr/>
          </p:nvSpPr>
          <p:spPr>
            <a:xfrm>
              <a:off x="2492375"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4" name="Oval 1093"/>
            <p:cNvSpPr/>
            <p:nvPr/>
          </p:nvSpPr>
          <p:spPr>
            <a:xfrm>
              <a:off x="20605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5" name="Oval 1094"/>
            <p:cNvSpPr/>
            <p:nvPr/>
          </p:nvSpPr>
          <p:spPr>
            <a:xfrm>
              <a:off x="19161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6" name="Oval 1095"/>
            <p:cNvSpPr/>
            <p:nvPr/>
          </p:nvSpPr>
          <p:spPr>
            <a:xfrm>
              <a:off x="23479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7" name="Oval 1096"/>
            <p:cNvSpPr/>
            <p:nvPr/>
          </p:nvSpPr>
          <p:spPr>
            <a:xfrm>
              <a:off x="1195388"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8" name="Oval 1097"/>
            <p:cNvSpPr/>
            <p:nvPr/>
          </p:nvSpPr>
          <p:spPr>
            <a:xfrm>
              <a:off x="13398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9" name="Oval 1098"/>
            <p:cNvSpPr/>
            <p:nvPr/>
          </p:nvSpPr>
          <p:spPr>
            <a:xfrm>
              <a:off x="14843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0" name="Oval 1099"/>
            <p:cNvSpPr/>
            <p:nvPr/>
          </p:nvSpPr>
          <p:spPr>
            <a:xfrm>
              <a:off x="16287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1" name="Oval 1100"/>
            <p:cNvSpPr/>
            <p:nvPr/>
          </p:nvSpPr>
          <p:spPr>
            <a:xfrm>
              <a:off x="22034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2" name="Oval 1101"/>
            <p:cNvSpPr/>
            <p:nvPr/>
          </p:nvSpPr>
          <p:spPr>
            <a:xfrm>
              <a:off x="17716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3" name="Oval 1102"/>
            <p:cNvSpPr/>
            <p:nvPr/>
          </p:nvSpPr>
          <p:spPr>
            <a:xfrm>
              <a:off x="2492375"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4" name="Oval 1103"/>
            <p:cNvSpPr/>
            <p:nvPr/>
          </p:nvSpPr>
          <p:spPr>
            <a:xfrm>
              <a:off x="20605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5" name="Oval 1104"/>
            <p:cNvSpPr/>
            <p:nvPr/>
          </p:nvSpPr>
          <p:spPr>
            <a:xfrm>
              <a:off x="19161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6" name="Oval 1105"/>
            <p:cNvSpPr/>
            <p:nvPr/>
          </p:nvSpPr>
          <p:spPr>
            <a:xfrm>
              <a:off x="23479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Tree>
    <p:extLst>
      <p:ext uri="{BB962C8B-B14F-4D97-AF65-F5344CB8AC3E}">
        <p14:creationId xmlns:p14="http://schemas.microsoft.com/office/powerpoint/2010/main" val="3775315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Sick or Healthy?</a:t>
            </a:r>
            <a:endParaRPr lang="en-US" sz="2000" i="1" dirty="0"/>
          </a:p>
        </p:txBody>
      </p:sp>
      <p:sp>
        <p:nvSpPr>
          <p:cNvPr id="7" name="Content Placeholder 13"/>
          <p:cNvSpPr>
            <a:spLocks noGrp="1"/>
          </p:cNvSpPr>
          <p:nvPr>
            <p:ph idx="4294967295"/>
          </p:nvPr>
        </p:nvSpPr>
        <p:spPr>
          <a:xfrm>
            <a:off x="838200" y="1690688"/>
            <a:ext cx="10630546" cy="4351338"/>
          </a:xfrm>
          <a:prstGeom prst="rect">
            <a:avLst/>
          </a:prstGeom>
        </p:spPr>
        <p:txBody>
          <a:bodyPr>
            <a:noAutofit/>
          </a:bodyPr>
          <a:lstStyle/>
          <a:p>
            <a:pPr marL="457200" indent="-457200">
              <a:lnSpc>
                <a:spcPct val="120000"/>
              </a:lnSpc>
              <a:spcBef>
                <a:spcPts val="600"/>
              </a:spcBef>
            </a:pPr>
            <a:r>
              <a:rPr lang="en-US" altLang="en-US" sz="2200" dirty="0">
                <a:latin typeface="Arial" panose="020B0604020202020204" pitchFamily="34" charset="0"/>
                <a:cs typeface="Arial" panose="020B0604020202020204" pitchFamily="34" charset="0"/>
              </a:rPr>
              <a:t>Among the healthy 999, the test will mistakenly say sick to expectedly 9.99 of them. So altogether about 11 will be tested as "Sick</a:t>
            </a:r>
            <a:r>
              <a:rPr lang="tr-TR" altLang="en-US" sz="2200" dirty="0">
                <a:latin typeface="Arial" panose="020B0604020202020204" pitchFamily="34" charset="0"/>
                <a:cs typeface="Arial" panose="020B0604020202020204" pitchFamily="34" charset="0"/>
              </a:rPr>
              <a:t>"</a:t>
            </a:r>
            <a:r>
              <a:rPr lang="en-US" altLang="en-US" sz="2200" dirty="0">
                <a:latin typeface="Arial" panose="020B0604020202020204" pitchFamily="34" charset="0"/>
                <a:cs typeface="Arial" panose="020B0604020202020204" pitchFamily="34" charset="0"/>
              </a:rPr>
              <a:t> but only 1 is really sick!</a:t>
            </a:r>
          </a:p>
          <a:p>
            <a:pPr marL="457200" indent="-457200"/>
            <a:endParaRPr lang="en-US" altLang="en-US" sz="2400" dirty="0">
              <a:latin typeface="Arial" panose="020B0604020202020204" pitchFamily="34" charset="0"/>
              <a:cs typeface="Arial" panose="020B0604020202020204" pitchFamily="34" charset="0"/>
            </a:endParaRPr>
          </a:p>
        </p:txBody>
      </p:sp>
      <p:grpSp>
        <p:nvGrpSpPr>
          <p:cNvPr id="5" name="Group 4"/>
          <p:cNvGrpSpPr/>
          <p:nvPr/>
        </p:nvGrpSpPr>
        <p:grpSpPr>
          <a:xfrm>
            <a:off x="1080000" y="2880000"/>
            <a:ext cx="7273925" cy="3097213"/>
            <a:chOff x="1042988" y="2276475"/>
            <a:chExt cx="7273925" cy="3097213"/>
          </a:xfrm>
        </p:grpSpPr>
        <p:sp>
          <p:nvSpPr>
            <p:cNvPr id="6" name="Oval 5"/>
            <p:cNvSpPr/>
            <p:nvPr/>
          </p:nvSpPr>
          <p:spPr>
            <a:xfrm>
              <a:off x="10429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 name="Oval 7"/>
            <p:cNvSpPr/>
            <p:nvPr/>
          </p:nvSpPr>
          <p:spPr>
            <a:xfrm>
              <a:off x="11874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 name="Oval 8"/>
            <p:cNvSpPr/>
            <p:nvPr/>
          </p:nvSpPr>
          <p:spPr>
            <a:xfrm>
              <a:off x="13319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 name="Oval 9"/>
            <p:cNvSpPr/>
            <p:nvPr/>
          </p:nvSpPr>
          <p:spPr>
            <a:xfrm>
              <a:off x="14763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 name="Oval 10"/>
            <p:cNvSpPr/>
            <p:nvPr/>
          </p:nvSpPr>
          <p:spPr>
            <a:xfrm>
              <a:off x="20510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 name="Oval 11"/>
            <p:cNvSpPr/>
            <p:nvPr/>
          </p:nvSpPr>
          <p:spPr>
            <a:xfrm>
              <a:off x="16192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 name="Oval 12"/>
            <p:cNvSpPr/>
            <p:nvPr/>
          </p:nvSpPr>
          <p:spPr>
            <a:xfrm>
              <a:off x="23399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 name="Oval 13"/>
            <p:cNvSpPr/>
            <p:nvPr/>
          </p:nvSpPr>
          <p:spPr>
            <a:xfrm>
              <a:off x="190817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 name="Oval 14"/>
            <p:cNvSpPr/>
            <p:nvPr/>
          </p:nvSpPr>
          <p:spPr>
            <a:xfrm>
              <a:off x="17637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 name="Oval 15"/>
            <p:cNvSpPr/>
            <p:nvPr/>
          </p:nvSpPr>
          <p:spPr>
            <a:xfrm>
              <a:off x="21955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 name="Oval 16"/>
            <p:cNvSpPr/>
            <p:nvPr/>
          </p:nvSpPr>
          <p:spPr>
            <a:xfrm>
              <a:off x="10429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 name="Oval 17"/>
            <p:cNvSpPr/>
            <p:nvPr/>
          </p:nvSpPr>
          <p:spPr>
            <a:xfrm>
              <a:off x="1187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 name="Oval 18"/>
            <p:cNvSpPr/>
            <p:nvPr/>
          </p:nvSpPr>
          <p:spPr>
            <a:xfrm>
              <a:off x="1331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 name="Oval 19"/>
            <p:cNvSpPr/>
            <p:nvPr/>
          </p:nvSpPr>
          <p:spPr>
            <a:xfrm>
              <a:off x="14763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 name="Oval 20"/>
            <p:cNvSpPr/>
            <p:nvPr/>
          </p:nvSpPr>
          <p:spPr>
            <a:xfrm>
              <a:off x="20510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 name="Oval 21"/>
            <p:cNvSpPr/>
            <p:nvPr/>
          </p:nvSpPr>
          <p:spPr>
            <a:xfrm>
              <a:off x="16192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 name="Oval 22"/>
            <p:cNvSpPr/>
            <p:nvPr/>
          </p:nvSpPr>
          <p:spPr>
            <a:xfrm>
              <a:off x="23399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 name="Oval 23"/>
            <p:cNvSpPr/>
            <p:nvPr/>
          </p:nvSpPr>
          <p:spPr>
            <a:xfrm>
              <a:off x="19081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 name="Oval 24"/>
            <p:cNvSpPr/>
            <p:nvPr/>
          </p:nvSpPr>
          <p:spPr>
            <a:xfrm>
              <a:off x="17637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 name="Oval 25"/>
            <p:cNvSpPr/>
            <p:nvPr/>
          </p:nvSpPr>
          <p:spPr>
            <a:xfrm>
              <a:off x="21955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 name="Oval 26"/>
            <p:cNvSpPr/>
            <p:nvPr/>
          </p:nvSpPr>
          <p:spPr>
            <a:xfrm>
              <a:off x="10429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 name="Oval 27"/>
            <p:cNvSpPr/>
            <p:nvPr/>
          </p:nvSpPr>
          <p:spPr>
            <a:xfrm>
              <a:off x="11874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 name="Oval 28"/>
            <p:cNvSpPr/>
            <p:nvPr/>
          </p:nvSpPr>
          <p:spPr>
            <a:xfrm>
              <a:off x="13319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 name="Oval 29"/>
            <p:cNvSpPr/>
            <p:nvPr/>
          </p:nvSpPr>
          <p:spPr>
            <a:xfrm>
              <a:off x="14763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 name="Oval 30"/>
            <p:cNvSpPr/>
            <p:nvPr/>
          </p:nvSpPr>
          <p:spPr>
            <a:xfrm>
              <a:off x="20510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 name="Oval 31"/>
            <p:cNvSpPr/>
            <p:nvPr/>
          </p:nvSpPr>
          <p:spPr>
            <a:xfrm>
              <a:off x="16192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 name="Oval 32"/>
            <p:cNvSpPr/>
            <p:nvPr/>
          </p:nvSpPr>
          <p:spPr>
            <a:xfrm>
              <a:off x="23399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 name="Oval 33"/>
            <p:cNvSpPr/>
            <p:nvPr/>
          </p:nvSpPr>
          <p:spPr>
            <a:xfrm>
              <a:off x="190817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 name="Oval 34"/>
            <p:cNvSpPr/>
            <p:nvPr/>
          </p:nvSpPr>
          <p:spPr>
            <a:xfrm>
              <a:off x="17637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 name="Oval 35"/>
            <p:cNvSpPr/>
            <p:nvPr/>
          </p:nvSpPr>
          <p:spPr>
            <a:xfrm>
              <a:off x="21955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 name="Oval 36"/>
            <p:cNvSpPr/>
            <p:nvPr/>
          </p:nvSpPr>
          <p:spPr>
            <a:xfrm>
              <a:off x="10429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 name="Oval 37"/>
            <p:cNvSpPr/>
            <p:nvPr/>
          </p:nvSpPr>
          <p:spPr>
            <a:xfrm>
              <a:off x="11874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 name="Oval 38"/>
            <p:cNvSpPr/>
            <p:nvPr/>
          </p:nvSpPr>
          <p:spPr>
            <a:xfrm>
              <a:off x="13319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 name="Oval 39"/>
            <p:cNvSpPr/>
            <p:nvPr/>
          </p:nvSpPr>
          <p:spPr>
            <a:xfrm>
              <a:off x="14763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 name="Oval 40"/>
            <p:cNvSpPr/>
            <p:nvPr/>
          </p:nvSpPr>
          <p:spPr>
            <a:xfrm>
              <a:off x="20510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 name="Oval 41"/>
            <p:cNvSpPr/>
            <p:nvPr/>
          </p:nvSpPr>
          <p:spPr>
            <a:xfrm>
              <a:off x="16192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 name="Oval 42"/>
            <p:cNvSpPr/>
            <p:nvPr/>
          </p:nvSpPr>
          <p:spPr>
            <a:xfrm>
              <a:off x="23399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 name="Oval 43"/>
            <p:cNvSpPr/>
            <p:nvPr/>
          </p:nvSpPr>
          <p:spPr>
            <a:xfrm>
              <a:off x="190817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 name="Oval 44"/>
            <p:cNvSpPr/>
            <p:nvPr/>
          </p:nvSpPr>
          <p:spPr>
            <a:xfrm>
              <a:off x="17637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 name="Oval 45"/>
            <p:cNvSpPr/>
            <p:nvPr/>
          </p:nvSpPr>
          <p:spPr>
            <a:xfrm>
              <a:off x="21955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 name="Oval 46"/>
            <p:cNvSpPr/>
            <p:nvPr/>
          </p:nvSpPr>
          <p:spPr>
            <a:xfrm>
              <a:off x="10429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 name="Oval 47"/>
            <p:cNvSpPr/>
            <p:nvPr/>
          </p:nvSpPr>
          <p:spPr>
            <a:xfrm>
              <a:off x="11874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 name="Oval 48"/>
            <p:cNvSpPr/>
            <p:nvPr/>
          </p:nvSpPr>
          <p:spPr>
            <a:xfrm>
              <a:off x="13319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 name="Oval 49"/>
            <p:cNvSpPr/>
            <p:nvPr/>
          </p:nvSpPr>
          <p:spPr>
            <a:xfrm>
              <a:off x="14763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 name="Oval 50"/>
            <p:cNvSpPr/>
            <p:nvPr/>
          </p:nvSpPr>
          <p:spPr>
            <a:xfrm>
              <a:off x="20510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 name="Oval 51"/>
            <p:cNvSpPr/>
            <p:nvPr/>
          </p:nvSpPr>
          <p:spPr>
            <a:xfrm>
              <a:off x="16192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 name="Oval 52"/>
            <p:cNvSpPr/>
            <p:nvPr/>
          </p:nvSpPr>
          <p:spPr>
            <a:xfrm>
              <a:off x="23399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 name="Oval 53"/>
            <p:cNvSpPr/>
            <p:nvPr/>
          </p:nvSpPr>
          <p:spPr>
            <a:xfrm>
              <a:off x="190817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 name="Oval 54"/>
            <p:cNvSpPr/>
            <p:nvPr/>
          </p:nvSpPr>
          <p:spPr>
            <a:xfrm>
              <a:off x="17637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 name="Oval 55"/>
            <p:cNvSpPr/>
            <p:nvPr/>
          </p:nvSpPr>
          <p:spPr>
            <a:xfrm>
              <a:off x="21955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 name="Oval 56"/>
            <p:cNvSpPr/>
            <p:nvPr/>
          </p:nvSpPr>
          <p:spPr>
            <a:xfrm>
              <a:off x="10429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 name="Oval 57"/>
            <p:cNvSpPr/>
            <p:nvPr/>
          </p:nvSpPr>
          <p:spPr>
            <a:xfrm>
              <a:off x="11874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 name="Oval 58"/>
            <p:cNvSpPr/>
            <p:nvPr/>
          </p:nvSpPr>
          <p:spPr>
            <a:xfrm>
              <a:off x="13319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 name="Oval 59"/>
            <p:cNvSpPr/>
            <p:nvPr/>
          </p:nvSpPr>
          <p:spPr>
            <a:xfrm>
              <a:off x="14763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 name="Oval 60"/>
            <p:cNvSpPr/>
            <p:nvPr/>
          </p:nvSpPr>
          <p:spPr>
            <a:xfrm>
              <a:off x="20510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 name="Oval 61"/>
            <p:cNvSpPr/>
            <p:nvPr/>
          </p:nvSpPr>
          <p:spPr>
            <a:xfrm>
              <a:off x="16192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 name="Oval 62"/>
            <p:cNvSpPr/>
            <p:nvPr/>
          </p:nvSpPr>
          <p:spPr>
            <a:xfrm>
              <a:off x="23399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 name="Oval 63"/>
            <p:cNvSpPr/>
            <p:nvPr/>
          </p:nvSpPr>
          <p:spPr>
            <a:xfrm>
              <a:off x="190817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 name="Oval 64"/>
            <p:cNvSpPr/>
            <p:nvPr/>
          </p:nvSpPr>
          <p:spPr>
            <a:xfrm>
              <a:off x="17637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 name="Oval 65"/>
            <p:cNvSpPr/>
            <p:nvPr/>
          </p:nvSpPr>
          <p:spPr>
            <a:xfrm>
              <a:off x="21955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 name="Oval 66"/>
            <p:cNvSpPr/>
            <p:nvPr/>
          </p:nvSpPr>
          <p:spPr>
            <a:xfrm>
              <a:off x="10429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 name="Oval 67"/>
            <p:cNvSpPr/>
            <p:nvPr/>
          </p:nvSpPr>
          <p:spPr>
            <a:xfrm>
              <a:off x="11874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 name="Oval 68"/>
            <p:cNvSpPr/>
            <p:nvPr/>
          </p:nvSpPr>
          <p:spPr>
            <a:xfrm>
              <a:off x="13319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 name="Oval 69"/>
            <p:cNvSpPr/>
            <p:nvPr/>
          </p:nvSpPr>
          <p:spPr>
            <a:xfrm>
              <a:off x="14763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 name="Oval 70"/>
            <p:cNvSpPr/>
            <p:nvPr/>
          </p:nvSpPr>
          <p:spPr>
            <a:xfrm>
              <a:off x="20510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 name="Oval 71"/>
            <p:cNvSpPr/>
            <p:nvPr/>
          </p:nvSpPr>
          <p:spPr>
            <a:xfrm>
              <a:off x="16192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 name="Oval 72"/>
            <p:cNvSpPr/>
            <p:nvPr/>
          </p:nvSpPr>
          <p:spPr>
            <a:xfrm>
              <a:off x="23399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 name="Oval 73"/>
            <p:cNvSpPr/>
            <p:nvPr/>
          </p:nvSpPr>
          <p:spPr>
            <a:xfrm>
              <a:off x="190817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 name="Oval 74"/>
            <p:cNvSpPr/>
            <p:nvPr/>
          </p:nvSpPr>
          <p:spPr>
            <a:xfrm>
              <a:off x="17637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 name="Oval 75"/>
            <p:cNvSpPr/>
            <p:nvPr/>
          </p:nvSpPr>
          <p:spPr>
            <a:xfrm>
              <a:off x="21955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 name="Oval 76"/>
            <p:cNvSpPr/>
            <p:nvPr/>
          </p:nvSpPr>
          <p:spPr>
            <a:xfrm>
              <a:off x="10429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 name="Oval 77"/>
            <p:cNvSpPr/>
            <p:nvPr/>
          </p:nvSpPr>
          <p:spPr>
            <a:xfrm>
              <a:off x="11874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 name="Oval 78"/>
            <p:cNvSpPr/>
            <p:nvPr/>
          </p:nvSpPr>
          <p:spPr>
            <a:xfrm>
              <a:off x="13319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 name="Oval 79"/>
            <p:cNvSpPr/>
            <p:nvPr/>
          </p:nvSpPr>
          <p:spPr>
            <a:xfrm>
              <a:off x="14763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 name="Oval 80"/>
            <p:cNvSpPr/>
            <p:nvPr/>
          </p:nvSpPr>
          <p:spPr>
            <a:xfrm>
              <a:off x="20510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 name="Oval 81"/>
            <p:cNvSpPr/>
            <p:nvPr/>
          </p:nvSpPr>
          <p:spPr>
            <a:xfrm>
              <a:off x="16192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 name="Oval 82"/>
            <p:cNvSpPr/>
            <p:nvPr/>
          </p:nvSpPr>
          <p:spPr>
            <a:xfrm>
              <a:off x="23399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 name="Oval 83"/>
            <p:cNvSpPr/>
            <p:nvPr/>
          </p:nvSpPr>
          <p:spPr>
            <a:xfrm>
              <a:off x="190817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 name="Oval 84"/>
            <p:cNvSpPr/>
            <p:nvPr/>
          </p:nvSpPr>
          <p:spPr>
            <a:xfrm>
              <a:off x="17637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 name="Oval 85"/>
            <p:cNvSpPr/>
            <p:nvPr/>
          </p:nvSpPr>
          <p:spPr>
            <a:xfrm>
              <a:off x="21955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 name="Oval 86"/>
            <p:cNvSpPr/>
            <p:nvPr/>
          </p:nvSpPr>
          <p:spPr>
            <a:xfrm>
              <a:off x="10429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 name="Oval 87"/>
            <p:cNvSpPr/>
            <p:nvPr/>
          </p:nvSpPr>
          <p:spPr>
            <a:xfrm>
              <a:off x="11874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 name="Oval 88"/>
            <p:cNvSpPr/>
            <p:nvPr/>
          </p:nvSpPr>
          <p:spPr>
            <a:xfrm>
              <a:off x="13319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 name="Oval 89"/>
            <p:cNvSpPr/>
            <p:nvPr/>
          </p:nvSpPr>
          <p:spPr>
            <a:xfrm>
              <a:off x="14763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 name="Oval 90"/>
            <p:cNvSpPr/>
            <p:nvPr/>
          </p:nvSpPr>
          <p:spPr>
            <a:xfrm>
              <a:off x="20510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 name="Oval 91"/>
            <p:cNvSpPr/>
            <p:nvPr/>
          </p:nvSpPr>
          <p:spPr>
            <a:xfrm>
              <a:off x="16192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 name="Oval 92"/>
            <p:cNvSpPr/>
            <p:nvPr/>
          </p:nvSpPr>
          <p:spPr>
            <a:xfrm>
              <a:off x="23399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 name="Oval 93"/>
            <p:cNvSpPr/>
            <p:nvPr/>
          </p:nvSpPr>
          <p:spPr>
            <a:xfrm>
              <a:off x="190817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 name="Oval 94"/>
            <p:cNvSpPr/>
            <p:nvPr/>
          </p:nvSpPr>
          <p:spPr>
            <a:xfrm>
              <a:off x="17637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 name="Oval 95"/>
            <p:cNvSpPr/>
            <p:nvPr/>
          </p:nvSpPr>
          <p:spPr>
            <a:xfrm>
              <a:off x="21955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 name="Oval 96"/>
            <p:cNvSpPr/>
            <p:nvPr/>
          </p:nvSpPr>
          <p:spPr>
            <a:xfrm>
              <a:off x="10429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 name="Oval 97"/>
            <p:cNvSpPr/>
            <p:nvPr/>
          </p:nvSpPr>
          <p:spPr>
            <a:xfrm>
              <a:off x="11874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 name="Oval 98"/>
            <p:cNvSpPr/>
            <p:nvPr/>
          </p:nvSpPr>
          <p:spPr>
            <a:xfrm>
              <a:off x="13319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 name="Oval 99"/>
            <p:cNvSpPr/>
            <p:nvPr/>
          </p:nvSpPr>
          <p:spPr>
            <a:xfrm>
              <a:off x="14763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 name="Oval 100"/>
            <p:cNvSpPr/>
            <p:nvPr/>
          </p:nvSpPr>
          <p:spPr>
            <a:xfrm>
              <a:off x="20510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 name="Oval 101"/>
            <p:cNvSpPr/>
            <p:nvPr/>
          </p:nvSpPr>
          <p:spPr>
            <a:xfrm>
              <a:off x="16192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 name="Oval 102"/>
            <p:cNvSpPr/>
            <p:nvPr/>
          </p:nvSpPr>
          <p:spPr>
            <a:xfrm>
              <a:off x="23399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 name="Oval 103"/>
            <p:cNvSpPr/>
            <p:nvPr/>
          </p:nvSpPr>
          <p:spPr>
            <a:xfrm>
              <a:off x="190817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 name="Oval 104"/>
            <p:cNvSpPr/>
            <p:nvPr/>
          </p:nvSpPr>
          <p:spPr>
            <a:xfrm>
              <a:off x="17637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 name="Oval 105"/>
            <p:cNvSpPr/>
            <p:nvPr/>
          </p:nvSpPr>
          <p:spPr>
            <a:xfrm>
              <a:off x="21955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 name="Oval 106"/>
            <p:cNvSpPr/>
            <p:nvPr/>
          </p:nvSpPr>
          <p:spPr>
            <a:xfrm>
              <a:off x="24844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 name="Oval 107"/>
            <p:cNvSpPr/>
            <p:nvPr/>
          </p:nvSpPr>
          <p:spPr>
            <a:xfrm>
              <a:off x="26273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 name="Oval 108"/>
            <p:cNvSpPr/>
            <p:nvPr/>
          </p:nvSpPr>
          <p:spPr>
            <a:xfrm>
              <a:off x="27717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 name="Oval 109"/>
            <p:cNvSpPr/>
            <p:nvPr/>
          </p:nvSpPr>
          <p:spPr>
            <a:xfrm>
              <a:off x="291623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1" name="Oval 110"/>
            <p:cNvSpPr/>
            <p:nvPr/>
          </p:nvSpPr>
          <p:spPr>
            <a:xfrm>
              <a:off x="34925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2" name="Oval 111"/>
            <p:cNvSpPr/>
            <p:nvPr/>
          </p:nvSpPr>
          <p:spPr>
            <a:xfrm>
              <a:off x="305911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3" name="Oval 112"/>
            <p:cNvSpPr/>
            <p:nvPr/>
          </p:nvSpPr>
          <p:spPr>
            <a:xfrm>
              <a:off x="37798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4" name="Oval 113"/>
            <p:cNvSpPr/>
            <p:nvPr/>
          </p:nvSpPr>
          <p:spPr>
            <a:xfrm>
              <a:off x="33480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5" name="Oval 114"/>
            <p:cNvSpPr/>
            <p:nvPr/>
          </p:nvSpPr>
          <p:spPr>
            <a:xfrm>
              <a:off x="32035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6" name="Oval 115"/>
            <p:cNvSpPr/>
            <p:nvPr/>
          </p:nvSpPr>
          <p:spPr>
            <a:xfrm>
              <a:off x="36353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7" name="Oval 116"/>
            <p:cNvSpPr/>
            <p:nvPr/>
          </p:nvSpPr>
          <p:spPr>
            <a:xfrm>
              <a:off x="24844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8" name="Oval 117"/>
            <p:cNvSpPr/>
            <p:nvPr/>
          </p:nvSpPr>
          <p:spPr>
            <a:xfrm>
              <a:off x="2627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9" name="Oval 118"/>
            <p:cNvSpPr/>
            <p:nvPr/>
          </p:nvSpPr>
          <p:spPr>
            <a:xfrm>
              <a:off x="27717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0" name="Oval 119"/>
            <p:cNvSpPr/>
            <p:nvPr/>
          </p:nvSpPr>
          <p:spPr>
            <a:xfrm>
              <a:off x="291623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1" name="Oval 120"/>
            <p:cNvSpPr/>
            <p:nvPr/>
          </p:nvSpPr>
          <p:spPr>
            <a:xfrm>
              <a:off x="34925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2" name="Oval 121"/>
            <p:cNvSpPr/>
            <p:nvPr/>
          </p:nvSpPr>
          <p:spPr>
            <a:xfrm>
              <a:off x="3059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3" name="Oval 122"/>
            <p:cNvSpPr/>
            <p:nvPr/>
          </p:nvSpPr>
          <p:spPr>
            <a:xfrm>
              <a:off x="37798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4" name="Oval 123"/>
            <p:cNvSpPr/>
            <p:nvPr/>
          </p:nvSpPr>
          <p:spPr>
            <a:xfrm>
              <a:off x="33480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5" name="Oval 124"/>
            <p:cNvSpPr/>
            <p:nvPr/>
          </p:nvSpPr>
          <p:spPr>
            <a:xfrm>
              <a:off x="32035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6" name="Oval 125"/>
            <p:cNvSpPr/>
            <p:nvPr/>
          </p:nvSpPr>
          <p:spPr>
            <a:xfrm>
              <a:off x="3635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7" name="Oval 126"/>
            <p:cNvSpPr/>
            <p:nvPr/>
          </p:nvSpPr>
          <p:spPr>
            <a:xfrm>
              <a:off x="24844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8" name="Oval 127"/>
            <p:cNvSpPr/>
            <p:nvPr/>
          </p:nvSpPr>
          <p:spPr>
            <a:xfrm>
              <a:off x="26273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29" name="Oval 128"/>
            <p:cNvSpPr/>
            <p:nvPr/>
          </p:nvSpPr>
          <p:spPr>
            <a:xfrm>
              <a:off x="27717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0" name="Oval 129"/>
            <p:cNvSpPr/>
            <p:nvPr/>
          </p:nvSpPr>
          <p:spPr>
            <a:xfrm>
              <a:off x="291623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1" name="Oval 130"/>
            <p:cNvSpPr/>
            <p:nvPr/>
          </p:nvSpPr>
          <p:spPr>
            <a:xfrm>
              <a:off x="34925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2" name="Oval 131"/>
            <p:cNvSpPr/>
            <p:nvPr/>
          </p:nvSpPr>
          <p:spPr>
            <a:xfrm>
              <a:off x="305911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3" name="Oval 132"/>
            <p:cNvSpPr/>
            <p:nvPr/>
          </p:nvSpPr>
          <p:spPr>
            <a:xfrm>
              <a:off x="37798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4" name="Oval 133"/>
            <p:cNvSpPr/>
            <p:nvPr/>
          </p:nvSpPr>
          <p:spPr>
            <a:xfrm>
              <a:off x="33480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5" name="Oval 134"/>
            <p:cNvSpPr/>
            <p:nvPr/>
          </p:nvSpPr>
          <p:spPr>
            <a:xfrm>
              <a:off x="32035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6" name="Oval 135"/>
            <p:cNvSpPr/>
            <p:nvPr/>
          </p:nvSpPr>
          <p:spPr>
            <a:xfrm>
              <a:off x="36353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7" name="Oval 136"/>
            <p:cNvSpPr/>
            <p:nvPr/>
          </p:nvSpPr>
          <p:spPr>
            <a:xfrm>
              <a:off x="24844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8" name="Oval 137"/>
            <p:cNvSpPr/>
            <p:nvPr/>
          </p:nvSpPr>
          <p:spPr>
            <a:xfrm>
              <a:off x="26273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39" name="Oval 138"/>
            <p:cNvSpPr/>
            <p:nvPr/>
          </p:nvSpPr>
          <p:spPr>
            <a:xfrm>
              <a:off x="27717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0" name="Oval 139"/>
            <p:cNvSpPr/>
            <p:nvPr/>
          </p:nvSpPr>
          <p:spPr>
            <a:xfrm>
              <a:off x="291623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1" name="Oval 140"/>
            <p:cNvSpPr/>
            <p:nvPr/>
          </p:nvSpPr>
          <p:spPr>
            <a:xfrm>
              <a:off x="34925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2" name="Oval 141"/>
            <p:cNvSpPr/>
            <p:nvPr/>
          </p:nvSpPr>
          <p:spPr>
            <a:xfrm>
              <a:off x="305911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3" name="Oval 142"/>
            <p:cNvSpPr/>
            <p:nvPr/>
          </p:nvSpPr>
          <p:spPr>
            <a:xfrm>
              <a:off x="37798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4" name="Oval 143"/>
            <p:cNvSpPr/>
            <p:nvPr/>
          </p:nvSpPr>
          <p:spPr>
            <a:xfrm>
              <a:off x="33480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5" name="Oval 144"/>
            <p:cNvSpPr/>
            <p:nvPr/>
          </p:nvSpPr>
          <p:spPr>
            <a:xfrm>
              <a:off x="32035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6" name="Oval 145"/>
            <p:cNvSpPr/>
            <p:nvPr/>
          </p:nvSpPr>
          <p:spPr>
            <a:xfrm>
              <a:off x="36353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7" name="Oval 146"/>
            <p:cNvSpPr/>
            <p:nvPr/>
          </p:nvSpPr>
          <p:spPr>
            <a:xfrm>
              <a:off x="24844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8" name="Oval 147"/>
            <p:cNvSpPr/>
            <p:nvPr/>
          </p:nvSpPr>
          <p:spPr>
            <a:xfrm>
              <a:off x="26273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49" name="Oval 148"/>
            <p:cNvSpPr/>
            <p:nvPr/>
          </p:nvSpPr>
          <p:spPr>
            <a:xfrm>
              <a:off x="27717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0" name="Oval 149"/>
            <p:cNvSpPr/>
            <p:nvPr/>
          </p:nvSpPr>
          <p:spPr>
            <a:xfrm>
              <a:off x="291623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1" name="Oval 150"/>
            <p:cNvSpPr/>
            <p:nvPr/>
          </p:nvSpPr>
          <p:spPr>
            <a:xfrm>
              <a:off x="34925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2" name="Oval 151"/>
            <p:cNvSpPr/>
            <p:nvPr/>
          </p:nvSpPr>
          <p:spPr>
            <a:xfrm>
              <a:off x="305911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3" name="Oval 152"/>
            <p:cNvSpPr/>
            <p:nvPr/>
          </p:nvSpPr>
          <p:spPr>
            <a:xfrm>
              <a:off x="37798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4" name="Oval 153"/>
            <p:cNvSpPr/>
            <p:nvPr/>
          </p:nvSpPr>
          <p:spPr>
            <a:xfrm>
              <a:off x="33480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5" name="Oval 154"/>
            <p:cNvSpPr/>
            <p:nvPr/>
          </p:nvSpPr>
          <p:spPr>
            <a:xfrm>
              <a:off x="32035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6" name="Oval 155"/>
            <p:cNvSpPr/>
            <p:nvPr/>
          </p:nvSpPr>
          <p:spPr>
            <a:xfrm>
              <a:off x="36353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7" name="Oval 156"/>
            <p:cNvSpPr/>
            <p:nvPr/>
          </p:nvSpPr>
          <p:spPr>
            <a:xfrm>
              <a:off x="24844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8" name="Oval 157"/>
            <p:cNvSpPr/>
            <p:nvPr/>
          </p:nvSpPr>
          <p:spPr>
            <a:xfrm>
              <a:off x="26273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59" name="Oval 158"/>
            <p:cNvSpPr/>
            <p:nvPr/>
          </p:nvSpPr>
          <p:spPr>
            <a:xfrm>
              <a:off x="27717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0" name="Oval 159"/>
            <p:cNvSpPr/>
            <p:nvPr/>
          </p:nvSpPr>
          <p:spPr>
            <a:xfrm>
              <a:off x="291623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1" name="Oval 160"/>
            <p:cNvSpPr/>
            <p:nvPr/>
          </p:nvSpPr>
          <p:spPr>
            <a:xfrm>
              <a:off x="34925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2" name="Oval 161"/>
            <p:cNvSpPr/>
            <p:nvPr/>
          </p:nvSpPr>
          <p:spPr>
            <a:xfrm>
              <a:off x="305911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3" name="Oval 162"/>
            <p:cNvSpPr/>
            <p:nvPr/>
          </p:nvSpPr>
          <p:spPr>
            <a:xfrm>
              <a:off x="37798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4" name="Oval 163"/>
            <p:cNvSpPr/>
            <p:nvPr/>
          </p:nvSpPr>
          <p:spPr>
            <a:xfrm>
              <a:off x="33480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5" name="Oval 164"/>
            <p:cNvSpPr/>
            <p:nvPr/>
          </p:nvSpPr>
          <p:spPr>
            <a:xfrm>
              <a:off x="32035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6" name="Oval 165"/>
            <p:cNvSpPr/>
            <p:nvPr/>
          </p:nvSpPr>
          <p:spPr>
            <a:xfrm>
              <a:off x="36353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7" name="Oval 166"/>
            <p:cNvSpPr/>
            <p:nvPr/>
          </p:nvSpPr>
          <p:spPr>
            <a:xfrm>
              <a:off x="24844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8" name="Oval 167"/>
            <p:cNvSpPr/>
            <p:nvPr/>
          </p:nvSpPr>
          <p:spPr>
            <a:xfrm>
              <a:off x="26273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69" name="Oval 168"/>
            <p:cNvSpPr/>
            <p:nvPr/>
          </p:nvSpPr>
          <p:spPr>
            <a:xfrm>
              <a:off x="27717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0" name="Oval 169"/>
            <p:cNvSpPr/>
            <p:nvPr/>
          </p:nvSpPr>
          <p:spPr>
            <a:xfrm>
              <a:off x="291623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1" name="Oval 170"/>
            <p:cNvSpPr/>
            <p:nvPr/>
          </p:nvSpPr>
          <p:spPr>
            <a:xfrm>
              <a:off x="34925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2" name="Oval 171"/>
            <p:cNvSpPr/>
            <p:nvPr/>
          </p:nvSpPr>
          <p:spPr>
            <a:xfrm>
              <a:off x="305911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3" name="Oval 172"/>
            <p:cNvSpPr/>
            <p:nvPr/>
          </p:nvSpPr>
          <p:spPr>
            <a:xfrm>
              <a:off x="37798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4" name="Oval 173"/>
            <p:cNvSpPr/>
            <p:nvPr/>
          </p:nvSpPr>
          <p:spPr>
            <a:xfrm>
              <a:off x="33480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5" name="Oval 174"/>
            <p:cNvSpPr/>
            <p:nvPr/>
          </p:nvSpPr>
          <p:spPr>
            <a:xfrm>
              <a:off x="32035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6" name="Oval 175"/>
            <p:cNvSpPr/>
            <p:nvPr/>
          </p:nvSpPr>
          <p:spPr>
            <a:xfrm>
              <a:off x="36353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7" name="Oval 176"/>
            <p:cNvSpPr/>
            <p:nvPr/>
          </p:nvSpPr>
          <p:spPr>
            <a:xfrm>
              <a:off x="24844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8" name="Oval 177"/>
            <p:cNvSpPr/>
            <p:nvPr/>
          </p:nvSpPr>
          <p:spPr>
            <a:xfrm>
              <a:off x="26273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79" name="Oval 178"/>
            <p:cNvSpPr/>
            <p:nvPr/>
          </p:nvSpPr>
          <p:spPr>
            <a:xfrm>
              <a:off x="27717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0" name="Oval 179"/>
            <p:cNvSpPr/>
            <p:nvPr/>
          </p:nvSpPr>
          <p:spPr>
            <a:xfrm>
              <a:off x="291623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1" name="Oval 180"/>
            <p:cNvSpPr/>
            <p:nvPr/>
          </p:nvSpPr>
          <p:spPr>
            <a:xfrm>
              <a:off x="34925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2" name="Oval 181"/>
            <p:cNvSpPr/>
            <p:nvPr/>
          </p:nvSpPr>
          <p:spPr>
            <a:xfrm>
              <a:off x="305911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3" name="Oval 182"/>
            <p:cNvSpPr/>
            <p:nvPr/>
          </p:nvSpPr>
          <p:spPr>
            <a:xfrm>
              <a:off x="37798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4" name="Oval 183"/>
            <p:cNvSpPr/>
            <p:nvPr/>
          </p:nvSpPr>
          <p:spPr>
            <a:xfrm>
              <a:off x="33480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5" name="Oval 184"/>
            <p:cNvSpPr/>
            <p:nvPr/>
          </p:nvSpPr>
          <p:spPr>
            <a:xfrm>
              <a:off x="32035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6" name="Oval 185"/>
            <p:cNvSpPr/>
            <p:nvPr/>
          </p:nvSpPr>
          <p:spPr>
            <a:xfrm>
              <a:off x="36353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7" name="Oval 186"/>
            <p:cNvSpPr/>
            <p:nvPr/>
          </p:nvSpPr>
          <p:spPr>
            <a:xfrm>
              <a:off x="24844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8" name="Oval 187"/>
            <p:cNvSpPr/>
            <p:nvPr/>
          </p:nvSpPr>
          <p:spPr>
            <a:xfrm>
              <a:off x="26273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89" name="Oval 188"/>
            <p:cNvSpPr/>
            <p:nvPr/>
          </p:nvSpPr>
          <p:spPr>
            <a:xfrm>
              <a:off x="27717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0" name="Oval 189"/>
            <p:cNvSpPr/>
            <p:nvPr/>
          </p:nvSpPr>
          <p:spPr>
            <a:xfrm>
              <a:off x="291623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1" name="Oval 190"/>
            <p:cNvSpPr/>
            <p:nvPr/>
          </p:nvSpPr>
          <p:spPr>
            <a:xfrm>
              <a:off x="34925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2" name="Oval 191"/>
            <p:cNvSpPr/>
            <p:nvPr/>
          </p:nvSpPr>
          <p:spPr>
            <a:xfrm>
              <a:off x="305911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3" name="Oval 192"/>
            <p:cNvSpPr/>
            <p:nvPr/>
          </p:nvSpPr>
          <p:spPr>
            <a:xfrm>
              <a:off x="37798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4" name="Oval 193"/>
            <p:cNvSpPr/>
            <p:nvPr/>
          </p:nvSpPr>
          <p:spPr>
            <a:xfrm>
              <a:off x="33480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5" name="Oval 194"/>
            <p:cNvSpPr/>
            <p:nvPr/>
          </p:nvSpPr>
          <p:spPr>
            <a:xfrm>
              <a:off x="32035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6" name="Oval 195"/>
            <p:cNvSpPr/>
            <p:nvPr/>
          </p:nvSpPr>
          <p:spPr>
            <a:xfrm>
              <a:off x="36353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7" name="Oval 196"/>
            <p:cNvSpPr/>
            <p:nvPr/>
          </p:nvSpPr>
          <p:spPr>
            <a:xfrm>
              <a:off x="24844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8" name="Oval 197"/>
            <p:cNvSpPr/>
            <p:nvPr/>
          </p:nvSpPr>
          <p:spPr>
            <a:xfrm>
              <a:off x="26273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99" name="Oval 198"/>
            <p:cNvSpPr/>
            <p:nvPr/>
          </p:nvSpPr>
          <p:spPr>
            <a:xfrm>
              <a:off x="27717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0" name="Oval 199"/>
            <p:cNvSpPr/>
            <p:nvPr/>
          </p:nvSpPr>
          <p:spPr>
            <a:xfrm>
              <a:off x="291623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1" name="Oval 200"/>
            <p:cNvSpPr/>
            <p:nvPr/>
          </p:nvSpPr>
          <p:spPr>
            <a:xfrm>
              <a:off x="34925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2" name="Oval 201"/>
            <p:cNvSpPr/>
            <p:nvPr/>
          </p:nvSpPr>
          <p:spPr>
            <a:xfrm>
              <a:off x="305911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3" name="Oval 202"/>
            <p:cNvSpPr/>
            <p:nvPr/>
          </p:nvSpPr>
          <p:spPr>
            <a:xfrm>
              <a:off x="37798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4" name="Oval 203"/>
            <p:cNvSpPr/>
            <p:nvPr/>
          </p:nvSpPr>
          <p:spPr>
            <a:xfrm>
              <a:off x="33480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5" name="Oval 204"/>
            <p:cNvSpPr/>
            <p:nvPr/>
          </p:nvSpPr>
          <p:spPr>
            <a:xfrm>
              <a:off x="32035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6" name="Oval 205"/>
            <p:cNvSpPr/>
            <p:nvPr/>
          </p:nvSpPr>
          <p:spPr>
            <a:xfrm>
              <a:off x="36353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7" name="Oval 206"/>
            <p:cNvSpPr/>
            <p:nvPr/>
          </p:nvSpPr>
          <p:spPr>
            <a:xfrm>
              <a:off x="10429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8" name="Oval 207"/>
            <p:cNvSpPr/>
            <p:nvPr/>
          </p:nvSpPr>
          <p:spPr>
            <a:xfrm>
              <a:off x="11874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09" name="Oval 208"/>
            <p:cNvSpPr/>
            <p:nvPr/>
          </p:nvSpPr>
          <p:spPr>
            <a:xfrm>
              <a:off x="13319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0" name="Oval 209"/>
            <p:cNvSpPr/>
            <p:nvPr/>
          </p:nvSpPr>
          <p:spPr>
            <a:xfrm>
              <a:off x="14763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1" name="Oval 210"/>
            <p:cNvSpPr/>
            <p:nvPr/>
          </p:nvSpPr>
          <p:spPr>
            <a:xfrm>
              <a:off x="20510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2" name="Oval 211"/>
            <p:cNvSpPr/>
            <p:nvPr/>
          </p:nvSpPr>
          <p:spPr>
            <a:xfrm>
              <a:off x="16192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3" name="Oval 212"/>
            <p:cNvSpPr/>
            <p:nvPr/>
          </p:nvSpPr>
          <p:spPr>
            <a:xfrm>
              <a:off x="23399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4" name="Oval 213"/>
            <p:cNvSpPr/>
            <p:nvPr/>
          </p:nvSpPr>
          <p:spPr>
            <a:xfrm>
              <a:off x="190817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5" name="Oval 214"/>
            <p:cNvSpPr/>
            <p:nvPr/>
          </p:nvSpPr>
          <p:spPr>
            <a:xfrm>
              <a:off x="17637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6" name="Oval 215"/>
            <p:cNvSpPr/>
            <p:nvPr/>
          </p:nvSpPr>
          <p:spPr>
            <a:xfrm>
              <a:off x="21955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7" name="Oval 216"/>
            <p:cNvSpPr/>
            <p:nvPr/>
          </p:nvSpPr>
          <p:spPr>
            <a:xfrm>
              <a:off x="10429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8" name="Oval 217"/>
            <p:cNvSpPr/>
            <p:nvPr/>
          </p:nvSpPr>
          <p:spPr>
            <a:xfrm>
              <a:off x="11874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19" name="Oval 218"/>
            <p:cNvSpPr/>
            <p:nvPr/>
          </p:nvSpPr>
          <p:spPr>
            <a:xfrm>
              <a:off x="13319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0" name="Oval 219"/>
            <p:cNvSpPr/>
            <p:nvPr/>
          </p:nvSpPr>
          <p:spPr>
            <a:xfrm>
              <a:off x="14763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1" name="Oval 220"/>
            <p:cNvSpPr/>
            <p:nvPr/>
          </p:nvSpPr>
          <p:spPr>
            <a:xfrm>
              <a:off x="20510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2" name="Oval 221"/>
            <p:cNvSpPr/>
            <p:nvPr/>
          </p:nvSpPr>
          <p:spPr>
            <a:xfrm>
              <a:off x="16192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3" name="Oval 222"/>
            <p:cNvSpPr/>
            <p:nvPr/>
          </p:nvSpPr>
          <p:spPr>
            <a:xfrm>
              <a:off x="23399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4" name="Oval 223"/>
            <p:cNvSpPr/>
            <p:nvPr/>
          </p:nvSpPr>
          <p:spPr>
            <a:xfrm>
              <a:off x="190817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5" name="Oval 224"/>
            <p:cNvSpPr/>
            <p:nvPr/>
          </p:nvSpPr>
          <p:spPr>
            <a:xfrm>
              <a:off x="17637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6" name="Oval 225"/>
            <p:cNvSpPr/>
            <p:nvPr/>
          </p:nvSpPr>
          <p:spPr>
            <a:xfrm>
              <a:off x="21955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7" name="Oval 226"/>
            <p:cNvSpPr/>
            <p:nvPr/>
          </p:nvSpPr>
          <p:spPr>
            <a:xfrm>
              <a:off x="10429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8" name="Oval 227"/>
            <p:cNvSpPr/>
            <p:nvPr/>
          </p:nvSpPr>
          <p:spPr>
            <a:xfrm>
              <a:off x="11874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29" name="Oval 228"/>
            <p:cNvSpPr/>
            <p:nvPr/>
          </p:nvSpPr>
          <p:spPr>
            <a:xfrm>
              <a:off x="13319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0" name="Oval 229"/>
            <p:cNvSpPr/>
            <p:nvPr/>
          </p:nvSpPr>
          <p:spPr>
            <a:xfrm>
              <a:off x="14763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1" name="Oval 230"/>
            <p:cNvSpPr/>
            <p:nvPr/>
          </p:nvSpPr>
          <p:spPr>
            <a:xfrm>
              <a:off x="20510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2" name="Oval 231"/>
            <p:cNvSpPr/>
            <p:nvPr/>
          </p:nvSpPr>
          <p:spPr>
            <a:xfrm>
              <a:off x="16192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3" name="Oval 232"/>
            <p:cNvSpPr/>
            <p:nvPr/>
          </p:nvSpPr>
          <p:spPr>
            <a:xfrm>
              <a:off x="23399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4" name="Oval 233"/>
            <p:cNvSpPr/>
            <p:nvPr/>
          </p:nvSpPr>
          <p:spPr>
            <a:xfrm>
              <a:off x="190817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5" name="Oval 234"/>
            <p:cNvSpPr/>
            <p:nvPr/>
          </p:nvSpPr>
          <p:spPr>
            <a:xfrm>
              <a:off x="17637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6" name="Oval 235"/>
            <p:cNvSpPr/>
            <p:nvPr/>
          </p:nvSpPr>
          <p:spPr>
            <a:xfrm>
              <a:off x="21955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7" name="Oval 236"/>
            <p:cNvSpPr/>
            <p:nvPr/>
          </p:nvSpPr>
          <p:spPr>
            <a:xfrm>
              <a:off x="10429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8" name="Oval 237"/>
            <p:cNvSpPr/>
            <p:nvPr/>
          </p:nvSpPr>
          <p:spPr>
            <a:xfrm>
              <a:off x="11874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39" name="Oval 238"/>
            <p:cNvSpPr/>
            <p:nvPr/>
          </p:nvSpPr>
          <p:spPr>
            <a:xfrm>
              <a:off x="13319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0" name="Oval 239"/>
            <p:cNvSpPr/>
            <p:nvPr/>
          </p:nvSpPr>
          <p:spPr>
            <a:xfrm>
              <a:off x="14763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1" name="Oval 240"/>
            <p:cNvSpPr/>
            <p:nvPr/>
          </p:nvSpPr>
          <p:spPr>
            <a:xfrm>
              <a:off x="20510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2" name="Oval 241"/>
            <p:cNvSpPr/>
            <p:nvPr/>
          </p:nvSpPr>
          <p:spPr>
            <a:xfrm>
              <a:off x="16192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3" name="Oval 242"/>
            <p:cNvSpPr/>
            <p:nvPr/>
          </p:nvSpPr>
          <p:spPr>
            <a:xfrm>
              <a:off x="23399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4" name="Oval 243"/>
            <p:cNvSpPr/>
            <p:nvPr/>
          </p:nvSpPr>
          <p:spPr>
            <a:xfrm>
              <a:off x="190817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5" name="Oval 244"/>
            <p:cNvSpPr/>
            <p:nvPr/>
          </p:nvSpPr>
          <p:spPr>
            <a:xfrm>
              <a:off x="17637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6" name="Oval 245"/>
            <p:cNvSpPr/>
            <p:nvPr/>
          </p:nvSpPr>
          <p:spPr>
            <a:xfrm>
              <a:off x="21955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7" name="Oval 246"/>
            <p:cNvSpPr/>
            <p:nvPr/>
          </p:nvSpPr>
          <p:spPr>
            <a:xfrm>
              <a:off x="10429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8" name="Oval 247"/>
            <p:cNvSpPr/>
            <p:nvPr/>
          </p:nvSpPr>
          <p:spPr>
            <a:xfrm>
              <a:off x="11874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49" name="Oval 248"/>
            <p:cNvSpPr/>
            <p:nvPr/>
          </p:nvSpPr>
          <p:spPr>
            <a:xfrm>
              <a:off x="13319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0" name="Oval 249"/>
            <p:cNvSpPr/>
            <p:nvPr/>
          </p:nvSpPr>
          <p:spPr>
            <a:xfrm>
              <a:off x="14763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1" name="Oval 250"/>
            <p:cNvSpPr/>
            <p:nvPr/>
          </p:nvSpPr>
          <p:spPr>
            <a:xfrm>
              <a:off x="20510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2" name="Oval 251"/>
            <p:cNvSpPr/>
            <p:nvPr/>
          </p:nvSpPr>
          <p:spPr>
            <a:xfrm>
              <a:off x="16192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3" name="Oval 252"/>
            <p:cNvSpPr/>
            <p:nvPr/>
          </p:nvSpPr>
          <p:spPr>
            <a:xfrm>
              <a:off x="23399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4" name="Oval 253"/>
            <p:cNvSpPr/>
            <p:nvPr/>
          </p:nvSpPr>
          <p:spPr>
            <a:xfrm>
              <a:off x="190817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5" name="Oval 254"/>
            <p:cNvSpPr/>
            <p:nvPr/>
          </p:nvSpPr>
          <p:spPr>
            <a:xfrm>
              <a:off x="17637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6" name="Oval 255"/>
            <p:cNvSpPr/>
            <p:nvPr/>
          </p:nvSpPr>
          <p:spPr>
            <a:xfrm>
              <a:off x="21955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7" name="Oval 256"/>
            <p:cNvSpPr/>
            <p:nvPr/>
          </p:nvSpPr>
          <p:spPr>
            <a:xfrm>
              <a:off x="10429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8" name="Oval 257"/>
            <p:cNvSpPr/>
            <p:nvPr/>
          </p:nvSpPr>
          <p:spPr>
            <a:xfrm>
              <a:off x="11874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59" name="Oval 258"/>
            <p:cNvSpPr/>
            <p:nvPr/>
          </p:nvSpPr>
          <p:spPr>
            <a:xfrm>
              <a:off x="13319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0" name="Oval 259"/>
            <p:cNvSpPr/>
            <p:nvPr/>
          </p:nvSpPr>
          <p:spPr>
            <a:xfrm>
              <a:off x="14763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1" name="Oval 260"/>
            <p:cNvSpPr/>
            <p:nvPr/>
          </p:nvSpPr>
          <p:spPr>
            <a:xfrm>
              <a:off x="20510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2" name="Oval 261"/>
            <p:cNvSpPr/>
            <p:nvPr/>
          </p:nvSpPr>
          <p:spPr>
            <a:xfrm>
              <a:off x="16192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3" name="Oval 262"/>
            <p:cNvSpPr/>
            <p:nvPr/>
          </p:nvSpPr>
          <p:spPr>
            <a:xfrm>
              <a:off x="23399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4" name="Oval 263"/>
            <p:cNvSpPr/>
            <p:nvPr/>
          </p:nvSpPr>
          <p:spPr>
            <a:xfrm>
              <a:off x="190817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5" name="Oval 264"/>
            <p:cNvSpPr/>
            <p:nvPr/>
          </p:nvSpPr>
          <p:spPr>
            <a:xfrm>
              <a:off x="17637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6" name="Oval 265"/>
            <p:cNvSpPr/>
            <p:nvPr/>
          </p:nvSpPr>
          <p:spPr>
            <a:xfrm>
              <a:off x="21955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7" name="Oval 266"/>
            <p:cNvSpPr/>
            <p:nvPr/>
          </p:nvSpPr>
          <p:spPr>
            <a:xfrm>
              <a:off x="10429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8" name="Oval 267"/>
            <p:cNvSpPr/>
            <p:nvPr/>
          </p:nvSpPr>
          <p:spPr>
            <a:xfrm>
              <a:off x="11874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69" name="Oval 268"/>
            <p:cNvSpPr/>
            <p:nvPr/>
          </p:nvSpPr>
          <p:spPr>
            <a:xfrm>
              <a:off x="13319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0" name="Oval 269"/>
            <p:cNvSpPr/>
            <p:nvPr/>
          </p:nvSpPr>
          <p:spPr>
            <a:xfrm>
              <a:off x="14763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1" name="Oval 270"/>
            <p:cNvSpPr/>
            <p:nvPr/>
          </p:nvSpPr>
          <p:spPr>
            <a:xfrm>
              <a:off x="20510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2" name="Oval 271"/>
            <p:cNvSpPr/>
            <p:nvPr/>
          </p:nvSpPr>
          <p:spPr>
            <a:xfrm>
              <a:off x="16192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3" name="Oval 272"/>
            <p:cNvSpPr/>
            <p:nvPr/>
          </p:nvSpPr>
          <p:spPr>
            <a:xfrm>
              <a:off x="23399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4" name="Oval 273"/>
            <p:cNvSpPr/>
            <p:nvPr/>
          </p:nvSpPr>
          <p:spPr>
            <a:xfrm>
              <a:off x="190817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5" name="Oval 274"/>
            <p:cNvSpPr/>
            <p:nvPr/>
          </p:nvSpPr>
          <p:spPr>
            <a:xfrm>
              <a:off x="17637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6" name="Oval 275"/>
            <p:cNvSpPr/>
            <p:nvPr/>
          </p:nvSpPr>
          <p:spPr>
            <a:xfrm>
              <a:off x="21955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7" name="Oval 276"/>
            <p:cNvSpPr/>
            <p:nvPr/>
          </p:nvSpPr>
          <p:spPr>
            <a:xfrm>
              <a:off x="10429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8" name="Oval 277"/>
            <p:cNvSpPr/>
            <p:nvPr/>
          </p:nvSpPr>
          <p:spPr>
            <a:xfrm>
              <a:off x="11874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79" name="Oval 278"/>
            <p:cNvSpPr/>
            <p:nvPr/>
          </p:nvSpPr>
          <p:spPr>
            <a:xfrm>
              <a:off x="13319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0" name="Oval 279"/>
            <p:cNvSpPr/>
            <p:nvPr/>
          </p:nvSpPr>
          <p:spPr>
            <a:xfrm>
              <a:off x="14763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1" name="Oval 280"/>
            <p:cNvSpPr/>
            <p:nvPr/>
          </p:nvSpPr>
          <p:spPr>
            <a:xfrm>
              <a:off x="20510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2" name="Oval 281"/>
            <p:cNvSpPr/>
            <p:nvPr/>
          </p:nvSpPr>
          <p:spPr>
            <a:xfrm>
              <a:off x="16192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3" name="Oval 282"/>
            <p:cNvSpPr/>
            <p:nvPr/>
          </p:nvSpPr>
          <p:spPr>
            <a:xfrm>
              <a:off x="23399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4" name="Oval 283"/>
            <p:cNvSpPr/>
            <p:nvPr/>
          </p:nvSpPr>
          <p:spPr>
            <a:xfrm>
              <a:off x="190817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5" name="Oval 284"/>
            <p:cNvSpPr/>
            <p:nvPr/>
          </p:nvSpPr>
          <p:spPr>
            <a:xfrm>
              <a:off x="17637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6" name="Oval 285"/>
            <p:cNvSpPr/>
            <p:nvPr/>
          </p:nvSpPr>
          <p:spPr>
            <a:xfrm>
              <a:off x="21955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7" name="Oval 286"/>
            <p:cNvSpPr/>
            <p:nvPr/>
          </p:nvSpPr>
          <p:spPr>
            <a:xfrm>
              <a:off x="10429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8" name="Oval 287"/>
            <p:cNvSpPr/>
            <p:nvPr/>
          </p:nvSpPr>
          <p:spPr>
            <a:xfrm>
              <a:off x="11874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89" name="Oval 288"/>
            <p:cNvSpPr/>
            <p:nvPr/>
          </p:nvSpPr>
          <p:spPr>
            <a:xfrm>
              <a:off x="13319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0" name="Oval 289"/>
            <p:cNvSpPr/>
            <p:nvPr/>
          </p:nvSpPr>
          <p:spPr>
            <a:xfrm>
              <a:off x="14763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1" name="Oval 290"/>
            <p:cNvSpPr/>
            <p:nvPr/>
          </p:nvSpPr>
          <p:spPr>
            <a:xfrm>
              <a:off x="20510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2" name="Oval 291"/>
            <p:cNvSpPr/>
            <p:nvPr/>
          </p:nvSpPr>
          <p:spPr>
            <a:xfrm>
              <a:off x="16192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3" name="Oval 292"/>
            <p:cNvSpPr/>
            <p:nvPr/>
          </p:nvSpPr>
          <p:spPr>
            <a:xfrm>
              <a:off x="23399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4" name="Oval 293"/>
            <p:cNvSpPr/>
            <p:nvPr/>
          </p:nvSpPr>
          <p:spPr>
            <a:xfrm>
              <a:off x="190817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5" name="Oval 294"/>
            <p:cNvSpPr/>
            <p:nvPr/>
          </p:nvSpPr>
          <p:spPr>
            <a:xfrm>
              <a:off x="17637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6" name="Oval 295"/>
            <p:cNvSpPr/>
            <p:nvPr/>
          </p:nvSpPr>
          <p:spPr>
            <a:xfrm>
              <a:off x="21955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7" name="Oval 296"/>
            <p:cNvSpPr/>
            <p:nvPr/>
          </p:nvSpPr>
          <p:spPr>
            <a:xfrm>
              <a:off x="104298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8" name="Oval 297"/>
            <p:cNvSpPr/>
            <p:nvPr/>
          </p:nvSpPr>
          <p:spPr>
            <a:xfrm>
              <a:off x="11874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99" name="Oval 298"/>
            <p:cNvSpPr/>
            <p:nvPr/>
          </p:nvSpPr>
          <p:spPr>
            <a:xfrm>
              <a:off x="13319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0" name="Oval 299"/>
            <p:cNvSpPr/>
            <p:nvPr/>
          </p:nvSpPr>
          <p:spPr>
            <a:xfrm>
              <a:off x="14763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1" name="Oval 300"/>
            <p:cNvSpPr/>
            <p:nvPr/>
          </p:nvSpPr>
          <p:spPr>
            <a:xfrm>
              <a:off x="20510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2" name="Oval 301"/>
            <p:cNvSpPr/>
            <p:nvPr/>
          </p:nvSpPr>
          <p:spPr>
            <a:xfrm>
              <a:off x="161925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3" name="Oval 302"/>
            <p:cNvSpPr/>
            <p:nvPr/>
          </p:nvSpPr>
          <p:spPr>
            <a:xfrm>
              <a:off x="23399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4" name="Oval 303"/>
            <p:cNvSpPr/>
            <p:nvPr/>
          </p:nvSpPr>
          <p:spPr>
            <a:xfrm>
              <a:off x="190817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5" name="Oval 304"/>
            <p:cNvSpPr/>
            <p:nvPr/>
          </p:nvSpPr>
          <p:spPr>
            <a:xfrm>
              <a:off x="17637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6" name="Oval 305"/>
            <p:cNvSpPr/>
            <p:nvPr/>
          </p:nvSpPr>
          <p:spPr>
            <a:xfrm>
              <a:off x="21955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7" name="Oval 306"/>
            <p:cNvSpPr/>
            <p:nvPr/>
          </p:nvSpPr>
          <p:spPr>
            <a:xfrm>
              <a:off x="24844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8" name="Oval 307"/>
            <p:cNvSpPr/>
            <p:nvPr/>
          </p:nvSpPr>
          <p:spPr>
            <a:xfrm>
              <a:off x="26273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09" name="Oval 308"/>
            <p:cNvSpPr/>
            <p:nvPr/>
          </p:nvSpPr>
          <p:spPr>
            <a:xfrm>
              <a:off x="27717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0" name="Oval 309"/>
            <p:cNvSpPr/>
            <p:nvPr/>
          </p:nvSpPr>
          <p:spPr>
            <a:xfrm>
              <a:off x="291623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1" name="Oval 310"/>
            <p:cNvSpPr/>
            <p:nvPr/>
          </p:nvSpPr>
          <p:spPr>
            <a:xfrm>
              <a:off x="34925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2" name="Oval 311"/>
            <p:cNvSpPr/>
            <p:nvPr/>
          </p:nvSpPr>
          <p:spPr>
            <a:xfrm>
              <a:off x="305911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3" name="Oval 312"/>
            <p:cNvSpPr/>
            <p:nvPr/>
          </p:nvSpPr>
          <p:spPr>
            <a:xfrm>
              <a:off x="37798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4" name="Oval 313"/>
            <p:cNvSpPr/>
            <p:nvPr/>
          </p:nvSpPr>
          <p:spPr>
            <a:xfrm>
              <a:off x="33480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5" name="Oval 314"/>
            <p:cNvSpPr/>
            <p:nvPr/>
          </p:nvSpPr>
          <p:spPr>
            <a:xfrm>
              <a:off x="32035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6" name="Oval 315"/>
            <p:cNvSpPr/>
            <p:nvPr/>
          </p:nvSpPr>
          <p:spPr>
            <a:xfrm>
              <a:off x="36353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7" name="Oval 316"/>
            <p:cNvSpPr/>
            <p:nvPr/>
          </p:nvSpPr>
          <p:spPr>
            <a:xfrm>
              <a:off x="24844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8" name="Oval 317"/>
            <p:cNvSpPr/>
            <p:nvPr/>
          </p:nvSpPr>
          <p:spPr>
            <a:xfrm>
              <a:off x="26273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19" name="Oval 318"/>
            <p:cNvSpPr/>
            <p:nvPr/>
          </p:nvSpPr>
          <p:spPr>
            <a:xfrm>
              <a:off x="27717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0" name="Oval 319"/>
            <p:cNvSpPr/>
            <p:nvPr/>
          </p:nvSpPr>
          <p:spPr>
            <a:xfrm>
              <a:off x="291623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1" name="Oval 320"/>
            <p:cNvSpPr/>
            <p:nvPr/>
          </p:nvSpPr>
          <p:spPr>
            <a:xfrm>
              <a:off x="34925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2" name="Oval 321"/>
            <p:cNvSpPr/>
            <p:nvPr/>
          </p:nvSpPr>
          <p:spPr>
            <a:xfrm>
              <a:off x="305911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3" name="Oval 322"/>
            <p:cNvSpPr/>
            <p:nvPr/>
          </p:nvSpPr>
          <p:spPr>
            <a:xfrm>
              <a:off x="37798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4" name="Oval 323"/>
            <p:cNvSpPr/>
            <p:nvPr/>
          </p:nvSpPr>
          <p:spPr>
            <a:xfrm>
              <a:off x="33480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5" name="Oval 324"/>
            <p:cNvSpPr/>
            <p:nvPr/>
          </p:nvSpPr>
          <p:spPr>
            <a:xfrm>
              <a:off x="32035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6" name="Oval 325"/>
            <p:cNvSpPr/>
            <p:nvPr/>
          </p:nvSpPr>
          <p:spPr>
            <a:xfrm>
              <a:off x="36353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7" name="Oval 326"/>
            <p:cNvSpPr/>
            <p:nvPr/>
          </p:nvSpPr>
          <p:spPr>
            <a:xfrm>
              <a:off x="24844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8" name="Oval 327"/>
            <p:cNvSpPr/>
            <p:nvPr/>
          </p:nvSpPr>
          <p:spPr>
            <a:xfrm>
              <a:off x="26273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29" name="Oval 328"/>
            <p:cNvSpPr/>
            <p:nvPr/>
          </p:nvSpPr>
          <p:spPr>
            <a:xfrm>
              <a:off x="27717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0" name="Oval 329"/>
            <p:cNvSpPr/>
            <p:nvPr/>
          </p:nvSpPr>
          <p:spPr>
            <a:xfrm>
              <a:off x="291623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1" name="Oval 330"/>
            <p:cNvSpPr/>
            <p:nvPr/>
          </p:nvSpPr>
          <p:spPr>
            <a:xfrm>
              <a:off x="34925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2" name="Oval 331"/>
            <p:cNvSpPr/>
            <p:nvPr/>
          </p:nvSpPr>
          <p:spPr>
            <a:xfrm>
              <a:off x="305911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3" name="Oval 332"/>
            <p:cNvSpPr/>
            <p:nvPr/>
          </p:nvSpPr>
          <p:spPr>
            <a:xfrm>
              <a:off x="37798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4" name="Oval 333"/>
            <p:cNvSpPr/>
            <p:nvPr/>
          </p:nvSpPr>
          <p:spPr>
            <a:xfrm>
              <a:off x="33480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5" name="Oval 334"/>
            <p:cNvSpPr/>
            <p:nvPr/>
          </p:nvSpPr>
          <p:spPr>
            <a:xfrm>
              <a:off x="32035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6" name="Oval 335"/>
            <p:cNvSpPr/>
            <p:nvPr/>
          </p:nvSpPr>
          <p:spPr>
            <a:xfrm>
              <a:off x="36353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7" name="Oval 336"/>
            <p:cNvSpPr/>
            <p:nvPr/>
          </p:nvSpPr>
          <p:spPr>
            <a:xfrm>
              <a:off x="24844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8" name="Oval 337"/>
            <p:cNvSpPr/>
            <p:nvPr/>
          </p:nvSpPr>
          <p:spPr>
            <a:xfrm>
              <a:off x="26273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39" name="Oval 338"/>
            <p:cNvSpPr/>
            <p:nvPr/>
          </p:nvSpPr>
          <p:spPr>
            <a:xfrm>
              <a:off x="27717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0" name="Oval 339"/>
            <p:cNvSpPr/>
            <p:nvPr/>
          </p:nvSpPr>
          <p:spPr>
            <a:xfrm>
              <a:off x="291623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1" name="Oval 340"/>
            <p:cNvSpPr/>
            <p:nvPr/>
          </p:nvSpPr>
          <p:spPr>
            <a:xfrm>
              <a:off x="34925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2" name="Oval 341"/>
            <p:cNvSpPr/>
            <p:nvPr/>
          </p:nvSpPr>
          <p:spPr>
            <a:xfrm>
              <a:off x="305911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3" name="Oval 342"/>
            <p:cNvSpPr/>
            <p:nvPr/>
          </p:nvSpPr>
          <p:spPr>
            <a:xfrm>
              <a:off x="37798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4" name="Oval 343"/>
            <p:cNvSpPr/>
            <p:nvPr/>
          </p:nvSpPr>
          <p:spPr>
            <a:xfrm>
              <a:off x="33480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5" name="Oval 344"/>
            <p:cNvSpPr/>
            <p:nvPr/>
          </p:nvSpPr>
          <p:spPr>
            <a:xfrm>
              <a:off x="32035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6" name="Oval 345"/>
            <p:cNvSpPr/>
            <p:nvPr/>
          </p:nvSpPr>
          <p:spPr>
            <a:xfrm>
              <a:off x="36353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7" name="Oval 346"/>
            <p:cNvSpPr/>
            <p:nvPr/>
          </p:nvSpPr>
          <p:spPr>
            <a:xfrm>
              <a:off x="24844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8" name="Oval 347"/>
            <p:cNvSpPr/>
            <p:nvPr/>
          </p:nvSpPr>
          <p:spPr>
            <a:xfrm>
              <a:off x="26273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49" name="Oval 348"/>
            <p:cNvSpPr/>
            <p:nvPr/>
          </p:nvSpPr>
          <p:spPr>
            <a:xfrm>
              <a:off x="27717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0" name="Oval 349"/>
            <p:cNvSpPr/>
            <p:nvPr/>
          </p:nvSpPr>
          <p:spPr>
            <a:xfrm>
              <a:off x="291623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1" name="Oval 350"/>
            <p:cNvSpPr/>
            <p:nvPr/>
          </p:nvSpPr>
          <p:spPr>
            <a:xfrm>
              <a:off x="34925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2" name="Oval 351"/>
            <p:cNvSpPr/>
            <p:nvPr/>
          </p:nvSpPr>
          <p:spPr>
            <a:xfrm>
              <a:off x="305911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3" name="Oval 352"/>
            <p:cNvSpPr/>
            <p:nvPr/>
          </p:nvSpPr>
          <p:spPr>
            <a:xfrm>
              <a:off x="37798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4" name="Oval 353"/>
            <p:cNvSpPr/>
            <p:nvPr/>
          </p:nvSpPr>
          <p:spPr>
            <a:xfrm>
              <a:off x="33480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5" name="Oval 354"/>
            <p:cNvSpPr/>
            <p:nvPr/>
          </p:nvSpPr>
          <p:spPr>
            <a:xfrm>
              <a:off x="32035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6" name="Oval 355"/>
            <p:cNvSpPr/>
            <p:nvPr/>
          </p:nvSpPr>
          <p:spPr>
            <a:xfrm>
              <a:off x="36353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7" name="Oval 356"/>
            <p:cNvSpPr/>
            <p:nvPr/>
          </p:nvSpPr>
          <p:spPr>
            <a:xfrm>
              <a:off x="24844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8" name="Oval 357"/>
            <p:cNvSpPr/>
            <p:nvPr/>
          </p:nvSpPr>
          <p:spPr>
            <a:xfrm>
              <a:off x="26273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59" name="Oval 358"/>
            <p:cNvSpPr/>
            <p:nvPr/>
          </p:nvSpPr>
          <p:spPr>
            <a:xfrm>
              <a:off x="27717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0" name="Oval 359"/>
            <p:cNvSpPr/>
            <p:nvPr/>
          </p:nvSpPr>
          <p:spPr>
            <a:xfrm>
              <a:off x="291623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1" name="Oval 360"/>
            <p:cNvSpPr/>
            <p:nvPr/>
          </p:nvSpPr>
          <p:spPr>
            <a:xfrm>
              <a:off x="34925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2" name="Oval 361"/>
            <p:cNvSpPr/>
            <p:nvPr/>
          </p:nvSpPr>
          <p:spPr>
            <a:xfrm>
              <a:off x="305911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3" name="Oval 362"/>
            <p:cNvSpPr/>
            <p:nvPr/>
          </p:nvSpPr>
          <p:spPr>
            <a:xfrm>
              <a:off x="37798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4" name="Oval 363"/>
            <p:cNvSpPr/>
            <p:nvPr/>
          </p:nvSpPr>
          <p:spPr>
            <a:xfrm>
              <a:off x="33480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5" name="Oval 364"/>
            <p:cNvSpPr/>
            <p:nvPr/>
          </p:nvSpPr>
          <p:spPr>
            <a:xfrm>
              <a:off x="32035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6" name="Oval 365"/>
            <p:cNvSpPr/>
            <p:nvPr/>
          </p:nvSpPr>
          <p:spPr>
            <a:xfrm>
              <a:off x="36353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7" name="Oval 366"/>
            <p:cNvSpPr/>
            <p:nvPr/>
          </p:nvSpPr>
          <p:spPr>
            <a:xfrm>
              <a:off x="24844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8" name="Oval 367"/>
            <p:cNvSpPr/>
            <p:nvPr/>
          </p:nvSpPr>
          <p:spPr>
            <a:xfrm>
              <a:off x="26273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69" name="Oval 368"/>
            <p:cNvSpPr/>
            <p:nvPr/>
          </p:nvSpPr>
          <p:spPr>
            <a:xfrm>
              <a:off x="27717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0" name="Oval 369"/>
            <p:cNvSpPr/>
            <p:nvPr/>
          </p:nvSpPr>
          <p:spPr>
            <a:xfrm>
              <a:off x="291623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1" name="Oval 370"/>
            <p:cNvSpPr/>
            <p:nvPr/>
          </p:nvSpPr>
          <p:spPr>
            <a:xfrm>
              <a:off x="34925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2" name="Oval 371"/>
            <p:cNvSpPr/>
            <p:nvPr/>
          </p:nvSpPr>
          <p:spPr>
            <a:xfrm>
              <a:off x="305911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3" name="Oval 372"/>
            <p:cNvSpPr/>
            <p:nvPr/>
          </p:nvSpPr>
          <p:spPr>
            <a:xfrm>
              <a:off x="37798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4" name="Oval 373"/>
            <p:cNvSpPr/>
            <p:nvPr/>
          </p:nvSpPr>
          <p:spPr>
            <a:xfrm>
              <a:off x="33480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5" name="Oval 374"/>
            <p:cNvSpPr/>
            <p:nvPr/>
          </p:nvSpPr>
          <p:spPr>
            <a:xfrm>
              <a:off x="32035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6" name="Oval 375"/>
            <p:cNvSpPr/>
            <p:nvPr/>
          </p:nvSpPr>
          <p:spPr>
            <a:xfrm>
              <a:off x="36353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7" name="Oval 376"/>
            <p:cNvSpPr/>
            <p:nvPr/>
          </p:nvSpPr>
          <p:spPr>
            <a:xfrm>
              <a:off x="24844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8" name="Oval 377"/>
            <p:cNvSpPr/>
            <p:nvPr/>
          </p:nvSpPr>
          <p:spPr>
            <a:xfrm>
              <a:off x="26273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79" name="Oval 378"/>
            <p:cNvSpPr/>
            <p:nvPr/>
          </p:nvSpPr>
          <p:spPr>
            <a:xfrm>
              <a:off x="27717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0" name="Oval 379"/>
            <p:cNvSpPr/>
            <p:nvPr/>
          </p:nvSpPr>
          <p:spPr>
            <a:xfrm>
              <a:off x="291623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1" name="Oval 380"/>
            <p:cNvSpPr/>
            <p:nvPr/>
          </p:nvSpPr>
          <p:spPr>
            <a:xfrm>
              <a:off x="34925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2" name="Oval 381"/>
            <p:cNvSpPr/>
            <p:nvPr/>
          </p:nvSpPr>
          <p:spPr>
            <a:xfrm>
              <a:off x="305911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3" name="Oval 382"/>
            <p:cNvSpPr/>
            <p:nvPr/>
          </p:nvSpPr>
          <p:spPr>
            <a:xfrm>
              <a:off x="37798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4" name="Oval 383"/>
            <p:cNvSpPr/>
            <p:nvPr/>
          </p:nvSpPr>
          <p:spPr>
            <a:xfrm>
              <a:off x="33480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5" name="Oval 384"/>
            <p:cNvSpPr/>
            <p:nvPr/>
          </p:nvSpPr>
          <p:spPr>
            <a:xfrm>
              <a:off x="32035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6" name="Oval 385"/>
            <p:cNvSpPr/>
            <p:nvPr/>
          </p:nvSpPr>
          <p:spPr>
            <a:xfrm>
              <a:off x="36353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7" name="Oval 386"/>
            <p:cNvSpPr/>
            <p:nvPr/>
          </p:nvSpPr>
          <p:spPr>
            <a:xfrm>
              <a:off x="24844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8" name="Oval 387"/>
            <p:cNvSpPr/>
            <p:nvPr/>
          </p:nvSpPr>
          <p:spPr>
            <a:xfrm>
              <a:off x="26273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89" name="Oval 388"/>
            <p:cNvSpPr/>
            <p:nvPr/>
          </p:nvSpPr>
          <p:spPr>
            <a:xfrm>
              <a:off x="27717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0" name="Oval 389"/>
            <p:cNvSpPr/>
            <p:nvPr/>
          </p:nvSpPr>
          <p:spPr>
            <a:xfrm>
              <a:off x="291623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1" name="Oval 390"/>
            <p:cNvSpPr/>
            <p:nvPr/>
          </p:nvSpPr>
          <p:spPr>
            <a:xfrm>
              <a:off x="34925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2" name="Oval 391"/>
            <p:cNvSpPr/>
            <p:nvPr/>
          </p:nvSpPr>
          <p:spPr>
            <a:xfrm>
              <a:off x="305911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3" name="Oval 392"/>
            <p:cNvSpPr/>
            <p:nvPr/>
          </p:nvSpPr>
          <p:spPr>
            <a:xfrm>
              <a:off x="37798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4" name="Oval 393"/>
            <p:cNvSpPr/>
            <p:nvPr/>
          </p:nvSpPr>
          <p:spPr>
            <a:xfrm>
              <a:off x="33480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5" name="Oval 394"/>
            <p:cNvSpPr/>
            <p:nvPr/>
          </p:nvSpPr>
          <p:spPr>
            <a:xfrm>
              <a:off x="32035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6" name="Oval 395"/>
            <p:cNvSpPr/>
            <p:nvPr/>
          </p:nvSpPr>
          <p:spPr>
            <a:xfrm>
              <a:off x="36353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7" name="Oval 396"/>
            <p:cNvSpPr/>
            <p:nvPr/>
          </p:nvSpPr>
          <p:spPr>
            <a:xfrm>
              <a:off x="24844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8" name="Oval 397"/>
            <p:cNvSpPr/>
            <p:nvPr/>
          </p:nvSpPr>
          <p:spPr>
            <a:xfrm>
              <a:off x="26273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399" name="Oval 398"/>
            <p:cNvSpPr/>
            <p:nvPr/>
          </p:nvSpPr>
          <p:spPr>
            <a:xfrm>
              <a:off x="27717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0" name="Oval 399"/>
            <p:cNvSpPr/>
            <p:nvPr/>
          </p:nvSpPr>
          <p:spPr>
            <a:xfrm>
              <a:off x="291623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1" name="Oval 400"/>
            <p:cNvSpPr/>
            <p:nvPr/>
          </p:nvSpPr>
          <p:spPr>
            <a:xfrm>
              <a:off x="34925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2" name="Oval 401"/>
            <p:cNvSpPr/>
            <p:nvPr/>
          </p:nvSpPr>
          <p:spPr>
            <a:xfrm>
              <a:off x="305911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3" name="Oval 402"/>
            <p:cNvSpPr/>
            <p:nvPr/>
          </p:nvSpPr>
          <p:spPr>
            <a:xfrm>
              <a:off x="37798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4" name="Oval 403"/>
            <p:cNvSpPr/>
            <p:nvPr/>
          </p:nvSpPr>
          <p:spPr>
            <a:xfrm>
              <a:off x="33480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5" name="Oval 404"/>
            <p:cNvSpPr/>
            <p:nvPr/>
          </p:nvSpPr>
          <p:spPr>
            <a:xfrm>
              <a:off x="32035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6" name="Oval 405"/>
            <p:cNvSpPr/>
            <p:nvPr/>
          </p:nvSpPr>
          <p:spPr>
            <a:xfrm>
              <a:off x="36353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7" name="Oval 406"/>
            <p:cNvSpPr/>
            <p:nvPr/>
          </p:nvSpPr>
          <p:spPr>
            <a:xfrm>
              <a:off x="392430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8" name="Oval 407"/>
            <p:cNvSpPr/>
            <p:nvPr/>
          </p:nvSpPr>
          <p:spPr>
            <a:xfrm>
              <a:off x="406717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09" name="Oval 408"/>
            <p:cNvSpPr/>
            <p:nvPr/>
          </p:nvSpPr>
          <p:spPr>
            <a:xfrm>
              <a:off x="42116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0" name="Oval 409"/>
            <p:cNvSpPr/>
            <p:nvPr/>
          </p:nvSpPr>
          <p:spPr>
            <a:xfrm>
              <a:off x="43561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1" name="Oval 410"/>
            <p:cNvSpPr/>
            <p:nvPr/>
          </p:nvSpPr>
          <p:spPr>
            <a:xfrm>
              <a:off x="49323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2" name="Oval 411"/>
            <p:cNvSpPr/>
            <p:nvPr/>
          </p:nvSpPr>
          <p:spPr>
            <a:xfrm>
              <a:off x="450056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3" name="Oval 412"/>
            <p:cNvSpPr/>
            <p:nvPr/>
          </p:nvSpPr>
          <p:spPr>
            <a:xfrm>
              <a:off x="52197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4" name="Oval 413"/>
            <p:cNvSpPr/>
            <p:nvPr/>
          </p:nvSpPr>
          <p:spPr>
            <a:xfrm>
              <a:off x="47879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5" name="Oval 414"/>
            <p:cNvSpPr/>
            <p:nvPr/>
          </p:nvSpPr>
          <p:spPr>
            <a:xfrm>
              <a:off x="464343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6" name="Oval 415"/>
            <p:cNvSpPr/>
            <p:nvPr/>
          </p:nvSpPr>
          <p:spPr>
            <a:xfrm>
              <a:off x="50768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7" name="Oval 416"/>
            <p:cNvSpPr/>
            <p:nvPr/>
          </p:nvSpPr>
          <p:spPr>
            <a:xfrm>
              <a:off x="392430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8" name="Oval 417"/>
            <p:cNvSpPr/>
            <p:nvPr/>
          </p:nvSpPr>
          <p:spPr>
            <a:xfrm>
              <a:off x="40671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19" name="Oval 418"/>
            <p:cNvSpPr/>
            <p:nvPr/>
          </p:nvSpPr>
          <p:spPr>
            <a:xfrm>
              <a:off x="42116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0" name="Oval 419"/>
            <p:cNvSpPr/>
            <p:nvPr/>
          </p:nvSpPr>
          <p:spPr>
            <a:xfrm>
              <a:off x="43561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1" name="Oval 420"/>
            <p:cNvSpPr/>
            <p:nvPr/>
          </p:nvSpPr>
          <p:spPr>
            <a:xfrm>
              <a:off x="49323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2" name="Oval 421"/>
            <p:cNvSpPr/>
            <p:nvPr/>
          </p:nvSpPr>
          <p:spPr>
            <a:xfrm>
              <a:off x="450056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3" name="Oval 422"/>
            <p:cNvSpPr/>
            <p:nvPr/>
          </p:nvSpPr>
          <p:spPr>
            <a:xfrm>
              <a:off x="52197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4" name="Oval 423"/>
            <p:cNvSpPr/>
            <p:nvPr/>
          </p:nvSpPr>
          <p:spPr>
            <a:xfrm>
              <a:off x="47879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5" name="Oval 424"/>
            <p:cNvSpPr/>
            <p:nvPr/>
          </p:nvSpPr>
          <p:spPr>
            <a:xfrm>
              <a:off x="464343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6" name="Oval 425"/>
            <p:cNvSpPr/>
            <p:nvPr/>
          </p:nvSpPr>
          <p:spPr>
            <a:xfrm>
              <a:off x="50768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7" name="Oval 426"/>
            <p:cNvSpPr/>
            <p:nvPr/>
          </p:nvSpPr>
          <p:spPr>
            <a:xfrm>
              <a:off x="392430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8" name="Oval 427"/>
            <p:cNvSpPr/>
            <p:nvPr/>
          </p:nvSpPr>
          <p:spPr>
            <a:xfrm>
              <a:off x="406717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29" name="Oval 428"/>
            <p:cNvSpPr/>
            <p:nvPr/>
          </p:nvSpPr>
          <p:spPr>
            <a:xfrm>
              <a:off x="42116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0" name="Oval 429"/>
            <p:cNvSpPr/>
            <p:nvPr/>
          </p:nvSpPr>
          <p:spPr>
            <a:xfrm>
              <a:off x="43561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1" name="Oval 430"/>
            <p:cNvSpPr/>
            <p:nvPr/>
          </p:nvSpPr>
          <p:spPr>
            <a:xfrm>
              <a:off x="49323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2" name="Oval 431"/>
            <p:cNvSpPr/>
            <p:nvPr/>
          </p:nvSpPr>
          <p:spPr>
            <a:xfrm>
              <a:off x="450056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3" name="Oval 432"/>
            <p:cNvSpPr/>
            <p:nvPr/>
          </p:nvSpPr>
          <p:spPr>
            <a:xfrm>
              <a:off x="52197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4" name="Oval 433"/>
            <p:cNvSpPr/>
            <p:nvPr/>
          </p:nvSpPr>
          <p:spPr>
            <a:xfrm>
              <a:off x="47879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5" name="Oval 434"/>
            <p:cNvSpPr/>
            <p:nvPr/>
          </p:nvSpPr>
          <p:spPr>
            <a:xfrm>
              <a:off x="464343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6" name="Oval 435"/>
            <p:cNvSpPr/>
            <p:nvPr/>
          </p:nvSpPr>
          <p:spPr>
            <a:xfrm>
              <a:off x="50768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7" name="Oval 436"/>
            <p:cNvSpPr/>
            <p:nvPr/>
          </p:nvSpPr>
          <p:spPr>
            <a:xfrm>
              <a:off x="392430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8" name="Oval 437"/>
            <p:cNvSpPr/>
            <p:nvPr/>
          </p:nvSpPr>
          <p:spPr>
            <a:xfrm>
              <a:off x="406717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39" name="Oval 438"/>
            <p:cNvSpPr/>
            <p:nvPr/>
          </p:nvSpPr>
          <p:spPr>
            <a:xfrm>
              <a:off x="42116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0" name="Oval 439"/>
            <p:cNvSpPr/>
            <p:nvPr/>
          </p:nvSpPr>
          <p:spPr>
            <a:xfrm>
              <a:off x="43561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1" name="Oval 440"/>
            <p:cNvSpPr/>
            <p:nvPr/>
          </p:nvSpPr>
          <p:spPr>
            <a:xfrm>
              <a:off x="49323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2" name="Oval 441"/>
            <p:cNvSpPr/>
            <p:nvPr/>
          </p:nvSpPr>
          <p:spPr>
            <a:xfrm>
              <a:off x="450056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3" name="Oval 442"/>
            <p:cNvSpPr/>
            <p:nvPr/>
          </p:nvSpPr>
          <p:spPr>
            <a:xfrm>
              <a:off x="52197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4" name="Oval 443"/>
            <p:cNvSpPr/>
            <p:nvPr/>
          </p:nvSpPr>
          <p:spPr>
            <a:xfrm>
              <a:off x="47879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5" name="Oval 444"/>
            <p:cNvSpPr/>
            <p:nvPr/>
          </p:nvSpPr>
          <p:spPr>
            <a:xfrm>
              <a:off x="464343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6" name="Oval 445"/>
            <p:cNvSpPr/>
            <p:nvPr/>
          </p:nvSpPr>
          <p:spPr>
            <a:xfrm>
              <a:off x="50768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7" name="Oval 446"/>
            <p:cNvSpPr/>
            <p:nvPr/>
          </p:nvSpPr>
          <p:spPr>
            <a:xfrm>
              <a:off x="392430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8" name="Oval 447"/>
            <p:cNvSpPr/>
            <p:nvPr/>
          </p:nvSpPr>
          <p:spPr>
            <a:xfrm>
              <a:off x="406717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49" name="Oval 448"/>
            <p:cNvSpPr/>
            <p:nvPr/>
          </p:nvSpPr>
          <p:spPr>
            <a:xfrm>
              <a:off x="42116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0" name="Oval 449"/>
            <p:cNvSpPr/>
            <p:nvPr/>
          </p:nvSpPr>
          <p:spPr>
            <a:xfrm>
              <a:off x="43561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1" name="Oval 450"/>
            <p:cNvSpPr/>
            <p:nvPr/>
          </p:nvSpPr>
          <p:spPr>
            <a:xfrm>
              <a:off x="49323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2" name="Oval 451"/>
            <p:cNvSpPr/>
            <p:nvPr/>
          </p:nvSpPr>
          <p:spPr>
            <a:xfrm>
              <a:off x="450056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3" name="Oval 452"/>
            <p:cNvSpPr/>
            <p:nvPr/>
          </p:nvSpPr>
          <p:spPr>
            <a:xfrm>
              <a:off x="52197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4" name="Oval 453"/>
            <p:cNvSpPr/>
            <p:nvPr/>
          </p:nvSpPr>
          <p:spPr>
            <a:xfrm>
              <a:off x="47879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5" name="Oval 454"/>
            <p:cNvSpPr/>
            <p:nvPr/>
          </p:nvSpPr>
          <p:spPr>
            <a:xfrm>
              <a:off x="464343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6" name="Oval 455"/>
            <p:cNvSpPr/>
            <p:nvPr/>
          </p:nvSpPr>
          <p:spPr>
            <a:xfrm>
              <a:off x="50768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7" name="Oval 456"/>
            <p:cNvSpPr/>
            <p:nvPr/>
          </p:nvSpPr>
          <p:spPr>
            <a:xfrm>
              <a:off x="392430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8" name="Oval 457"/>
            <p:cNvSpPr/>
            <p:nvPr/>
          </p:nvSpPr>
          <p:spPr>
            <a:xfrm>
              <a:off x="406717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59" name="Oval 458"/>
            <p:cNvSpPr/>
            <p:nvPr/>
          </p:nvSpPr>
          <p:spPr>
            <a:xfrm>
              <a:off x="42116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0" name="Oval 459"/>
            <p:cNvSpPr/>
            <p:nvPr/>
          </p:nvSpPr>
          <p:spPr>
            <a:xfrm>
              <a:off x="43561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1" name="Oval 460"/>
            <p:cNvSpPr/>
            <p:nvPr/>
          </p:nvSpPr>
          <p:spPr>
            <a:xfrm>
              <a:off x="49323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2" name="Oval 461"/>
            <p:cNvSpPr/>
            <p:nvPr/>
          </p:nvSpPr>
          <p:spPr>
            <a:xfrm>
              <a:off x="450056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3" name="Oval 462"/>
            <p:cNvSpPr/>
            <p:nvPr/>
          </p:nvSpPr>
          <p:spPr>
            <a:xfrm>
              <a:off x="52197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4" name="Oval 463"/>
            <p:cNvSpPr/>
            <p:nvPr/>
          </p:nvSpPr>
          <p:spPr>
            <a:xfrm>
              <a:off x="47879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5" name="Oval 464"/>
            <p:cNvSpPr/>
            <p:nvPr/>
          </p:nvSpPr>
          <p:spPr>
            <a:xfrm>
              <a:off x="464343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6" name="Oval 465"/>
            <p:cNvSpPr/>
            <p:nvPr/>
          </p:nvSpPr>
          <p:spPr>
            <a:xfrm>
              <a:off x="50768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7" name="Oval 466"/>
            <p:cNvSpPr/>
            <p:nvPr/>
          </p:nvSpPr>
          <p:spPr>
            <a:xfrm>
              <a:off x="392430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8" name="Oval 467"/>
            <p:cNvSpPr/>
            <p:nvPr/>
          </p:nvSpPr>
          <p:spPr>
            <a:xfrm>
              <a:off x="406717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69" name="Oval 468"/>
            <p:cNvSpPr/>
            <p:nvPr/>
          </p:nvSpPr>
          <p:spPr>
            <a:xfrm>
              <a:off x="42116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0" name="Oval 469"/>
            <p:cNvSpPr/>
            <p:nvPr/>
          </p:nvSpPr>
          <p:spPr>
            <a:xfrm>
              <a:off x="43561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1" name="Oval 470"/>
            <p:cNvSpPr/>
            <p:nvPr/>
          </p:nvSpPr>
          <p:spPr>
            <a:xfrm>
              <a:off x="49323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2" name="Oval 471"/>
            <p:cNvSpPr/>
            <p:nvPr/>
          </p:nvSpPr>
          <p:spPr>
            <a:xfrm>
              <a:off x="450056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3" name="Oval 472"/>
            <p:cNvSpPr/>
            <p:nvPr/>
          </p:nvSpPr>
          <p:spPr>
            <a:xfrm>
              <a:off x="52197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4" name="Oval 473"/>
            <p:cNvSpPr/>
            <p:nvPr/>
          </p:nvSpPr>
          <p:spPr>
            <a:xfrm>
              <a:off x="47879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5" name="Oval 474"/>
            <p:cNvSpPr/>
            <p:nvPr/>
          </p:nvSpPr>
          <p:spPr>
            <a:xfrm>
              <a:off x="464343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6" name="Oval 475"/>
            <p:cNvSpPr/>
            <p:nvPr/>
          </p:nvSpPr>
          <p:spPr>
            <a:xfrm>
              <a:off x="50768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7" name="Oval 476"/>
            <p:cNvSpPr/>
            <p:nvPr/>
          </p:nvSpPr>
          <p:spPr>
            <a:xfrm>
              <a:off x="392430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8" name="Oval 477"/>
            <p:cNvSpPr/>
            <p:nvPr/>
          </p:nvSpPr>
          <p:spPr>
            <a:xfrm>
              <a:off x="406717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79" name="Oval 478"/>
            <p:cNvSpPr/>
            <p:nvPr/>
          </p:nvSpPr>
          <p:spPr>
            <a:xfrm>
              <a:off x="42116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0" name="Oval 479"/>
            <p:cNvSpPr/>
            <p:nvPr/>
          </p:nvSpPr>
          <p:spPr>
            <a:xfrm>
              <a:off x="43561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1" name="Oval 480"/>
            <p:cNvSpPr/>
            <p:nvPr/>
          </p:nvSpPr>
          <p:spPr>
            <a:xfrm>
              <a:off x="49323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2" name="Oval 481"/>
            <p:cNvSpPr/>
            <p:nvPr/>
          </p:nvSpPr>
          <p:spPr>
            <a:xfrm>
              <a:off x="450056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3" name="Oval 482"/>
            <p:cNvSpPr/>
            <p:nvPr/>
          </p:nvSpPr>
          <p:spPr>
            <a:xfrm>
              <a:off x="52197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4" name="Oval 483"/>
            <p:cNvSpPr/>
            <p:nvPr/>
          </p:nvSpPr>
          <p:spPr>
            <a:xfrm>
              <a:off x="47879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5" name="Oval 484"/>
            <p:cNvSpPr/>
            <p:nvPr/>
          </p:nvSpPr>
          <p:spPr>
            <a:xfrm>
              <a:off x="464343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6" name="Oval 485"/>
            <p:cNvSpPr/>
            <p:nvPr/>
          </p:nvSpPr>
          <p:spPr>
            <a:xfrm>
              <a:off x="50768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7" name="Oval 486"/>
            <p:cNvSpPr/>
            <p:nvPr/>
          </p:nvSpPr>
          <p:spPr>
            <a:xfrm>
              <a:off x="392430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8" name="Oval 487"/>
            <p:cNvSpPr/>
            <p:nvPr/>
          </p:nvSpPr>
          <p:spPr>
            <a:xfrm>
              <a:off x="406717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89" name="Oval 488"/>
            <p:cNvSpPr/>
            <p:nvPr/>
          </p:nvSpPr>
          <p:spPr>
            <a:xfrm>
              <a:off x="42116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0" name="Oval 489"/>
            <p:cNvSpPr/>
            <p:nvPr/>
          </p:nvSpPr>
          <p:spPr>
            <a:xfrm>
              <a:off x="43561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1" name="Oval 490"/>
            <p:cNvSpPr/>
            <p:nvPr/>
          </p:nvSpPr>
          <p:spPr>
            <a:xfrm>
              <a:off x="49323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2" name="Oval 491"/>
            <p:cNvSpPr/>
            <p:nvPr/>
          </p:nvSpPr>
          <p:spPr>
            <a:xfrm>
              <a:off x="450056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3" name="Oval 492"/>
            <p:cNvSpPr/>
            <p:nvPr/>
          </p:nvSpPr>
          <p:spPr>
            <a:xfrm>
              <a:off x="52197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4" name="Oval 493"/>
            <p:cNvSpPr/>
            <p:nvPr/>
          </p:nvSpPr>
          <p:spPr>
            <a:xfrm>
              <a:off x="47879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5" name="Oval 494"/>
            <p:cNvSpPr/>
            <p:nvPr/>
          </p:nvSpPr>
          <p:spPr>
            <a:xfrm>
              <a:off x="464343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6" name="Oval 495"/>
            <p:cNvSpPr/>
            <p:nvPr/>
          </p:nvSpPr>
          <p:spPr>
            <a:xfrm>
              <a:off x="50768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7" name="Oval 496"/>
            <p:cNvSpPr/>
            <p:nvPr/>
          </p:nvSpPr>
          <p:spPr>
            <a:xfrm>
              <a:off x="392430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8" name="Oval 497"/>
            <p:cNvSpPr/>
            <p:nvPr/>
          </p:nvSpPr>
          <p:spPr>
            <a:xfrm>
              <a:off x="406717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499" name="Oval 498"/>
            <p:cNvSpPr/>
            <p:nvPr/>
          </p:nvSpPr>
          <p:spPr>
            <a:xfrm>
              <a:off x="42116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0" name="Oval 499"/>
            <p:cNvSpPr/>
            <p:nvPr/>
          </p:nvSpPr>
          <p:spPr>
            <a:xfrm>
              <a:off x="43561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1" name="Oval 500"/>
            <p:cNvSpPr/>
            <p:nvPr/>
          </p:nvSpPr>
          <p:spPr>
            <a:xfrm>
              <a:off x="49323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2" name="Oval 501"/>
            <p:cNvSpPr/>
            <p:nvPr/>
          </p:nvSpPr>
          <p:spPr>
            <a:xfrm>
              <a:off x="450056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3" name="Oval 502"/>
            <p:cNvSpPr/>
            <p:nvPr/>
          </p:nvSpPr>
          <p:spPr>
            <a:xfrm>
              <a:off x="52197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4" name="Oval 503"/>
            <p:cNvSpPr/>
            <p:nvPr/>
          </p:nvSpPr>
          <p:spPr>
            <a:xfrm>
              <a:off x="47879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5" name="Oval 504"/>
            <p:cNvSpPr/>
            <p:nvPr/>
          </p:nvSpPr>
          <p:spPr>
            <a:xfrm>
              <a:off x="464343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6" name="Oval 505"/>
            <p:cNvSpPr/>
            <p:nvPr/>
          </p:nvSpPr>
          <p:spPr>
            <a:xfrm>
              <a:off x="50768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7" name="Oval 506"/>
            <p:cNvSpPr/>
            <p:nvPr/>
          </p:nvSpPr>
          <p:spPr>
            <a:xfrm>
              <a:off x="53641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8" name="Oval 507"/>
            <p:cNvSpPr/>
            <p:nvPr/>
          </p:nvSpPr>
          <p:spPr>
            <a:xfrm>
              <a:off x="5508625"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09" name="Oval 508"/>
            <p:cNvSpPr/>
            <p:nvPr/>
          </p:nvSpPr>
          <p:spPr>
            <a:xfrm>
              <a:off x="565150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0" name="Oval 509"/>
            <p:cNvSpPr/>
            <p:nvPr/>
          </p:nvSpPr>
          <p:spPr>
            <a:xfrm>
              <a:off x="57959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1" name="Oval 510"/>
            <p:cNvSpPr/>
            <p:nvPr/>
          </p:nvSpPr>
          <p:spPr>
            <a:xfrm>
              <a:off x="63722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2" name="Oval 511"/>
            <p:cNvSpPr/>
            <p:nvPr/>
          </p:nvSpPr>
          <p:spPr>
            <a:xfrm>
              <a:off x="59404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3" name="Oval 512"/>
            <p:cNvSpPr/>
            <p:nvPr/>
          </p:nvSpPr>
          <p:spPr>
            <a:xfrm>
              <a:off x="66595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4" name="Oval 513"/>
            <p:cNvSpPr/>
            <p:nvPr/>
          </p:nvSpPr>
          <p:spPr>
            <a:xfrm>
              <a:off x="6227763"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5" name="Oval 514"/>
            <p:cNvSpPr/>
            <p:nvPr/>
          </p:nvSpPr>
          <p:spPr>
            <a:xfrm>
              <a:off x="60848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6" name="Oval 515"/>
            <p:cNvSpPr/>
            <p:nvPr/>
          </p:nvSpPr>
          <p:spPr>
            <a:xfrm>
              <a:off x="6516688"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7" name="Oval 516"/>
            <p:cNvSpPr/>
            <p:nvPr/>
          </p:nvSpPr>
          <p:spPr>
            <a:xfrm>
              <a:off x="53641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8" name="Oval 517"/>
            <p:cNvSpPr/>
            <p:nvPr/>
          </p:nvSpPr>
          <p:spPr>
            <a:xfrm>
              <a:off x="550862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19" name="Oval 518"/>
            <p:cNvSpPr/>
            <p:nvPr/>
          </p:nvSpPr>
          <p:spPr>
            <a:xfrm>
              <a:off x="565150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0" name="Oval 519"/>
            <p:cNvSpPr/>
            <p:nvPr/>
          </p:nvSpPr>
          <p:spPr>
            <a:xfrm>
              <a:off x="57959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1" name="Oval 520"/>
            <p:cNvSpPr/>
            <p:nvPr/>
          </p:nvSpPr>
          <p:spPr>
            <a:xfrm>
              <a:off x="63722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2" name="Oval 521"/>
            <p:cNvSpPr/>
            <p:nvPr/>
          </p:nvSpPr>
          <p:spPr>
            <a:xfrm>
              <a:off x="59404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3" name="Oval 522"/>
            <p:cNvSpPr/>
            <p:nvPr/>
          </p:nvSpPr>
          <p:spPr>
            <a:xfrm>
              <a:off x="66595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4" name="Oval 523"/>
            <p:cNvSpPr/>
            <p:nvPr/>
          </p:nvSpPr>
          <p:spPr>
            <a:xfrm>
              <a:off x="622776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5" name="Oval 524"/>
            <p:cNvSpPr/>
            <p:nvPr/>
          </p:nvSpPr>
          <p:spPr>
            <a:xfrm>
              <a:off x="60848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6" name="Oval 525"/>
            <p:cNvSpPr/>
            <p:nvPr/>
          </p:nvSpPr>
          <p:spPr>
            <a:xfrm>
              <a:off x="6516688"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7" name="Oval 526"/>
            <p:cNvSpPr/>
            <p:nvPr/>
          </p:nvSpPr>
          <p:spPr>
            <a:xfrm>
              <a:off x="53641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8" name="Oval 527"/>
            <p:cNvSpPr/>
            <p:nvPr/>
          </p:nvSpPr>
          <p:spPr>
            <a:xfrm>
              <a:off x="5508625"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29" name="Oval 528"/>
            <p:cNvSpPr/>
            <p:nvPr/>
          </p:nvSpPr>
          <p:spPr>
            <a:xfrm>
              <a:off x="565150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0" name="Oval 529"/>
            <p:cNvSpPr/>
            <p:nvPr/>
          </p:nvSpPr>
          <p:spPr>
            <a:xfrm>
              <a:off x="57959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1" name="Oval 530"/>
            <p:cNvSpPr/>
            <p:nvPr/>
          </p:nvSpPr>
          <p:spPr>
            <a:xfrm>
              <a:off x="63722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2" name="Oval 531"/>
            <p:cNvSpPr/>
            <p:nvPr/>
          </p:nvSpPr>
          <p:spPr>
            <a:xfrm>
              <a:off x="59404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3" name="Oval 532"/>
            <p:cNvSpPr/>
            <p:nvPr/>
          </p:nvSpPr>
          <p:spPr>
            <a:xfrm>
              <a:off x="66595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4" name="Oval 533"/>
            <p:cNvSpPr/>
            <p:nvPr/>
          </p:nvSpPr>
          <p:spPr>
            <a:xfrm>
              <a:off x="6227763"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5" name="Oval 534"/>
            <p:cNvSpPr/>
            <p:nvPr/>
          </p:nvSpPr>
          <p:spPr>
            <a:xfrm>
              <a:off x="60848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6" name="Oval 535"/>
            <p:cNvSpPr/>
            <p:nvPr/>
          </p:nvSpPr>
          <p:spPr>
            <a:xfrm>
              <a:off x="6516688"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7" name="Oval 536"/>
            <p:cNvSpPr/>
            <p:nvPr/>
          </p:nvSpPr>
          <p:spPr>
            <a:xfrm>
              <a:off x="53641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8" name="Oval 537"/>
            <p:cNvSpPr/>
            <p:nvPr/>
          </p:nvSpPr>
          <p:spPr>
            <a:xfrm>
              <a:off x="5508625"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39" name="Oval 538"/>
            <p:cNvSpPr/>
            <p:nvPr/>
          </p:nvSpPr>
          <p:spPr>
            <a:xfrm>
              <a:off x="565150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0" name="Oval 539"/>
            <p:cNvSpPr/>
            <p:nvPr/>
          </p:nvSpPr>
          <p:spPr>
            <a:xfrm>
              <a:off x="57959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1" name="Oval 540"/>
            <p:cNvSpPr/>
            <p:nvPr/>
          </p:nvSpPr>
          <p:spPr>
            <a:xfrm>
              <a:off x="63722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2" name="Oval 541"/>
            <p:cNvSpPr/>
            <p:nvPr/>
          </p:nvSpPr>
          <p:spPr>
            <a:xfrm>
              <a:off x="59404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3" name="Oval 542"/>
            <p:cNvSpPr/>
            <p:nvPr/>
          </p:nvSpPr>
          <p:spPr>
            <a:xfrm>
              <a:off x="66595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4" name="Oval 543"/>
            <p:cNvSpPr/>
            <p:nvPr/>
          </p:nvSpPr>
          <p:spPr>
            <a:xfrm>
              <a:off x="6227763"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5" name="Oval 544"/>
            <p:cNvSpPr/>
            <p:nvPr/>
          </p:nvSpPr>
          <p:spPr>
            <a:xfrm>
              <a:off x="60848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6" name="Oval 545"/>
            <p:cNvSpPr/>
            <p:nvPr/>
          </p:nvSpPr>
          <p:spPr>
            <a:xfrm>
              <a:off x="6516688"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7" name="Oval 546"/>
            <p:cNvSpPr/>
            <p:nvPr/>
          </p:nvSpPr>
          <p:spPr>
            <a:xfrm>
              <a:off x="53641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8" name="Oval 547"/>
            <p:cNvSpPr/>
            <p:nvPr/>
          </p:nvSpPr>
          <p:spPr>
            <a:xfrm>
              <a:off x="5508625"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49" name="Oval 548"/>
            <p:cNvSpPr/>
            <p:nvPr/>
          </p:nvSpPr>
          <p:spPr>
            <a:xfrm>
              <a:off x="565150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0" name="Oval 549"/>
            <p:cNvSpPr/>
            <p:nvPr/>
          </p:nvSpPr>
          <p:spPr>
            <a:xfrm>
              <a:off x="57959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1" name="Oval 550"/>
            <p:cNvSpPr/>
            <p:nvPr/>
          </p:nvSpPr>
          <p:spPr>
            <a:xfrm>
              <a:off x="63722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2" name="Oval 551"/>
            <p:cNvSpPr/>
            <p:nvPr/>
          </p:nvSpPr>
          <p:spPr>
            <a:xfrm>
              <a:off x="59404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3" name="Oval 552"/>
            <p:cNvSpPr/>
            <p:nvPr/>
          </p:nvSpPr>
          <p:spPr>
            <a:xfrm>
              <a:off x="66595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4" name="Oval 553"/>
            <p:cNvSpPr/>
            <p:nvPr/>
          </p:nvSpPr>
          <p:spPr>
            <a:xfrm>
              <a:off x="6227763"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5" name="Oval 554"/>
            <p:cNvSpPr/>
            <p:nvPr/>
          </p:nvSpPr>
          <p:spPr>
            <a:xfrm>
              <a:off x="60848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6" name="Oval 555"/>
            <p:cNvSpPr/>
            <p:nvPr/>
          </p:nvSpPr>
          <p:spPr>
            <a:xfrm>
              <a:off x="6516688"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7" name="Oval 556"/>
            <p:cNvSpPr/>
            <p:nvPr/>
          </p:nvSpPr>
          <p:spPr>
            <a:xfrm>
              <a:off x="53641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8" name="Oval 557"/>
            <p:cNvSpPr/>
            <p:nvPr/>
          </p:nvSpPr>
          <p:spPr>
            <a:xfrm>
              <a:off x="5508625"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59" name="Oval 558"/>
            <p:cNvSpPr/>
            <p:nvPr/>
          </p:nvSpPr>
          <p:spPr>
            <a:xfrm>
              <a:off x="565150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0" name="Oval 559"/>
            <p:cNvSpPr/>
            <p:nvPr/>
          </p:nvSpPr>
          <p:spPr>
            <a:xfrm>
              <a:off x="57959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1" name="Oval 560"/>
            <p:cNvSpPr/>
            <p:nvPr/>
          </p:nvSpPr>
          <p:spPr>
            <a:xfrm>
              <a:off x="63722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2" name="Oval 561"/>
            <p:cNvSpPr/>
            <p:nvPr/>
          </p:nvSpPr>
          <p:spPr>
            <a:xfrm>
              <a:off x="59404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3" name="Oval 562"/>
            <p:cNvSpPr/>
            <p:nvPr/>
          </p:nvSpPr>
          <p:spPr>
            <a:xfrm>
              <a:off x="66595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4" name="Oval 563"/>
            <p:cNvSpPr/>
            <p:nvPr/>
          </p:nvSpPr>
          <p:spPr>
            <a:xfrm>
              <a:off x="6227763"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5" name="Oval 564"/>
            <p:cNvSpPr/>
            <p:nvPr/>
          </p:nvSpPr>
          <p:spPr>
            <a:xfrm>
              <a:off x="60848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6" name="Oval 565"/>
            <p:cNvSpPr/>
            <p:nvPr/>
          </p:nvSpPr>
          <p:spPr>
            <a:xfrm>
              <a:off x="6516688"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7" name="Oval 566"/>
            <p:cNvSpPr/>
            <p:nvPr/>
          </p:nvSpPr>
          <p:spPr>
            <a:xfrm>
              <a:off x="53641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8" name="Oval 567"/>
            <p:cNvSpPr/>
            <p:nvPr/>
          </p:nvSpPr>
          <p:spPr>
            <a:xfrm>
              <a:off x="5508625"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69" name="Oval 568"/>
            <p:cNvSpPr/>
            <p:nvPr/>
          </p:nvSpPr>
          <p:spPr>
            <a:xfrm>
              <a:off x="565150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0" name="Oval 569"/>
            <p:cNvSpPr/>
            <p:nvPr/>
          </p:nvSpPr>
          <p:spPr>
            <a:xfrm>
              <a:off x="57959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1" name="Oval 570"/>
            <p:cNvSpPr/>
            <p:nvPr/>
          </p:nvSpPr>
          <p:spPr>
            <a:xfrm>
              <a:off x="63722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2" name="Oval 571"/>
            <p:cNvSpPr/>
            <p:nvPr/>
          </p:nvSpPr>
          <p:spPr>
            <a:xfrm>
              <a:off x="59404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3" name="Oval 572"/>
            <p:cNvSpPr/>
            <p:nvPr/>
          </p:nvSpPr>
          <p:spPr>
            <a:xfrm>
              <a:off x="66595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4" name="Oval 573"/>
            <p:cNvSpPr/>
            <p:nvPr/>
          </p:nvSpPr>
          <p:spPr>
            <a:xfrm>
              <a:off x="6227763"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5" name="Oval 574"/>
            <p:cNvSpPr/>
            <p:nvPr/>
          </p:nvSpPr>
          <p:spPr>
            <a:xfrm>
              <a:off x="60848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6" name="Oval 575"/>
            <p:cNvSpPr/>
            <p:nvPr/>
          </p:nvSpPr>
          <p:spPr>
            <a:xfrm>
              <a:off x="6516688"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7" name="Oval 576"/>
            <p:cNvSpPr/>
            <p:nvPr/>
          </p:nvSpPr>
          <p:spPr>
            <a:xfrm>
              <a:off x="53641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8" name="Oval 577"/>
            <p:cNvSpPr/>
            <p:nvPr/>
          </p:nvSpPr>
          <p:spPr>
            <a:xfrm>
              <a:off x="5508625"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79" name="Oval 578"/>
            <p:cNvSpPr/>
            <p:nvPr/>
          </p:nvSpPr>
          <p:spPr>
            <a:xfrm>
              <a:off x="565150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0" name="Oval 579"/>
            <p:cNvSpPr/>
            <p:nvPr/>
          </p:nvSpPr>
          <p:spPr>
            <a:xfrm>
              <a:off x="57959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1" name="Oval 580"/>
            <p:cNvSpPr/>
            <p:nvPr/>
          </p:nvSpPr>
          <p:spPr>
            <a:xfrm>
              <a:off x="63722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2" name="Oval 581"/>
            <p:cNvSpPr/>
            <p:nvPr/>
          </p:nvSpPr>
          <p:spPr>
            <a:xfrm>
              <a:off x="59404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3" name="Oval 582"/>
            <p:cNvSpPr/>
            <p:nvPr/>
          </p:nvSpPr>
          <p:spPr>
            <a:xfrm>
              <a:off x="66595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4" name="Oval 583"/>
            <p:cNvSpPr/>
            <p:nvPr/>
          </p:nvSpPr>
          <p:spPr>
            <a:xfrm>
              <a:off x="6227763"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5" name="Oval 584"/>
            <p:cNvSpPr/>
            <p:nvPr/>
          </p:nvSpPr>
          <p:spPr>
            <a:xfrm>
              <a:off x="60848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6" name="Oval 585"/>
            <p:cNvSpPr/>
            <p:nvPr/>
          </p:nvSpPr>
          <p:spPr>
            <a:xfrm>
              <a:off x="6516688"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7" name="Oval 586"/>
            <p:cNvSpPr/>
            <p:nvPr/>
          </p:nvSpPr>
          <p:spPr>
            <a:xfrm>
              <a:off x="53641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8" name="Oval 587"/>
            <p:cNvSpPr/>
            <p:nvPr/>
          </p:nvSpPr>
          <p:spPr>
            <a:xfrm>
              <a:off x="5508625"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89" name="Oval 588"/>
            <p:cNvSpPr/>
            <p:nvPr/>
          </p:nvSpPr>
          <p:spPr>
            <a:xfrm>
              <a:off x="565150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0" name="Oval 589"/>
            <p:cNvSpPr/>
            <p:nvPr/>
          </p:nvSpPr>
          <p:spPr>
            <a:xfrm>
              <a:off x="57959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1" name="Oval 590"/>
            <p:cNvSpPr/>
            <p:nvPr/>
          </p:nvSpPr>
          <p:spPr>
            <a:xfrm>
              <a:off x="63722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2" name="Oval 591"/>
            <p:cNvSpPr/>
            <p:nvPr/>
          </p:nvSpPr>
          <p:spPr>
            <a:xfrm>
              <a:off x="59404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3" name="Oval 592"/>
            <p:cNvSpPr/>
            <p:nvPr/>
          </p:nvSpPr>
          <p:spPr>
            <a:xfrm>
              <a:off x="66595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4" name="Oval 593"/>
            <p:cNvSpPr/>
            <p:nvPr/>
          </p:nvSpPr>
          <p:spPr>
            <a:xfrm>
              <a:off x="6227763"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5" name="Oval 594"/>
            <p:cNvSpPr/>
            <p:nvPr/>
          </p:nvSpPr>
          <p:spPr>
            <a:xfrm>
              <a:off x="60848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6" name="Oval 595"/>
            <p:cNvSpPr/>
            <p:nvPr/>
          </p:nvSpPr>
          <p:spPr>
            <a:xfrm>
              <a:off x="6516688"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7" name="Oval 596"/>
            <p:cNvSpPr/>
            <p:nvPr/>
          </p:nvSpPr>
          <p:spPr>
            <a:xfrm>
              <a:off x="53641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8" name="Oval 597"/>
            <p:cNvSpPr/>
            <p:nvPr/>
          </p:nvSpPr>
          <p:spPr>
            <a:xfrm>
              <a:off x="5508625"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599" name="Oval 598"/>
            <p:cNvSpPr/>
            <p:nvPr/>
          </p:nvSpPr>
          <p:spPr>
            <a:xfrm>
              <a:off x="565150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0" name="Oval 599"/>
            <p:cNvSpPr/>
            <p:nvPr/>
          </p:nvSpPr>
          <p:spPr>
            <a:xfrm>
              <a:off x="57959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1" name="Oval 600"/>
            <p:cNvSpPr/>
            <p:nvPr/>
          </p:nvSpPr>
          <p:spPr>
            <a:xfrm>
              <a:off x="63722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2" name="Oval 601"/>
            <p:cNvSpPr/>
            <p:nvPr/>
          </p:nvSpPr>
          <p:spPr>
            <a:xfrm>
              <a:off x="59404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3" name="Oval 602"/>
            <p:cNvSpPr/>
            <p:nvPr/>
          </p:nvSpPr>
          <p:spPr>
            <a:xfrm>
              <a:off x="66595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4" name="Oval 603"/>
            <p:cNvSpPr/>
            <p:nvPr/>
          </p:nvSpPr>
          <p:spPr>
            <a:xfrm>
              <a:off x="6227763"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5" name="Oval 604"/>
            <p:cNvSpPr/>
            <p:nvPr/>
          </p:nvSpPr>
          <p:spPr>
            <a:xfrm>
              <a:off x="60848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6" name="Oval 605"/>
            <p:cNvSpPr/>
            <p:nvPr/>
          </p:nvSpPr>
          <p:spPr>
            <a:xfrm>
              <a:off x="6516688"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7" name="Oval 606"/>
            <p:cNvSpPr/>
            <p:nvPr/>
          </p:nvSpPr>
          <p:spPr>
            <a:xfrm>
              <a:off x="392430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8" name="Oval 607"/>
            <p:cNvSpPr/>
            <p:nvPr/>
          </p:nvSpPr>
          <p:spPr>
            <a:xfrm>
              <a:off x="406717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09" name="Oval 608"/>
            <p:cNvSpPr/>
            <p:nvPr/>
          </p:nvSpPr>
          <p:spPr>
            <a:xfrm>
              <a:off x="42116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0" name="Oval 609"/>
            <p:cNvSpPr/>
            <p:nvPr/>
          </p:nvSpPr>
          <p:spPr>
            <a:xfrm>
              <a:off x="43561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1" name="Oval 610"/>
            <p:cNvSpPr/>
            <p:nvPr/>
          </p:nvSpPr>
          <p:spPr>
            <a:xfrm>
              <a:off x="49323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2" name="Oval 611"/>
            <p:cNvSpPr/>
            <p:nvPr/>
          </p:nvSpPr>
          <p:spPr>
            <a:xfrm>
              <a:off x="450056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3" name="Oval 612"/>
            <p:cNvSpPr/>
            <p:nvPr/>
          </p:nvSpPr>
          <p:spPr>
            <a:xfrm>
              <a:off x="52197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4" name="Oval 613"/>
            <p:cNvSpPr/>
            <p:nvPr/>
          </p:nvSpPr>
          <p:spPr>
            <a:xfrm>
              <a:off x="47879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5" name="Oval 614"/>
            <p:cNvSpPr/>
            <p:nvPr/>
          </p:nvSpPr>
          <p:spPr>
            <a:xfrm>
              <a:off x="464343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6" name="Oval 615"/>
            <p:cNvSpPr/>
            <p:nvPr/>
          </p:nvSpPr>
          <p:spPr>
            <a:xfrm>
              <a:off x="50768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7" name="Oval 616"/>
            <p:cNvSpPr/>
            <p:nvPr/>
          </p:nvSpPr>
          <p:spPr>
            <a:xfrm>
              <a:off x="392430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8" name="Oval 617"/>
            <p:cNvSpPr/>
            <p:nvPr/>
          </p:nvSpPr>
          <p:spPr>
            <a:xfrm>
              <a:off x="406717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19" name="Oval 618"/>
            <p:cNvSpPr/>
            <p:nvPr/>
          </p:nvSpPr>
          <p:spPr>
            <a:xfrm>
              <a:off x="42116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0" name="Oval 619"/>
            <p:cNvSpPr/>
            <p:nvPr/>
          </p:nvSpPr>
          <p:spPr>
            <a:xfrm>
              <a:off x="43561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1" name="Oval 620"/>
            <p:cNvSpPr/>
            <p:nvPr/>
          </p:nvSpPr>
          <p:spPr>
            <a:xfrm>
              <a:off x="49323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2" name="Oval 621"/>
            <p:cNvSpPr/>
            <p:nvPr/>
          </p:nvSpPr>
          <p:spPr>
            <a:xfrm>
              <a:off x="450056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3" name="Oval 622"/>
            <p:cNvSpPr/>
            <p:nvPr/>
          </p:nvSpPr>
          <p:spPr>
            <a:xfrm>
              <a:off x="52197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4" name="Oval 623"/>
            <p:cNvSpPr/>
            <p:nvPr/>
          </p:nvSpPr>
          <p:spPr>
            <a:xfrm>
              <a:off x="47879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5" name="Oval 624"/>
            <p:cNvSpPr/>
            <p:nvPr/>
          </p:nvSpPr>
          <p:spPr>
            <a:xfrm>
              <a:off x="464343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6" name="Oval 625"/>
            <p:cNvSpPr/>
            <p:nvPr/>
          </p:nvSpPr>
          <p:spPr>
            <a:xfrm>
              <a:off x="50768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7" name="Oval 626"/>
            <p:cNvSpPr/>
            <p:nvPr/>
          </p:nvSpPr>
          <p:spPr>
            <a:xfrm>
              <a:off x="392430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8" name="Oval 627"/>
            <p:cNvSpPr/>
            <p:nvPr/>
          </p:nvSpPr>
          <p:spPr>
            <a:xfrm>
              <a:off x="406717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29" name="Oval 628"/>
            <p:cNvSpPr/>
            <p:nvPr/>
          </p:nvSpPr>
          <p:spPr>
            <a:xfrm>
              <a:off x="42116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0" name="Oval 629"/>
            <p:cNvSpPr/>
            <p:nvPr/>
          </p:nvSpPr>
          <p:spPr>
            <a:xfrm>
              <a:off x="43561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1" name="Oval 630"/>
            <p:cNvSpPr/>
            <p:nvPr/>
          </p:nvSpPr>
          <p:spPr>
            <a:xfrm>
              <a:off x="49323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2" name="Oval 631"/>
            <p:cNvSpPr/>
            <p:nvPr/>
          </p:nvSpPr>
          <p:spPr>
            <a:xfrm>
              <a:off x="450056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3" name="Oval 632"/>
            <p:cNvSpPr/>
            <p:nvPr/>
          </p:nvSpPr>
          <p:spPr>
            <a:xfrm>
              <a:off x="52197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4" name="Oval 633"/>
            <p:cNvSpPr/>
            <p:nvPr/>
          </p:nvSpPr>
          <p:spPr>
            <a:xfrm>
              <a:off x="47879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5" name="Oval 634"/>
            <p:cNvSpPr/>
            <p:nvPr/>
          </p:nvSpPr>
          <p:spPr>
            <a:xfrm>
              <a:off x="464343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6" name="Oval 635"/>
            <p:cNvSpPr/>
            <p:nvPr/>
          </p:nvSpPr>
          <p:spPr>
            <a:xfrm>
              <a:off x="50768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7" name="Oval 636"/>
            <p:cNvSpPr/>
            <p:nvPr/>
          </p:nvSpPr>
          <p:spPr>
            <a:xfrm>
              <a:off x="392430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8" name="Oval 637"/>
            <p:cNvSpPr/>
            <p:nvPr/>
          </p:nvSpPr>
          <p:spPr>
            <a:xfrm>
              <a:off x="406717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39" name="Oval 638"/>
            <p:cNvSpPr/>
            <p:nvPr/>
          </p:nvSpPr>
          <p:spPr>
            <a:xfrm>
              <a:off x="42116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0" name="Oval 639"/>
            <p:cNvSpPr/>
            <p:nvPr/>
          </p:nvSpPr>
          <p:spPr>
            <a:xfrm>
              <a:off x="43561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1" name="Oval 640"/>
            <p:cNvSpPr/>
            <p:nvPr/>
          </p:nvSpPr>
          <p:spPr>
            <a:xfrm>
              <a:off x="49323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2" name="Oval 641"/>
            <p:cNvSpPr/>
            <p:nvPr/>
          </p:nvSpPr>
          <p:spPr>
            <a:xfrm>
              <a:off x="450056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3" name="Oval 642"/>
            <p:cNvSpPr/>
            <p:nvPr/>
          </p:nvSpPr>
          <p:spPr>
            <a:xfrm>
              <a:off x="52197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4" name="Oval 643"/>
            <p:cNvSpPr/>
            <p:nvPr/>
          </p:nvSpPr>
          <p:spPr>
            <a:xfrm>
              <a:off x="47879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5" name="Oval 644"/>
            <p:cNvSpPr/>
            <p:nvPr/>
          </p:nvSpPr>
          <p:spPr>
            <a:xfrm>
              <a:off x="464343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6" name="Oval 645"/>
            <p:cNvSpPr/>
            <p:nvPr/>
          </p:nvSpPr>
          <p:spPr>
            <a:xfrm>
              <a:off x="50768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7" name="Oval 646"/>
            <p:cNvSpPr/>
            <p:nvPr/>
          </p:nvSpPr>
          <p:spPr>
            <a:xfrm>
              <a:off x="392430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8" name="Oval 647"/>
            <p:cNvSpPr/>
            <p:nvPr/>
          </p:nvSpPr>
          <p:spPr>
            <a:xfrm>
              <a:off x="406717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49" name="Oval 648"/>
            <p:cNvSpPr/>
            <p:nvPr/>
          </p:nvSpPr>
          <p:spPr>
            <a:xfrm>
              <a:off x="42116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0" name="Oval 649"/>
            <p:cNvSpPr/>
            <p:nvPr/>
          </p:nvSpPr>
          <p:spPr>
            <a:xfrm>
              <a:off x="43561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1" name="Oval 650"/>
            <p:cNvSpPr/>
            <p:nvPr/>
          </p:nvSpPr>
          <p:spPr>
            <a:xfrm>
              <a:off x="49323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2" name="Oval 651"/>
            <p:cNvSpPr/>
            <p:nvPr/>
          </p:nvSpPr>
          <p:spPr>
            <a:xfrm>
              <a:off x="450056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3" name="Oval 652"/>
            <p:cNvSpPr/>
            <p:nvPr/>
          </p:nvSpPr>
          <p:spPr>
            <a:xfrm>
              <a:off x="52197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4" name="Oval 653"/>
            <p:cNvSpPr/>
            <p:nvPr/>
          </p:nvSpPr>
          <p:spPr>
            <a:xfrm>
              <a:off x="47879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5" name="Oval 654"/>
            <p:cNvSpPr/>
            <p:nvPr/>
          </p:nvSpPr>
          <p:spPr>
            <a:xfrm>
              <a:off x="464343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6" name="Oval 655"/>
            <p:cNvSpPr/>
            <p:nvPr/>
          </p:nvSpPr>
          <p:spPr>
            <a:xfrm>
              <a:off x="50768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7" name="Oval 656"/>
            <p:cNvSpPr/>
            <p:nvPr/>
          </p:nvSpPr>
          <p:spPr>
            <a:xfrm>
              <a:off x="392430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8" name="Oval 657"/>
            <p:cNvSpPr/>
            <p:nvPr/>
          </p:nvSpPr>
          <p:spPr>
            <a:xfrm>
              <a:off x="406717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59" name="Oval 658"/>
            <p:cNvSpPr/>
            <p:nvPr/>
          </p:nvSpPr>
          <p:spPr>
            <a:xfrm>
              <a:off x="42116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0" name="Oval 659"/>
            <p:cNvSpPr/>
            <p:nvPr/>
          </p:nvSpPr>
          <p:spPr>
            <a:xfrm>
              <a:off x="43561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1" name="Oval 660"/>
            <p:cNvSpPr/>
            <p:nvPr/>
          </p:nvSpPr>
          <p:spPr>
            <a:xfrm>
              <a:off x="49323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2" name="Oval 661"/>
            <p:cNvSpPr/>
            <p:nvPr/>
          </p:nvSpPr>
          <p:spPr>
            <a:xfrm>
              <a:off x="450056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3" name="Oval 662"/>
            <p:cNvSpPr/>
            <p:nvPr/>
          </p:nvSpPr>
          <p:spPr>
            <a:xfrm>
              <a:off x="52197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4" name="Oval 663"/>
            <p:cNvSpPr/>
            <p:nvPr/>
          </p:nvSpPr>
          <p:spPr>
            <a:xfrm>
              <a:off x="47879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5" name="Oval 664"/>
            <p:cNvSpPr/>
            <p:nvPr/>
          </p:nvSpPr>
          <p:spPr>
            <a:xfrm>
              <a:off x="464343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6" name="Oval 665"/>
            <p:cNvSpPr/>
            <p:nvPr/>
          </p:nvSpPr>
          <p:spPr>
            <a:xfrm>
              <a:off x="50768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7" name="Oval 666"/>
            <p:cNvSpPr/>
            <p:nvPr/>
          </p:nvSpPr>
          <p:spPr>
            <a:xfrm>
              <a:off x="392430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8" name="Oval 667"/>
            <p:cNvSpPr/>
            <p:nvPr/>
          </p:nvSpPr>
          <p:spPr>
            <a:xfrm>
              <a:off x="406717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69" name="Oval 668"/>
            <p:cNvSpPr/>
            <p:nvPr/>
          </p:nvSpPr>
          <p:spPr>
            <a:xfrm>
              <a:off x="42116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0" name="Oval 669"/>
            <p:cNvSpPr/>
            <p:nvPr/>
          </p:nvSpPr>
          <p:spPr>
            <a:xfrm>
              <a:off x="43561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1" name="Oval 670"/>
            <p:cNvSpPr/>
            <p:nvPr/>
          </p:nvSpPr>
          <p:spPr>
            <a:xfrm>
              <a:off x="49323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2" name="Oval 671"/>
            <p:cNvSpPr/>
            <p:nvPr/>
          </p:nvSpPr>
          <p:spPr>
            <a:xfrm>
              <a:off x="450056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3" name="Oval 672"/>
            <p:cNvSpPr/>
            <p:nvPr/>
          </p:nvSpPr>
          <p:spPr>
            <a:xfrm>
              <a:off x="52197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4" name="Oval 673"/>
            <p:cNvSpPr/>
            <p:nvPr/>
          </p:nvSpPr>
          <p:spPr>
            <a:xfrm>
              <a:off x="47879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5" name="Oval 674"/>
            <p:cNvSpPr/>
            <p:nvPr/>
          </p:nvSpPr>
          <p:spPr>
            <a:xfrm>
              <a:off x="464343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6" name="Oval 675"/>
            <p:cNvSpPr/>
            <p:nvPr/>
          </p:nvSpPr>
          <p:spPr>
            <a:xfrm>
              <a:off x="50768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7" name="Oval 676"/>
            <p:cNvSpPr/>
            <p:nvPr/>
          </p:nvSpPr>
          <p:spPr>
            <a:xfrm>
              <a:off x="392430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8" name="Oval 677"/>
            <p:cNvSpPr/>
            <p:nvPr/>
          </p:nvSpPr>
          <p:spPr>
            <a:xfrm>
              <a:off x="406717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79" name="Oval 678"/>
            <p:cNvSpPr/>
            <p:nvPr/>
          </p:nvSpPr>
          <p:spPr>
            <a:xfrm>
              <a:off x="42116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0" name="Oval 679"/>
            <p:cNvSpPr/>
            <p:nvPr/>
          </p:nvSpPr>
          <p:spPr>
            <a:xfrm>
              <a:off x="43561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1" name="Oval 680"/>
            <p:cNvSpPr/>
            <p:nvPr/>
          </p:nvSpPr>
          <p:spPr>
            <a:xfrm>
              <a:off x="49323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2" name="Oval 681"/>
            <p:cNvSpPr/>
            <p:nvPr/>
          </p:nvSpPr>
          <p:spPr>
            <a:xfrm>
              <a:off x="450056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3" name="Oval 682"/>
            <p:cNvSpPr/>
            <p:nvPr/>
          </p:nvSpPr>
          <p:spPr>
            <a:xfrm>
              <a:off x="52197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4" name="Oval 683"/>
            <p:cNvSpPr/>
            <p:nvPr/>
          </p:nvSpPr>
          <p:spPr>
            <a:xfrm>
              <a:off x="47879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5" name="Oval 684"/>
            <p:cNvSpPr/>
            <p:nvPr/>
          </p:nvSpPr>
          <p:spPr>
            <a:xfrm>
              <a:off x="464343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6" name="Oval 685"/>
            <p:cNvSpPr/>
            <p:nvPr/>
          </p:nvSpPr>
          <p:spPr>
            <a:xfrm>
              <a:off x="50768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7" name="Oval 686"/>
            <p:cNvSpPr/>
            <p:nvPr/>
          </p:nvSpPr>
          <p:spPr>
            <a:xfrm>
              <a:off x="392430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8" name="Oval 687"/>
            <p:cNvSpPr/>
            <p:nvPr/>
          </p:nvSpPr>
          <p:spPr>
            <a:xfrm>
              <a:off x="406717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89" name="Oval 688"/>
            <p:cNvSpPr/>
            <p:nvPr/>
          </p:nvSpPr>
          <p:spPr>
            <a:xfrm>
              <a:off x="42116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0" name="Oval 689"/>
            <p:cNvSpPr/>
            <p:nvPr/>
          </p:nvSpPr>
          <p:spPr>
            <a:xfrm>
              <a:off x="43561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1" name="Oval 690"/>
            <p:cNvSpPr/>
            <p:nvPr/>
          </p:nvSpPr>
          <p:spPr>
            <a:xfrm>
              <a:off x="49323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2" name="Oval 691"/>
            <p:cNvSpPr/>
            <p:nvPr/>
          </p:nvSpPr>
          <p:spPr>
            <a:xfrm>
              <a:off x="450056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3" name="Oval 692"/>
            <p:cNvSpPr/>
            <p:nvPr/>
          </p:nvSpPr>
          <p:spPr>
            <a:xfrm>
              <a:off x="52197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4" name="Oval 693"/>
            <p:cNvSpPr/>
            <p:nvPr/>
          </p:nvSpPr>
          <p:spPr>
            <a:xfrm>
              <a:off x="47879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5" name="Oval 694"/>
            <p:cNvSpPr/>
            <p:nvPr/>
          </p:nvSpPr>
          <p:spPr>
            <a:xfrm>
              <a:off x="464343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6" name="Oval 695"/>
            <p:cNvSpPr/>
            <p:nvPr/>
          </p:nvSpPr>
          <p:spPr>
            <a:xfrm>
              <a:off x="50768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7" name="Oval 696"/>
            <p:cNvSpPr/>
            <p:nvPr/>
          </p:nvSpPr>
          <p:spPr>
            <a:xfrm>
              <a:off x="3924300"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8" name="Oval 697"/>
            <p:cNvSpPr/>
            <p:nvPr/>
          </p:nvSpPr>
          <p:spPr>
            <a:xfrm>
              <a:off x="406717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699" name="Oval 698"/>
            <p:cNvSpPr/>
            <p:nvPr/>
          </p:nvSpPr>
          <p:spPr>
            <a:xfrm>
              <a:off x="42116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0" name="Oval 699"/>
            <p:cNvSpPr/>
            <p:nvPr/>
          </p:nvSpPr>
          <p:spPr>
            <a:xfrm>
              <a:off x="43561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1" name="Oval 700"/>
            <p:cNvSpPr/>
            <p:nvPr/>
          </p:nvSpPr>
          <p:spPr>
            <a:xfrm>
              <a:off x="49323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2" name="Oval 701"/>
            <p:cNvSpPr/>
            <p:nvPr/>
          </p:nvSpPr>
          <p:spPr>
            <a:xfrm>
              <a:off x="4500563"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3" name="Oval 702"/>
            <p:cNvSpPr/>
            <p:nvPr/>
          </p:nvSpPr>
          <p:spPr>
            <a:xfrm>
              <a:off x="52197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4" name="Oval 703"/>
            <p:cNvSpPr/>
            <p:nvPr/>
          </p:nvSpPr>
          <p:spPr>
            <a:xfrm>
              <a:off x="47879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5" name="Oval 704"/>
            <p:cNvSpPr/>
            <p:nvPr/>
          </p:nvSpPr>
          <p:spPr>
            <a:xfrm>
              <a:off x="4643438"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6" name="Oval 705"/>
            <p:cNvSpPr/>
            <p:nvPr/>
          </p:nvSpPr>
          <p:spPr>
            <a:xfrm>
              <a:off x="50768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7" name="Oval 706"/>
            <p:cNvSpPr/>
            <p:nvPr/>
          </p:nvSpPr>
          <p:spPr>
            <a:xfrm>
              <a:off x="53641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8" name="Oval 707"/>
            <p:cNvSpPr/>
            <p:nvPr/>
          </p:nvSpPr>
          <p:spPr>
            <a:xfrm>
              <a:off x="5508625"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09" name="Oval 708"/>
            <p:cNvSpPr/>
            <p:nvPr/>
          </p:nvSpPr>
          <p:spPr>
            <a:xfrm>
              <a:off x="565150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0" name="Oval 709"/>
            <p:cNvSpPr/>
            <p:nvPr/>
          </p:nvSpPr>
          <p:spPr>
            <a:xfrm>
              <a:off x="57959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1" name="Oval 710"/>
            <p:cNvSpPr/>
            <p:nvPr/>
          </p:nvSpPr>
          <p:spPr>
            <a:xfrm>
              <a:off x="63722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2" name="Oval 711"/>
            <p:cNvSpPr/>
            <p:nvPr/>
          </p:nvSpPr>
          <p:spPr>
            <a:xfrm>
              <a:off x="59404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3" name="Oval 712"/>
            <p:cNvSpPr/>
            <p:nvPr/>
          </p:nvSpPr>
          <p:spPr>
            <a:xfrm>
              <a:off x="66595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4" name="Oval 713"/>
            <p:cNvSpPr/>
            <p:nvPr/>
          </p:nvSpPr>
          <p:spPr>
            <a:xfrm>
              <a:off x="6227763"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5" name="Oval 714"/>
            <p:cNvSpPr/>
            <p:nvPr/>
          </p:nvSpPr>
          <p:spPr>
            <a:xfrm>
              <a:off x="60848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6" name="Oval 715"/>
            <p:cNvSpPr/>
            <p:nvPr/>
          </p:nvSpPr>
          <p:spPr>
            <a:xfrm>
              <a:off x="6516688"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7" name="Oval 716"/>
            <p:cNvSpPr/>
            <p:nvPr/>
          </p:nvSpPr>
          <p:spPr>
            <a:xfrm>
              <a:off x="53641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8" name="Oval 717"/>
            <p:cNvSpPr/>
            <p:nvPr/>
          </p:nvSpPr>
          <p:spPr>
            <a:xfrm>
              <a:off x="5508625"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19" name="Oval 718"/>
            <p:cNvSpPr/>
            <p:nvPr/>
          </p:nvSpPr>
          <p:spPr>
            <a:xfrm>
              <a:off x="565150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0" name="Oval 719"/>
            <p:cNvSpPr/>
            <p:nvPr/>
          </p:nvSpPr>
          <p:spPr>
            <a:xfrm>
              <a:off x="57959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1" name="Oval 720"/>
            <p:cNvSpPr/>
            <p:nvPr/>
          </p:nvSpPr>
          <p:spPr>
            <a:xfrm>
              <a:off x="63722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2" name="Oval 721"/>
            <p:cNvSpPr/>
            <p:nvPr/>
          </p:nvSpPr>
          <p:spPr>
            <a:xfrm>
              <a:off x="59404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3" name="Oval 722"/>
            <p:cNvSpPr/>
            <p:nvPr/>
          </p:nvSpPr>
          <p:spPr>
            <a:xfrm>
              <a:off x="66595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4" name="Oval 723"/>
            <p:cNvSpPr/>
            <p:nvPr/>
          </p:nvSpPr>
          <p:spPr>
            <a:xfrm>
              <a:off x="6227763"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5" name="Oval 724"/>
            <p:cNvSpPr/>
            <p:nvPr/>
          </p:nvSpPr>
          <p:spPr>
            <a:xfrm>
              <a:off x="60848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6" name="Oval 725"/>
            <p:cNvSpPr/>
            <p:nvPr/>
          </p:nvSpPr>
          <p:spPr>
            <a:xfrm>
              <a:off x="6516688"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7" name="Oval 726"/>
            <p:cNvSpPr/>
            <p:nvPr/>
          </p:nvSpPr>
          <p:spPr>
            <a:xfrm>
              <a:off x="53641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8" name="Oval 727"/>
            <p:cNvSpPr/>
            <p:nvPr/>
          </p:nvSpPr>
          <p:spPr>
            <a:xfrm>
              <a:off x="5508625"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29" name="Oval 728"/>
            <p:cNvSpPr/>
            <p:nvPr/>
          </p:nvSpPr>
          <p:spPr>
            <a:xfrm>
              <a:off x="565150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0" name="Oval 729"/>
            <p:cNvSpPr/>
            <p:nvPr/>
          </p:nvSpPr>
          <p:spPr>
            <a:xfrm>
              <a:off x="57959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1" name="Oval 730"/>
            <p:cNvSpPr/>
            <p:nvPr/>
          </p:nvSpPr>
          <p:spPr>
            <a:xfrm>
              <a:off x="63722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2" name="Oval 731"/>
            <p:cNvSpPr/>
            <p:nvPr/>
          </p:nvSpPr>
          <p:spPr>
            <a:xfrm>
              <a:off x="59404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3" name="Oval 732"/>
            <p:cNvSpPr/>
            <p:nvPr/>
          </p:nvSpPr>
          <p:spPr>
            <a:xfrm>
              <a:off x="66595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4" name="Oval 733"/>
            <p:cNvSpPr/>
            <p:nvPr/>
          </p:nvSpPr>
          <p:spPr>
            <a:xfrm>
              <a:off x="6227763"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5" name="Oval 734"/>
            <p:cNvSpPr/>
            <p:nvPr/>
          </p:nvSpPr>
          <p:spPr>
            <a:xfrm>
              <a:off x="60848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6" name="Oval 735"/>
            <p:cNvSpPr/>
            <p:nvPr/>
          </p:nvSpPr>
          <p:spPr>
            <a:xfrm>
              <a:off x="6516688"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7" name="Oval 736"/>
            <p:cNvSpPr/>
            <p:nvPr/>
          </p:nvSpPr>
          <p:spPr>
            <a:xfrm>
              <a:off x="53641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8" name="Oval 737"/>
            <p:cNvSpPr/>
            <p:nvPr/>
          </p:nvSpPr>
          <p:spPr>
            <a:xfrm>
              <a:off x="5508625"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39" name="Oval 738"/>
            <p:cNvSpPr/>
            <p:nvPr/>
          </p:nvSpPr>
          <p:spPr>
            <a:xfrm>
              <a:off x="565150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0" name="Oval 739"/>
            <p:cNvSpPr/>
            <p:nvPr/>
          </p:nvSpPr>
          <p:spPr>
            <a:xfrm>
              <a:off x="57959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1" name="Oval 740"/>
            <p:cNvSpPr/>
            <p:nvPr/>
          </p:nvSpPr>
          <p:spPr>
            <a:xfrm>
              <a:off x="63722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2" name="Oval 741"/>
            <p:cNvSpPr/>
            <p:nvPr/>
          </p:nvSpPr>
          <p:spPr>
            <a:xfrm>
              <a:off x="59404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3" name="Oval 742"/>
            <p:cNvSpPr/>
            <p:nvPr/>
          </p:nvSpPr>
          <p:spPr>
            <a:xfrm>
              <a:off x="66595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4" name="Oval 743"/>
            <p:cNvSpPr/>
            <p:nvPr/>
          </p:nvSpPr>
          <p:spPr>
            <a:xfrm>
              <a:off x="6227763"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5" name="Oval 744"/>
            <p:cNvSpPr/>
            <p:nvPr/>
          </p:nvSpPr>
          <p:spPr>
            <a:xfrm>
              <a:off x="60848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6" name="Oval 745"/>
            <p:cNvSpPr/>
            <p:nvPr/>
          </p:nvSpPr>
          <p:spPr>
            <a:xfrm>
              <a:off x="6516688"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7" name="Oval 746"/>
            <p:cNvSpPr/>
            <p:nvPr/>
          </p:nvSpPr>
          <p:spPr>
            <a:xfrm>
              <a:off x="53641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8" name="Oval 747"/>
            <p:cNvSpPr/>
            <p:nvPr/>
          </p:nvSpPr>
          <p:spPr>
            <a:xfrm>
              <a:off x="5508625"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49" name="Oval 748"/>
            <p:cNvSpPr/>
            <p:nvPr/>
          </p:nvSpPr>
          <p:spPr>
            <a:xfrm>
              <a:off x="565150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0" name="Oval 749"/>
            <p:cNvSpPr/>
            <p:nvPr/>
          </p:nvSpPr>
          <p:spPr>
            <a:xfrm>
              <a:off x="57959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1" name="Oval 750"/>
            <p:cNvSpPr/>
            <p:nvPr/>
          </p:nvSpPr>
          <p:spPr>
            <a:xfrm>
              <a:off x="63722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2" name="Oval 751"/>
            <p:cNvSpPr/>
            <p:nvPr/>
          </p:nvSpPr>
          <p:spPr>
            <a:xfrm>
              <a:off x="59404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3" name="Oval 752"/>
            <p:cNvSpPr/>
            <p:nvPr/>
          </p:nvSpPr>
          <p:spPr>
            <a:xfrm>
              <a:off x="66595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4" name="Oval 753"/>
            <p:cNvSpPr/>
            <p:nvPr/>
          </p:nvSpPr>
          <p:spPr>
            <a:xfrm>
              <a:off x="6227763"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5" name="Oval 754"/>
            <p:cNvSpPr/>
            <p:nvPr/>
          </p:nvSpPr>
          <p:spPr>
            <a:xfrm>
              <a:off x="60848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6" name="Oval 755"/>
            <p:cNvSpPr/>
            <p:nvPr/>
          </p:nvSpPr>
          <p:spPr>
            <a:xfrm>
              <a:off x="6516688"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7" name="Oval 756"/>
            <p:cNvSpPr/>
            <p:nvPr/>
          </p:nvSpPr>
          <p:spPr>
            <a:xfrm>
              <a:off x="53641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8" name="Oval 757"/>
            <p:cNvSpPr/>
            <p:nvPr/>
          </p:nvSpPr>
          <p:spPr>
            <a:xfrm>
              <a:off x="5508625"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59" name="Oval 758"/>
            <p:cNvSpPr/>
            <p:nvPr/>
          </p:nvSpPr>
          <p:spPr>
            <a:xfrm>
              <a:off x="565150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0" name="Oval 759"/>
            <p:cNvSpPr/>
            <p:nvPr/>
          </p:nvSpPr>
          <p:spPr>
            <a:xfrm>
              <a:off x="57959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1" name="Oval 760"/>
            <p:cNvSpPr/>
            <p:nvPr/>
          </p:nvSpPr>
          <p:spPr>
            <a:xfrm>
              <a:off x="63722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2" name="Oval 761"/>
            <p:cNvSpPr/>
            <p:nvPr/>
          </p:nvSpPr>
          <p:spPr>
            <a:xfrm>
              <a:off x="59404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3" name="Oval 762"/>
            <p:cNvSpPr/>
            <p:nvPr/>
          </p:nvSpPr>
          <p:spPr>
            <a:xfrm>
              <a:off x="66595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4" name="Oval 763"/>
            <p:cNvSpPr/>
            <p:nvPr/>
          </p:nvSpPr>
          <p:spPr>
            <a:xfrm>
              <a:off x="6227763"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5" name="Oval 764"/>
            <p:cNvSpPr/>
            <p:nvPr/>
          </p:nvSpPr>
          <p:spPr>
            <a:xfrm>
              <a:off x="60848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6" name="Oval 765"/>
            <p:cNvSpPr/>
            <p:nvPr/>
          </p:nvSpPr>
          <p:spPr>
            <a:xfrm>
              <a:off x="6516688"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7" name="Oval 766"/>
            <p:cNvSpPr/>
            <p:nvPr/>
          </p:nvSpPr>
          <p:spPr>
            <a:xfrm>
              <a:off x="53641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8" name="Oval 767"/>
            <p:cNvSpPr/>
            <p:nvPr/>
          </p:nvSpPr>
          <p:spPr>
            <a:xfrm>
              <a:off x="5508625"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69" name="Oval 768"/>
            <p:cNvSpPr/>
            <p:nvPr/>
          </p:nvSpPr>
          <p:spPr>
            <a:xfrm>
              <a:off x="565150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0" name="Oval 769"/>
            <p:cNvSpPr/>
            <p:nvPr/>
          </p:nvSpPr>
          <p:spPr>
            <a:xfrm>
              <a:off x="57959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1" name="Oval 770"/>
            <p:cNvSpPr/>
            <p:nvPr/>
          </p:nvSpPr>
          <p:spPr>
            <a:xfrm>
              <a:off x="63722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2" name="Oval 771"/>
            <p:cNvSpPr/>
            <p:nvPr/>
          </p:nvSpPr>
          <p:spPr>
            <a:xfrm>
              <a:off x="59404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3" name="Oval 772"/>
            <p:cNvSpPr/>
            <p:nvPr/>
          </p:nvSpPr>
          <p:spPr>
            <a:xfrm>
              <a:off x="66595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4" name="Oval 773"/>
            <p:cNvSpPr/>
            <p:nvPr/>
          </p:nvSpPr>
          <p:spPr>
            <a:xfrm>
              <a:off x="6227763"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5" name="Oval 774"/>
            <p:cNvSpPr/>
            <p:nvPr/>
          </p:nvSpPr>
          <p:spPr>
            <a:xfrm>
              <a:off x="60848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6" name="Oval 775"/>
            <p:cNvSpPr/>
            <p:nvPr/>
          </p:nvSpPr>
          <p:spPr>
            <a:xfrm>
              <a:off x="6516688"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7" name="Oval 776"/>
            <p:cNvSpPr/>
            <p:nvPr/>
          </p:nvSpPr>
          <p:spPr>
            <a:xfrm>
              <a:off x="53641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8" name="Oval 777"/>
            <p:cNvSpPr/>
            <p:nvPr/>
          </p:nvSpPr>
          <p:spPr>
            <a:xfrm>
              <a:off x="5508625"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79" name="Oval 778"/>
            <p:cNvSpPr/>
            <p:nvPr/>
          </p:nvSpPr>
          <p:spPr>
            <a:xfrm>
              <a:off x="565150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0" name="Oval 779"/>
            <p:cNvSpPr/>
            <p:nvPr/>
          </p:nvSpPr>
          <p:spPr>
            <a:xfrm>
              <a:off x="57959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1" name="Oval 780"/>
            <p:cNvSpPr/>
            <p:nvPr/>
          </p:nvSpPr>
          <p:spPr>
            <a:xfrm>
              <a:off x="63722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2" name="Oval 781"/>
            <p:cNvSpPr/>
            <p:nvPr/>
          </p:nvSpPr>
          <p:spPr>
            <a:xfrm>
              <a:off x="59404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3" name="Oval 782"/>
            <p:cNvSpPr/>
            <p:nvPr/>
          </p:nvSpPr>
          <p:spPr>
            <a:xfrm>
              <a:off x="66595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4" name="Oval 783"/>
            <p:cNvSpPr/>
            <p:nvPr/>
          </p:nvSpPr>
          <p:spPr>
            <a:xfrm>
              <a:off x="6227763"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5" name="Oval 784"/>
            <p:cNvSpPr/>
            <p:nvPr/>
          </p:nvSpPr>
          <p:spPr>
            <a:xfrm>
              <a:off x="60848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6" name="Oval 785"/>
            <p:cNvSpPr/>
            <p:nvPr/>
          </p:nvSpPr>
          <p:spPr>
            <a:xfrm>
              <a:off x="6516688"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7" name="Oval 786"/>
            <p:cNvSpPr/>
            <p:nvPr/>
          </p:nvSpPr>
          <p:spPr>
            <a:xfrm>
              <a:off x="53641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8" name="Oval 787"/>
            <p:cNvSpPr/>
            <p:nvPr/>
          </p:nvSpPr>
          <p:spPr>
            <a:xfrm>
              <a:off x="5508625"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89" name="Oval 788"/>
            <p:cNvSpPr/>
            <p:nvPr/>
          </p:nvSpPr>
          <p:spPr>
            <a:xfrm>
              <a:off x="565150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0" name="Oval 789"/>
            <p:cNvSpPr/>
            <p:nvPr/>
          </p:nvSpPr>
          <p:spPr>
            <a:xfrm>
              <a:off x="57959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1" name="Oval 790"/>
            <p:cNvSpPr/>
            <p:nvPr/>
          </p:nvSpPr>
          <p:spPr>
            <a:xfrm>
              <a:off x="63722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2" name="Oval 791"/>
            <p:cNvSpPr/>
            <p:nvPr/>
          </p:nvSpPr>
          <p:spPr>
            <a:xfrm>
              <a:off x="59404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3" name="Oval 792"/>
            <p:cNvSpPr/>
            <p:nvPr/>
          </p:nvSpPr>
          <p:spPr>
            <a:xfrm>
              <a:off x="66595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4" name="Oval 793"/>
            <p:cNvSpPr/>
            <p:nvPr/>
          </p:nvSpPr>
          <p:spPr>
            <a:xfrm>
              <a:off x="6227763"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5" name="Oval 794"/>
            <p:cNvSpPr/>
            <p:nvPr/>
          </p:nvSpPr>
          <p:spPr>
            <a:xfrm>
              <a:off x="60848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6" name="Oval 795"/>
            <p:cNvSpPr/>
            <p:nvPr/>
          </p:nvSpPr>
          <p:spPr>
            <a:xfrm>
              <a:off x="6516688"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7" name="Oval 796"/>
            <p:cNvSpPr/>
            <p:nvPr/>
          </p:nvSpPr>
          <p:spPr>
            <a:xfrm>
              <a:off x="53641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8" name="Oval 797"/>
            <p:cNvSpPr/>
            <p:nvPr/>
          </p:nvSpPr>
          <p:spPr>
            <a:xfrm>
              <a:off x="5508625"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99" name="Oval 798"/>
            <p:cNvSpPr/>
            <p:nvPr/>
          </p:nvSpPr>
          <p:spPr>
            <a:xfrm>
              <a:off x="5651500"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0" name="Oval 799"/>
            <p:cNvSpPr/>
            <p:nvPr/>
          </p:nvSpPr>
          <p:spPr>
            <a:xfrm>
              <a:off x="57959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1" name="Oval 800"/>
            <p:cNvSpPr/>
            <p:nvPr/>
          </p:nvSpPr>
          <p:spPr>
            <a:xfrm>
              <a:off x="63722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2" name="Oval 801"/>
            <p:cNvSpPr/>
            <p:nvPr/>
          </p:nvSpPr>
          <p:spPr>
            <a:xfrm>
              <a:off x="5940425" y="501332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3" name="Oval 802"/>
            <p:cNvSpPr/>
            <p:nvPr/>
          </p:nvSpPr>
          <p:spPr>
            <a:xfrm>
              <a:off x="6659563" y="5013325"/>
              <a:ext cx="144462"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4" name="Oval 803"/>
            <p:cNvSpPr/>
            <p:nvPr/>
          </p:nvSpPr>
          <p:spPr>
            <a:xfrm>
              <a:off x="6227763" y="501332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5" name="Oval 804"/>
            <p:cNvSpPr/>
            <p:nvPr/>
          </p:nvSpPr>
          <p:spPr>
            <a:xfrm>
              <a:off x="60848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6" name="Oval 805"/>
            <p:cNvSpPr/>
            <p:nvPr/>
          </p:nvSpPr>
          <p:spPr>
            <a:xfrm>
              <a:off x="6516688" y="501332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7" name="Oval 806"/>
            <p:cNvSpPr/>
            <p:nvPr/>
          </p:nvSpPr>
          <p:spPr>
            <a:xfrm>
              <a:off x="68040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8" name="Oval 807"/>
            <p:cNvSpPr/>
            <p:nvPr/>
          </p:nvSpPr>
          <p:spPr>
            <a:xfrm>
              <a:off x="69484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09" name="Oval 808"/>
            <p:cNvSpPr/>
            <p:nvPr/>
          </p:nvSpPr>
          <p:spPr>
            <a:xfrm>
              <a:off x="70929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0" name="Oval 809"/>
            <p:cNvSpPr/>
            <p:nvPr/>
          </p:nvSpPr>
          <p:spPr>
            <a:xfrm>
              <a:off x="72358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1" name="Oval 810"/>
            <p:cNvSpPr/>
            <p:nvPr/>
          </p:nvSpPr>
          <p:spPr>
            <a:xfrm>
              <a:off x="78120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2" name="Oval 811"/>
            <p:cNvSpPr/>
            <p:nvPr/>
          </p:nvSpPr>
          <p:spPr>
            <a:xfrm>
              <a:off x="7380288" y="22764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3" name="Oval 812"/>
            <p:cNvSpPr/>
            <p:nvPr/>
          </p:nvSpPr>
          <p:spPr>
            <a:xfrm>
              <a:off x="8101013"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4" name="Oval 813"/>
            <p:cNvSpPr/>
            <p:nvPr/>
          </p:nvSpPr>
          <p:spPr>
            <a:xfrm>
              <a:off x="7667625"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5" name="Oval 814"/>
            <p:cNvSpPr/>
            <p:nvPr/>
          </p:nvSpPr>
          <p:spPr>
            <a:xfrm>
              <a:off x="7524750" y="22764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6" name="Oval 815"/>
            <p:cNvSpPr/>
            <p:nvPr/>
          </p:nvSpPr>
          <p:spPr>
            <a:xfrm>
              <a:off x="7956550" y="22764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7" name="Oval 816"/>
            <p:cNvSpPr/>
            <p:nvPr/>
          </p:nvSpPr>
          <p:spPr>
            <a:xfrm>
              <a:off x="68040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8" name="Oval 817"/>
            <p:cNvSpPr/>
            <p:nvPr/>
          </p:nvSpPr>
          <p:spPr>
            <a:xfrm>
              <a:off x="69484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19" name="Oval 818"/>
            <p:cNvSpPr/>
            <p:nvPr/>
          </p:nvSpPr>
          <p:spPr>
            <a:xfrm>
              <a:off x="70929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0" name="Oval 819"/>
            <p:cNvSpPr/>
            <p:nvPr/>
          </p:nvSpPr>
          <p:spPr>
            <a:xfrm>
              <a:off x="72358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1" name="Oval 820"/>
            <p:cNvSpPr/>
            <p:nvPr/>
          </p:nvSpPr>
          <p:spPr>
            <a:xfrm>
              <a:off x="78120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2" name="Oval 821"/>
            <p:cNvSpPr/>
            <p:nvPr/>
          </p:nvSpPr>
          <p:spPr>
            <a:xfrm>
              <a:off x="73802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3" name="Oval 822"/>
            <p:cNvSpPr/>
            <p:nvPr/>
          </p:nvSpPr>
          <p:spPr>
            <a:xfrm>
              <a:off x="8101013"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4" name="Oval 823"/>
            <p:cNvSpPr/>
            <p:nvPr/>
          </p:nvSpPr>
          <p:spPr>
            <a:xfrm>
              <a:off x="766762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5" name="Oval 824"/>
            <p:cNvSpPr/>
            <p:nvPr/>
          </p:nvSpPr>
          <p:spPr>
            <a:xfrm>
              <a:off x="7524750"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6" name="Oval 825"/>
            <p:cNvSpPr/>
            <p:nvPr/>
          </p:nvSpPr>
          <p:spPr>
            <a:xfrm>
              <a:off x="79565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7" name="Oval 826"/>
            <p:cNvSpPr/>
            <p:nvPr/>
          </p:nvSpPr>
          <p:spPr>
            <a:xfrm>
              <a:off x="68040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8" name="Oval 827"/>
            <p:cNvSpPr/>
            <p:nvPr/>
          </p:nvSpPr>
          <p:spPr>
            <a:xfrm>
              <a:off x="69484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29" name="Oval 828"/>
            <p:cNvSpPr/>
            <p:nvPr/>
          </p:nvSpPr>
          <p:spPr>
            <a:xfrm>
              <a:off x="70929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0" name="Oval 829"/>
            <p:cNvSpPr/>
            <p:nvPr/>
          </p:nvSpPr>
          <p:spPr>
            <a:xfrm>
              <a:off x="72358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1" name="Oval 830"/>
            <p:cNvSpPr/>
            <p:nvPr/>
          </p:nvSpPr>
          <p:spPr>
            <a:xfrm>
              <a:off x="78120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2" name="Oval 831"/>
            <p:cNvSpPr/>
            <p:nvPr/>
          </p:nvSpPr>
          <p:spPr>
            <a:xfrm>
              <a:off x="7380288" y="25654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3" name="Oval 832"/>
            <p:cNvSpPr/>
            <p:nvPr/>
          </p:nvSpPr>
          <p:spPr>
            <a:xfrm>
              <a:off x="8101013"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4" name="Oval 833"/>
            <p:cNvSpPr/>
            <p:nvPr/>
          </p:nvSpPr>
          <p:spPr>
            <a:xfrm>
              <a:off x="7667625"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5" name="Oval 834"/>
            <p:cNvSpPr/>
            <p:nvPr/>
          </p:nvSpPr>
          <p:spPr>
            <a:xfrm>
              <a:off x="7524750" y="25654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6" name="Oval 835"/>
            <p:cNvSpPr/>
            <p:nvPr/>
          </p:nvSpPr>
          <p:spPr>
            <a:xfrm>
              <a:off x="7956550" y="25654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7" name="Oval 836"/>
            <p:cNvSpPr/>
            <p:nvPr/>
          </p:nvSpPr>
          <p:spPr>
            <a:xfrm>
              <a:off x="68040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8" name="Oval 837"/>
            <p:cNvSpPr/>
            <p:nvPr/>
          </p:nvSpPr>
          <p:spPr>
            <a:xfrm>
              <a:off x="69484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39" name="Oval 838"/>
            <p:cNvSpPr/>
            <p:nvPr/>
          </p:nvSpPr>
          <p:spPr>
            <a:xfrm>
              <a:off x="70929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0" name="Oval 839"/>
            <p:cNvSpPr/>
            <p:nvPr/>
          </p:nvSpPr>
          <p:spPr>
            <a:xfrm>
              <a:off x="72358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1" name="Oval 840"/>
            <p:cNvSpPr/>
            <p:nvPr/>
          </p:nvSpPr>
          <p:spPr>
            <a:xfrm>
              <a:off x="78120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2" name="Oval 841"/>
            <p:cNvSpPr/>
            <p:nvPr/>
          </p:nvSpPr>
          <p:spPr>
            <a:xfrm>
              <a:off x="7380288" y="2708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3" name="Oval 842"/>
            <p:cNvSpPr/>
            <p:nvPr/>
          </p:nvSpPr>
          <p:spPr>
            <a:xfrm>
              <a:off x="8101013"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4" name="Oval 843"/>
            <p:cNvSpPr/>
            <p:nvPr/>
          </p:nvSpPr>
          <p:spPr>
            <a:xfrm>
              <a:off x="7667625"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5" name="Oval 844"/>
            <p:cNvSpPr/>
            <p:nvPr/>
          </p:nvSpPr>
          <p:spPr>
            <a:xfrm>
              <a:off x="7524750" y="2708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6" name="Oval 845"/>
            <p:cNvSpPr/>
            <p:nvPr/>
          </p:nvSpPr>
          <p:spPr>
            <a:xfrm>
              <a:off x="7956550" y="2708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7" name="Oval 846"/>
            <p:cNvSpPr/>
            <p:nvPr/>
          </p:nvSpPr>
          <p:spPr>
            <a:xfrm>
              <a:off x="68040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8" name="Oval 847"/>
            <p:cNvSpPr/>
            <p:nvPr/>
          </p:nvSpPr>
          <p:spPr>
            <a:xfrm>
              <a:off x="69484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49" name="Oval 848"/>
            <p:cNvSpPr/>
            <p:nvPr/>
          </p:nvSpPr>
          <p:spPr>
            <a:xfrm>
              <a:off x="70929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0" name="Oval 849"/>
            <p:cNvSpPr/>
            <p:nvPr/>
          </p:nvSpPr>
          <p:spPr>
            <a:xfrm>
              <a:off x="72358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1" name="Oval 850"/>
            <p:cNvSpPr/>
            <p:nvPr/>
          </p:nvSpPr>
          <p:spPr>
            <a:xfrm>
              <a:off x="78120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2" name="Oval 851"/>
            <p:cNvSpPr/>
            <p:nvPr/>
          </p:nvSpPr>
          <p:spPr>
            <a:xfrm>
              <a:off x="7380288" y="2852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3" name="Oval 852"/>
            <p:cNvSpPr/>
            <p:nvPr/>
          </p:nvSpPr>
          <p:spPr>
            <a:xfrm>
              <a:off x="8101013"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4" name="Oval 853"/>
            <p:cNvSpPr/>
            <p:nvPr/>
          </p:nvSpPr>
          <p:spPr>
            <a:xfrm>
              <a:off x="7667625"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5" name="Oval 854"/>
            <p:cNvSpPr/>
            <p:nvPr/>
          </p:nvSpPr>
          <p:spPr>
            <a:xfrm>
              <a:off x="7524750" y="2852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6" name="Oval 855"/>
            <p:cNvSpPr/>
            <p:nvPr/>
          </p:nvSpPr>
          <p:spPr>
            <a:xfrm>
              <a:off x="7956550" y="2852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7" name="Oval 856"/>
            <p:cNvSpPr/>
            <p:nvPr/>
          </p:nvSpPr>
          <p:spPr>
            <a:xfrm>
              <a:off x="68040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8" name="Oval 857"/>
            <p:cNvSpPr/>
            <p:nvPr/>
          </p:nvSpPr>
          <p:spPr>
            <a:xfrm>
              <a:off x="69484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59" name="Oval 858"/>
            <p:cNvSpPr/>
            <p:nvPr/>
          </p:nvSpPr>
          <p:spPr>
            <a:xfrm>
              <a:off x="70929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0" name="Oval 859"/>
            <p:cNvSpPr/>
            <p:nvPr/>
          </p:nvSpPr>
          <p:spPr>
            <a:xfrm>
              <a:off x="72358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1" name="Oval 860"/>
            <p:cNvSpPr/>
            <p:nvPr/>
          </p:nvSpPr>
          <p:spPr>
            <a:xfrm>
              <a:off x="78120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2" name="Oval 861"/>
            <p:cNvSpPr/>
            <p:nvPr/>
          </p:nvSpPr>
          <p:spPr>
            <a:xfrm>
              <a:off x="7380288" y="29972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3" name="Oval 862"/>
            <p:cNvSpPr/>
            <p:nvPr/>
          </p:nvSpPr>
          <p:spPr>
            <a:xfrm>
              <a:off x="8101013"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4" name="Oval 863"/>
            <p:cNvSpPr/>
            <p:nvPr/>
          </p:nvSpPr>
          <p:spPr>
            <a:xfrm>
              <a:off x="7667625"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5" name="Oval 864"/>
            <p:cNvSpPr/>
            <p:nvPr/>
          </p:nvSpPr>
          <p:spPr>
            <a:xfrm>
              <a:off x="7524750" y="29972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6" name="Oval 865"/>
            <p:cNvSpPr/>
            <p:nvPr/>
          </p:nvSpPr>
          <p:spPr>
            <a:xfrm>
              <a:off x="7956550" y="29972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7" name="Oval 866"/>
            <p:cNvSpPr/>
            <p:nvPr/>
          </p:nvSpPr>
          <p:spPr>
            <a:xfrm>
              <a:off x="68040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8" name="Oval 867"/>
            <p:cNvSpPr/>
            <p:nvPr/>
          </p:nvSpPr>
          <p:spPr>
            <a:xfrm>
              <a:off x="69484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69" name="Oval 868"/>
            <p:cNvSpPr/>
            <p:nvPr/>
          </p:nvSpPr>
          <p:spPr>
            <a:xfrm>
              <a:off x="70929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0" name="Oval 869"/>
            <p:cNvSpPr/>
            <p:nvPr/>
          </p:nvSpPr>
          <p:spPr>
            <a:xfrm>
              <a:off x="72358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1" name="Oval 870"/>
            <p:cNvSpPr/>
            <p:nvPr/>
          </p:nvSpPr>
          <p:spPr>
            <a:xfrm>
              <a:off x="78120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2" name="Oval 871"/>
            <p:cNvSpPr/>
            <p:nvPr/>
          </p:nvSpPr>
          <p:spPr>
            <a:xfrm>
              <a:off x="7380288" y="31416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3" name="Oval 872"/>
            <p:cNvSpPr/>
            <p:nvPr/>
          </p:nvSpPr>
          <p:spPr>
            <a:xfrm>
              <a:off x="8101013"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4" name="Oval 873"/>
            <p:cNvSpPr/>
            <p:nvPr/>
          </p:nvSpPr>
          <p:spPr>
            <a:xfrm>
              <a:off x="7667625"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5" name="Oval 874"/>
            <p:cNvSpPr/>
            <p:nvPr/>
          </p:nvSpPr>
          <p:spPr>
            <a:xfrm>
              <a:off x="7524750" y="31416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6" name="Oval 875"/>
            <p:cNvSpPr/>
            <p:nvPr/>
          </p:nvSpPr>
          <p:spPr>
            <a:xfrm>
              <a:off x="7956550" y="31416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7" name="Oval 876"/>
            <p:cNvSpPr/>
            <p:nvPr/>
          </p:nvSpPr>
          <p:spPr>
            <a:xfrm>
              <a:off x="68040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8" name="Oval 877"/>
            <p:cNvSpPr/>
            <p:nvPr/>
          </p:nvSpPr>
          <p:spPr>
            <a:xfrm>
              <a:off x="69484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79" name="Oval 878"/>
            <p:cNvSpPr/>
            <p:nvPr/>
          </p:nvSpPr>
          <p:spPr>
            <a:xfrm>
              <a:off x="70929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0" name="Oval 879"/>
            <p:cNvSpPr/>
            <p:nvPr/>
          </p:nvSpPr>
          <p:spPr>
            <a:xfrm>
              <a:off x="72358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1" name="Oval 880"/>
            <p:cNvSpPr/>
            <p:nvPr/>
          </p:nvSpPr>
          <p:spPr>
            <a:xfrm>
              <a:off x="78120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2" name="Oval 881"/>
            <p:cNvSpPr/>
            <p:nvPr/>
          </p:nvSpPr>
          <p:spPr>
            <a:xfrm>
              <a:off x="7380288" y="32845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3" name="Oval 882"/>
            <p:cNvSpPr/>
            <p:nvPr/>
          </p:nvSpPr>
          <p:spPr>
            <a:xfrm>
              <a:off x="8101013"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4" name="Oval 883"/>
            <p:cNvSpPr/>
            <p:nvPr/>
          </p:nvSpPr>
          <p:spPr>
            <a:xfrm>
              <a:off x="7667625"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5" name="Oval 884"/>
            <p:cNvSpPr/>
            <p:nvPr/>
          </p:nvSpPr>
          <p:spPr>
            <a:xfrm>
              <a:off x="7524750" y="32845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6" name="Oval 885"/>
            <p:cNvSpPr/>
            <p:nvPr/>
          </p:nvSpPr>
          <p:spPr>
            <a:xfrm>
              <a:off x="7956550" y="32845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7" name="Oval 886"/>
            <p:cNvSpPr/>
            <p:nvPr/>
          </p:nvSpPr>
          <p:spPr>
            <a:xfrm>
              <a:off x="68040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8" name="Oval 887"/>
            <p:cNvSpPr/>
            <p:nvPr/>
          </p:nvSpPr>
          <p:spPr>
            <a:xfrm>
              <a:off x="69484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89" name="Oval 888"/>
            <p:cNvSpPr/>
            <p:nvPr/>
          </p:nvSpPr>
          <p:spPr>
            <a:xfrm>
              <a:off x="70929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0" name="Oval 889"/>
            <p:cNvSpPr/>
            <p:nvPr/>
          </p:nvSpPr>
          <p:spPr>
            <a:xfrm>
              <a:off x="72358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1" name="Oval 890"/>
            <p:cNvSpPr/>
            <p:nvPr/>
          </p:nvSpPr>
          <p:spPr>
            <a:xfrm>
              <a:off x="78120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2" name="Oval 891"/>
            <p:cNvSpPr/>
            <p:nvPr/>
          </p:nvSpPr>
          <p:spPr>
            <a:xfrm>
              <a:off x="7380288" y="34290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3" name="Oval 892"/>
            <p:cNvSpPr/>
            <p:nvPr/>
          </p:nvSpPr>
          <p:spPr>
            <a:xfrm>
              <a:off x="8101013"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4" name="Oval 893"/>
            <p:cNvSpPr/>
            <p:nvPr/>
          </p:nvSpPr>
          <p:spPr>
            <a:xfrm>
              <a:off x="7667625"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5" name="Oval 894"/>
            <p:cNvSpPr/>
            <p:nvPr/>
          </p:nvSpPr>
          <p:spPr>
            <a:xfrm>
              <a:off x="7524750" y="34290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6" name="Oval 895"/>
            <p:cNvSpPr/>
            <p:nvPr/>
          </p:nvSpPr>
          <p:spPr>
            <a:xfrm>
              <a:off x="7956550" y="34290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7" name="Oval 896"/>
            <p:cNvSpPr/>
            <p:nvPr/>
          </p:nvSpPr>
          <p:spPr>
            <a:xfrm>
              <a:off x="68040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8" name="Oval 897"/>
            <p:cNvSpPr/>
            <p:nvPr/>
          </p:nvSpPr>
          <p:spPr>
            <a:xfrm>
              <a:off x="69484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99" name="Oval 898"/>
            <p:cNvSpPr/>
            <p:nvPr/>
          </p:nvSpPr>
          <p:spPr>
            <a:xfrm>
              <a:off x="70929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0" name="Oval 899"/>
            <p:cNvSpPr/>
            <p:nvPr/>
          </p:nvSpPr>
          <p:spPr>
            <a:xfrm>
              <a:off x="72358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1" name="Oval 900"/>
            <p:cNvSpPr/>
            <p:nvPr/>
          </p:nvSpPr>
          <p:spPr>
            <a:xfrm>
              <a:off x="78120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2" name="Oval 901"/>
            <p:cNvSpPr/>
            <p:nvPr/>
          </p:nvSpPr>
          <p:spPr>
            <a:xfrm>
              <a:off x="7380288" y="35734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3" name="Oval 902"/>
            <p:cNvSpPr/>
            <p:nvPr/>
          </p:nvSpPr>
          <p:spPr>
            <a:xfrm>
              <a:off x="8101013"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4" name="Oval 903"/>
            <p:cNvSpPr/>
            <p:nvPr/>
          </p:nvSpPr>
          <p:spPr>
            <a:xfrm>
              <a:off x="7667625"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5" name="Oval 904"/>
            <p:cNvSpPr/>
            <p:nvPr/>
          </p:nvSpPr>
          <p:spPr>
            <a:xfrm>
              <a:off x="7524750" y="35734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6" name="Oval 905"/>
            <p:cNvSpPr/>
            <p:nvPr/>
          </p:nvSpPr>
          <p:spPr>
            <a:xfrm>
              <a:off x="7956550" y="35734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7" name="Oval 906"/>
            <p:cNvSpPr/>
            <p:nvPr/>
          </p:nvSpPr>
          <p:spPr>
            <a:xfrm>
              <a:off x="68040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8" name="Oval 907"/>
            <p:cNvSpPr/>
            <p:nvPr/>
          </p:nvSpPr>
          <p:spPr>
            <a:xfrm>
              <a:off x="69484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09" name="Oval 908"/>
            <p:cNvSpPr/>
            <p:nvPr/>
          </p:nvSpPr>
          <p:spPr>
            <a:xfrm>
              <a:off x="70929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0" name="Oval 909"/>
            <p:cNvSpPr/>
            <p:nvPr/>
          </p:nvSpPr>
          <p:spPr>
            <a:xfrm>
              <a:off x="72358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1" name="Oval 910"/>
            <p:cNvSpPr/>
            <p:nvPr/>
          </p:nvSpPr>
          <p:spPr>
            <a:xfrm>
              <a:off x="78120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2" name="Oval 911"/>
            <p:cNvSpPr/>
            <p:nvPr/>
          </p:nvSpPr>
          <p:spPr>
            <a:xfrm>
              <a:off x="7380288" y="37163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3" name="Oval 912"/>
            <p:cNvSpPr/>
            <p:nvPr/>
          </p:nvSpPr>
          <p:spPr>
            <a:xfrm>
              <a:off x="8101013"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4" name="Oval 913"/>
            <p:cNvSpPr/>
            <p:nvPr/>
          </p:nvSpPr>
          <p:spPr>
            <a:xfrm>
              <a:off x="7667625"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5" name="Oval 914"/>
            <p:cNvSpPr/>
            <p:nvPr/>
          </p:nvSpPr>
          <p:spPr>
            <a:xfrm>
              <a:off x="7524750" y="37163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6" name="Oval 915"/>
            <p:cNvSpPr/>
            <p:nvPr/>
          </p:nvSpPr>
          <p:spPr>
            <a:xfrm>
              <a:off x="7956550" y="37163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7" name="Oval 916"/>
            <p:cNvSpPr/>
            <p:nvPr/>
          </p:nvSpPr>
          <p:spPr>
            <a:xfrm>
              <a:off x="68040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8" name="Oval 917"/>
            <p:cNvSpPr/>
            <p:nvPr/>
          </p:nvSpPr>
          <p:spPr>
            <a:xfrm>
              <a:off x="69484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19" name="Oval 918"/>
            <p:cNvSpPr/>
            <p:nvPr/>
          </p:nvSpPr>
          <p:spPr>
            <a:xfrm>
              <a:off x="70929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0" name="Oval 919"/>
            <p:cNvSpPr/>
            <p:nvPr/>
          </p:nvSpPr>
          <p:spPr>
            <a:xfrm>
              <a:off x="72358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1" name="Oval 920"/>
            <p:cNvSpPr/>
            <p:nvPr/>
          </p:nvSpPr>
          <p:spPr>
            <a:xfrm>
              <a:off x="78120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2" name="Oval 921"/>
            <p:cNvSpPr/>
            <p:nvPr/>
          </p:nvSpPr>
          <p:spPr>
            <a:xfrm>
              <a:off x="7380288" y="38687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3" name="Oval 922"/>
            <p:cNvSpPr/>
            <p:nvPr/>
          </p:nvSpPr>
          <p:spPr>
            <a:xfrm>
              <a:off x="8101013"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4" name="Oval 923"/>
            <p:cNvSpPr/>
            <p:nvPr/>
          </p:nvSpPr>
          <p:spPr>
            <a:xfrm>
              <a:off x="7667625"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5" name="Oval 924"/>
            <p:cNvSpPr/>
            <p:nvPr/>
          </p:nvSpPr>
          <p:spPr>
            <a:xfrm>
              <a:off x="7524750" y="38687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6" name="Oval 925"/>
            <p:cNvSpPr/>
            <p:nvPr/>
          </p:nvSpPr>
          <p:spPr>
            <a:xfrm>
              <a:off x="7956550" y="38687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7" name="Oval 926"/>
            <p:cNvSpPr/>
            <p:nvPr/>
          </p:nvSpPr>
          <p:spPr>
            <a:xfrm>
              <a:off x="68040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8" name="Oval 927"/>
            <p:cNvSpPr/>
            <p:nvPr/>
          </p:nvSpPr>
          <p:spPr>
            <a:xfrm>
              <a:off x="69484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29" name="Oval 928"/>
            <p:cNvSpPr/>
            <p:nvPr/>
          </p:nvSpPr>
          <p:spPr>
            <a:xfrm>
              <a:off x="70929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0" name="Oval 929"/>
            <p:cNvSpPr/>
            <p:nvPr/>
          </p:nvSpPr>
          <p:spPr>
            <a:xfrm>
              <a:off x="72358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1" name="Oval 930"/>
            <p:cNvSpPr/>
            <p:nvPr/>
          </p:nvSpPr>
          <p:spPr>
            <a:xfrm>
              <a:off x="78120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2" name="Oval 931"/>
            <p:cNvSpPr/>
            <p:nvPr/>
          </p:nvSpPr>
          <p:spPr>
            <a:xfrm>
              <a:off x="7380288" y="40052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3" name="Oval 932"/>
            <p:cNvSpPr/>
            <p:nvPr/>
          </p:nvSpPr>
          <p:spPr>
            <a:xfrm>
              <a:off x="8101013"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4" name="Oval 933"/>
            <p:cNvSpPr/>
            <p:nvPr/>
          </p:nvSpPr>
          <p:spPr>
            <a:xfrm>
              <a:off x="7667625"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5" name="Oval 934"/>
            <p:cNvSpPr/>
            <p:nvPr/>
          </p:nvSpPr>
          <p:spPr>
            <a:xfrm>
              <a:off x="7524750" y="40052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6" name="Oval 935"/>
            <p:cNvSpPr/>
            <p:nvPr/>
          </p:nvSpPr>
          <p:spPr>
            <a:xfrm>
              <a:off x="7956550" y="40052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7" name="Oval 936"/>
            <p:cNvSpPr/>
            <p:nvPr/>
          </p:nvSpPr>
          <p:spPr>
            <a:xfrm>
              <a:off x="68040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8" name="Oval 937"/>
            <p:cNvSpPr/>
            <p:nvPr/>
          </p:nvSpPr>
          <p:spPr>
            <a:xfrm>
              <a:off x="69484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39" name="Oval 938"/>
            <p:cNvSpPr/>
            <p:nvPr/>
          </p:nvSpPr>
          <p:spPr>
            <a:xfrm>
              <a:off x="70929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0" name="Oval 939"/>
            <p:cNvSpPr/>
            <p:nvPr/>
          </p:nvSpPr>
          <p:spPr>
            <a:xfrm>
              <a:off x="72358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1" name="Oval 940"/>
            <p:cNvSpPr/>
            <p:nvPr/>
          </p:nvSpPr>
          <p:spPr>
            <a:xfrm>
              <a:off x="78120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2" name="Oval 941"/>
            <p:cNvSpPr/>
            <p:nvPr/>
          </p:nvSpPr>
          <p:spPr>
            <a:xfrm>
              <a:off x="7380288" y="41497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3" name="Oval 942"/>
            <p:cNvSpPr/>
            <p:nvPr/>
          </p:nvSpPr>
          <p:spPr>
            <a:xfrm>
              <a:off x="8101013"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4" name="Oval 943"/>
            <p:cNvSpPr/>
            <p:nvPr/>
          </p:nvSpPr>
          <p:spPr>
            <a:xfrm>
              <a:off x="7667625"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5" name="Oval 944"/>
            <p:cNvSpPr/>
            <p:nvPr/>
          </p:nvSpPr>
          <p:spPr>
            <a:xfrm>
              <a:off x="7524750" y="41497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6" name="Oval 945"/>
            <p:cNvSpPr/>
            <p:nvPr/>
          </p:nvSpPr>
          <p:spPr>
            <a:xfrm>
              <a:off x="7956550" y="41497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7" name="Oval 946"/>
            <p:cNvSpPr/>
            <p:nvPr/>
          </p:nvSpPr>
          <p:spPr>
            <a:xfrm>
              <a:off x="68040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8" name="Oval 947"/>
            <p:cNvSpPr/>
            <p:nvPr/>
          </p:nvSpPr>
          <p:spPr>
            <a:xfrm>
              <a:off x="69484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49" name="Oval 948"/>
            <p:cNvSpPr/>
            <p:nvPr/>
          </p:nvSpPr>
          <p:spPr>
            <a:xfrm>
              <a:off x="70929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0" name="Oval 949"/>
            <p:cNvSpPr/>
            <p:nvPr/>
          </p:nvSpPr>
          <p:spPr>
            <a:xfrm>
              <a:off x="72358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1" name="Oval 950"/>
            <p:cNvSpPr/>
            <p:nvPr/>
          </p:nvSpPr>
          <p:spPr>
            <a:xfrm>
              <a:off x="78120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2" name="Oval 951"/>
            <p:cNvSpPr/>
            <p:nvPr/>
          </p:nvSpPr>
          <p:spPr>
            <a:xfrm>
              <a:off x="7380288" y="4292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3" name="Oval 952"/>
            <p:cNvSpPr/>
            <p:nvPr/>
          </p:nvSpPr>
          <p:spPr>
            <a:xfrm>
              <a:off x="8101013"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4" name="Oval 953"/>
            <p:cNvSpPr/>
            <p:nvPr/>
          </p:nvSpPr>
          <p:spPr>
            <a:xfrm>
              <a:off x="7667625"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5" name="Oval 954"/>
            <p:cNvSpPr/>
            <p:nvPr/>
          </p:nvSpPr>
          <p:spPr>
            <a:xfrm>
              <a:off x="7524750" y="4292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6" name="Oval 955"/>
            <p:cNvSpPr/>
            <p:nvPr/>
          </p:nvSpPr>
          <p:spPr>
            <a:xfrm>
              <a:off x="7956550" y="4292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7" name="Oval 956"/>
            <p:cNvSpPr/>
            <p:nvPr/>
          </p:nvSpPr>
          <p:spPr>
            <a:xfrm>
              <a:off x="68040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8" name="Oval 957"/>
            <p:cNvSpPr/>
            <p:nvPr/>
          </p:nvSpPr>
          <p:spPr>
            <a:xfrm>
              <a:off x="69484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59" name="Oval 958"/>
            <p:cNvSpPr/>
            <p:nvPr/>
          </p:nvSpPr>
          <p:spPr>
            <a:xfrm>
              <a:off x="70929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0" name="Oval 959"/>
            <p:cNvSpPr/>
            <p:nvPr/>
          </p:nvSpPr>
          <p:spPr>
            <a:xfrm>
              <a:off x="72358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1" name="Oval 960"/>
            <p:cNvSpPr/>
            <p:nvPr/>
          </p:nvSpPr>
          <p:spPr>
            <a:xfrm>
              <a:off x="78120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2" name="Oval 961"/>
            <p:cNvSpPr/>
            <p:nvPr/>
          </p:nvSpPr>
          <p:spPr>
            <a:xfrm>
              <a:off x="7380288" y="44370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3" name="Oval 962"/>
            <p:cNvSpPr/>
            <p:nvPr/>
          </p:nvSpPr>
          <p:spPr>
            <a:xfrm>
              <a:off x="8101013"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4" name="Oval 963"/>
            <p:cNvSpPr/>
            <p:nvPr/>
          </p:nvSpPr>
          <p:spPr>
            <a:xfrm>
              <a:off x="7667625"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5" name="Oval 964"/>
            <p:cNvSpPr/>
            <p:nvPr/>
          </p:nvSpPr>
          <p:spPr>
            <a:xfrm>
              <a:off x="7524750" y="44370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6" name="Oval 965"/>
            <p:cNvSpPr/>
            <p:nvPr/>
          </p:nvSpPr>
          <p:spPr>
            <a:xfrm>
              <a:off x="7956550" y="44370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7" name="Oval 966"/>
            <p:cNvSpPr/>
            <p:nvPr/>
          </p:nvSpPr>
          <p:spPr>
            <a:xfrm>
              <a:off x="68040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8" name="Oval 967"/>
            <p:cNvSpPr/>
            <p:nvPr/>
          </p:nvSpPr>
          <p:spPr>
            <a:xfrm>
              <a:off x="69484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69" name="Oval 968"/>
            <p:cNvSpPr/>
            <p:nvPr/>
          </p:nvSpPr>
          <p:spPr>
            <a:xfrm>
              <a:off x="70929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0" name="Oval 969"/>
            <p:cNvSpPr/>
            <p:nvPr/>
          </p:nvSpPr>
          <p:spPr>
            <a:xfrm>
              <a:off x="72358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1" name="Oval 970"/>
            <p:cNvSpPr/>
            <p:nvPr/>
          </p:nvSpPr>
          <p:spPr>
            <a:xfrm>
              <a:off x="78120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2" name="Oval 971"/>
            <p:cNvSpPr/>
            <p:nvPr/>
          </p:nvSpPr>
          <p:spPr>
            <a:xfrm>
              <a:off x="7380288" y="4581525"/>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3" name="Oval 972"/>
            <p:cNvSpPr/>
            <p:nvPr/>
          </p:nvSpPr>
          <p:spPr>
            <a:xfrm>
              <a:off x="8101013"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4" name="Oval 973"/>
            <p:cNvSpPr/>
            <p:nvPr/>
          </p:nvSpPr>
          <p:spPr>
            <a:xfrm>
              <a:off x="7667625"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5" name="Oval 974"/>
            <p:cNvSpPr/>
            <p:nvPr/>
          </p:nvSpPr>
          <p:spPr>
            <a:xfrm>
              <a:off x="7524750" y="4581525"/>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6" name="Oval 975"/>
            <p:cNvSpPr/>
            <p:nvPr/>
          </p:nvSpPr>
          <p:spPr>
            <a:xfrm>
              <a:off x="7956550" y="4581525"/>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7" name="Oval 976"/>
            <p:cNvSpPr/>
            <p:nvPr/>
          </p:nvSpPr>
          <p:spPr>
            <a:xfrm>
              <a:off x="68040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8" name="Oval 977"/>
            <p:cNvSpPr/>
            <p:nvPr/>
          </p:nvSpPr>
          <p:spPr>
            <a:xfrm>
              <a:off x="69484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79" name="Oval 978"/>
            <p:cNvSpPr/>
            <p:nvPr/>
          </p:nvSpPr>
          <p:spPr>
            <a:xfrm>
              <a:off x="70929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0" name="Oval 979"/>
            <p:cNvSpPr/>
            <p:nvPr/>
          </p:nvSpPr>
          <p:spPr>
            <a:xfrm>
              <a:off x="72358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1" name="Oval 980"/>
            <p:cNvSpPr/>
            <p:nvPr/>
          </p:nvSpPr>
          <p:spPr>
            <a:xfrm>
              <a:off x="78120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2" name="Oval 981"/>
            <p:cNvSpPr/>
            <p:nvPr/>
          </p:nvSpPr>
          <p:spPr>
            <a:xfrm>
              <a:off x="7380288" y="4724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3" name="Oval 982"/>
            <p:cNvSpPr/>
            <p:nvPr/>
          </p:nvSpPr>
          <p:spPr>
            <a:xfrm>
              <a:off x="8101013"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4" name="Oval 983"/>
            <p:cNvSpPr/>
            <p:nvPr/>
          </p:nvSpPr>
          <p:spPr>
            <a:xfrm>
              <a:off x="7667625"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5" name="Oval 984"/>
            <p:cNvSpPr/>
            <p:nvPr/>
          </p:nvSpPr>
          <p:spPr>
            <a:xfrm>
              <a:off x="7524750" y="4724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6" name="Oval 985"/>
            <p:cNvSpPr/>
            <p:nvPr/>
          </p:nvSpPr>
          <p:spPr>
            <a:xfrm>
              <a:off x="7956550" y="4724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7" name="Oval 986"/>
            <p:cNvSpPr/>
            <p:nvPr/>
          </p:nvSpPr>
          <p:spPr>
            <a:xfrm>
              <a:off x="68040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8" name="Oval 987"/>
            <p:cNvSpPr/>
            <p:nvPr/>
          </p:nvSpPr>
          <p:spPr>
            <a:xfrm>
              <a:off x="69484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89" name="Oval 988"/>
            <p:cNvSpPr/>
            <p:nvPr/>
          </p:nvSpPr>
          <p:spPr>
            <a:xfrm>
              <a:off x="70929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0" name="Oval 989"/>
            <p:cNvSpPr/>
            <p:nvPr/>
          </p:nvSpPr>
          <p:spPr>
            <a:xfrm>
              <a:off x="72358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1" name="Oval 990"/>
            <p:cNvSpPr/>
            <p:nvPr/>
          </p:nvSpPr>
          <p:spPr>
            <a:xfrm>
              <a:off x="78120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2" name="Oval 991"/>
            <p:cNvSpPr/>
            <p:nvPr/>
          </p:nvSpPr>
          <p:spPr>
            <a:xfrm>
              <a:off x="7380288" y="4868863"/>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3" name="Oval 992"/>
            <p:cNvSpPr/>
            <p:nvPr/>
          </p:nvSpPr>
          <p:spPr>
            <a:xfrm>
              <a:off x="8101013"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4" name="Oval 993"/>
            <p:cNvSpPr/>
            <p:nvPr/>
          </p:nvSpPr>
          <p:spPr>
            <a:xfrm>
              <a:off x="7667625"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5" name="Oval 994"/>
            <p:cNvSpPr/>
            <p:nvPr/>
          </p:nvSpPr>
          <p:spPr>
            <a:xfrm>
              <a:off x="7524750" y="4868863"/>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6" name="Oval 995"/>
            <p:cNvSpPr/>
            <p:nvPr/>
          </p:nvSpPr>
          <p:spPr>
            <a:xfrm>
              <a:off x="7956550" y="4868863"/>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7" name="Oval 996"/>
            <p:cNvSpPr/>
            <p:nvPr/>
          </p:nvSpPr>
          <p:spPr>
            <a:xfrm>
              <a:off x="6804025" y="50133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8" name="Oval 997"/>
            <p:cNvSpPr/>
            <p:nvPr/>
          </p:nvSpPr>
          <p:spPr>
            <a:xfrm>
              <a:off x="6948488" y="5013325"/>
              <a:ext cx="144462"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99" name="Oval 998"/>
            <p:cNvSpPr/>
            <p:nvPr/>
          </p:nvSpPr>
          <p:spPr>
            <a:xfrm>
              <a:off x="7092950" y="5013325"/>
              <a:ext cx="142875"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0" name="Oval 999"/>
            <p:cNvSpPr/>
            <p:nvPr/>
          </p:nvSpPr>
          <p:spPr>
            <a:xfrm>
              <a:off x="7235825" y="50133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1" name="Oval 1000"/>
            <p:cNvSpPr/>
            <p:nvPr/>
          </p:nvSpPr>
          <p:spPr>
            <a:xfrm>
              <a:off x="7812088" y="5013325"/>
              <a:ext cx="144462"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2" name="Oval 1001"/>
            <p:cNvSpPr/>
            <p:nvPr/>
          </p:nvSpPr>
          <p:spPr>
            <a:xfrm>
              <a:off x="7380288" y="5013325"/>
              <a:ext cx="144462"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3" name="Oval 1002"/>
            <p:cNvSpPr/>
            <p:nvPr/>
          </p:nvSpPr>
          <p:spPr>
            <a:xfrm>
              <a:off x="8172450" y="52292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4" name="Oval 1003"/>
            <p:cNvSpPr/>
            <p:nvPr/>
          </p:nvSpPr>
          <p:spPr>
            <a:xfrm>
              <a:off x="7667625" y="50133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5" name="Oval 1004"/>
            <p:cNvSpPr/>
            <p:nvPr/>
          </p:nvSpPr>
          <p:spPr>
            <a:xfrm>
              <a:off x="7524750" y="5013325"/>
              <a:ext cx="142875"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6" name="Oval 1005"/>
            <p:cNvSpPr/>
            <p:nvPr/>
          </p:nvSpPr>
          <p:spPr>
            <a:xfrm>
              <a:off x="7956550" y="5013325"/>
              <a:ext cx="144463" cy="14446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7" name="Oval 1006"/>
            <p:cNvSpPr/>
            <p:nvPr/>
          </p:nvSpPr>
          <p:spPr>
            <a:xfrm>
              <a:off x="1195388"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8" name="Oval 1007"/>
            <p:cNvSpPr/>
            <p:nvPr/>
          </p:nvSpPr>
          <p:spPr>
            <a:xfrm>
              <a:off x="13398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09" name="Oval 1008"/>
            <p:cNvSpPr/>
            <p:nvPr/>
          </p:nvSpPr>
          <p:spPr>
            <a:xfrm>
              <a:off x="14843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0" name="Oval 1009"/>
            <p:cNvSpPr/>
            <p:nvPr/>
          </p:nvSpPr>
          <p:spPr>
            <a:xfrm>
              <a:off x="16287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1" name="Oval 1010"/>
            <p:cNvSpPr/>
            <p:nvPr/>
          </p:nvSpPr>
          <p:spPr>
            <a:xfrm>
              <a:off x="22034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2" name="Oval 1011"/>
            <p:cNvSpPr/>
            <p:nvPr/>
          </p:nvSpPr>
          <p:spPr>
            <a:xfrm>
              <a:off x="1771650"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3" name="Oval 1012"/>
            <p:cNvSpPr/>
            <p:nvPr/>
          </p:nvSpPr>
          <p:spPr>
            <a:xfrm>
              <a:off x="2492375" y="24288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4" name="Oval 1013"/>
            <p:cNvSpPr/>
            <p:nvPr/>
          </p:nvSpPr>
          <p:spPr>
            <a:xfrm>
              <a:off x="2060575" y="24288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5" name="Oval 1014"/>
            <p:cNvSpPr/>
            <p:nvPr/>
          </p:nvSpPr>
          <p:spPr>
            <a:xfrm>
              <a:off x="19161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6" name="Oval 1015"/>
            <p:cNvSpPr/>
            <p:nvPr/>
          </p:nvSpPr>
          <p:spPr>
            <a:xfrm>
              <a:off x="2347913" y="24288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7" name="Oval 1016"/>
            <p:cNvSpPr/>
            <p:nvPr/>
          </p:nvSpPr>
          <p:spPr>
            <a:xfrm>
              <a:off x="1195388"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8" name="Oval 1017"/>
            <p:cNvSpPr/>
            <p:nvPr/>
          </p:nvSpPr>
          <p:spPr>
            <a:xfrm>
              <a:off x="13398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19" name="Oval 1018"/>
            <p:cNvSpPr/>
            <p:nvPr/>
          </p:nvSpPr>
          <p:spPr>
            <a:xfrm>
              <a:off x="14843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0" name="Oval 1019"/>
            <p:cNvSpPr/>
            <p:nvPr/>
          </p:nvSpPr>
          <p:spPr>
            <a:xfrm>
              <a:off x="16287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1" name="Oval 1020"/>
            <p:cNvSpPr/>
            <p:nvPr/>
          </p:nvSpPr>
          <p:spPr>
            <a:xfrm>
              <a:off x="22034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2" name="Oval 1021"/>
            <p:cNvSpPr/>
            <p:nvPr/>
          </p:nvSpPr>
          <p:spPr>
            <a:xfrm>
              <a:off x="1771650"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3" name="Oval 1022"/>
            <p:cNvSpPr/>
            <p:nvPr/>
          </p:nvSpPr>
          <p:spPr>
            <a:xfrm>
              <a:off x="2492375" y="25812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4" name="Oval 1023"/>
            <p:cNvSpPr/>
            <p:nvPr/>
          </p:nvSpPr>
          <p:spPr>
            <a:xfrm>
              <a:off x="2060575" y="25812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5" name="Oval 1024"/>
            <p:cNvSpPr/>
            <p:nvPr/>
          </p:nvSpPr>
          <p:spPr>
            <a:xfrm>
              <a:off x="19161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6" name="Oval 1025"/>
            <p:cNvSpPr/>
            <p:nvPr/>
          </p:nvSpPr>
          <p:spPr>
            <a:xfrm>
              <a:off x="2347913" y="25812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7" name="Oval 1026"/>
            <p:cNvSpPr/>
            <p:nvPr/>
          </p:nvSpPr>
          <p:spPr>
            <a:xfrm>
              <a:off x="1195388"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8" name="Oval 1027"/>
            <p:cNvSpPr/>
            <p:nvPr/>
          </p:nvSpPr>
          <p:spPr>
            <a:xfrm>
              <a:off x="13398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29" name="Oval 1028"/>
            <p:cNvSpPr/>
            <p:nvPr/>
          </p:nvSpPr>
          <p:spPr>
            <a:xfrm>
              <a:off x="14843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0" name="Oval 1029"/>
            <p:cNvSpPr/>
            <p:nvPr/>
          </p:nvSpPr>
          <p:spPr>
            <a:xfrm>
              <a:off x="16287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1" name="Oval 1030"/>
            <p:cNvSpPr/>
            <p:nvPr/>
          </p:nvSpPr>
          <p:spPr>
            <a:xfrm>
              <a:off x="22034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2" name="Oval 1031"/>
            <p:cNvSpPr/>
            <p:nvPr/>
          </p:nvSpPr>
          <p:spPr>
            <a:xfrm>
              <a:off x="1771650"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3" name="Oval 1032"/>
            <p:cNvSpPr/>
            <p:nvPr/>
          </p:nvSpPr>
          <p:spPr>
            <a:xfrm>
              <a:off x="2492375" y="2717800"/>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4" name="Oval 1033"/>
            <p:cNvSpPr/>
            <p:nvPr/>
          </p:nvSpPr>
          <p:spPr>
            <a:xfrm>
              <a:off x="2060575" y="2717800"/>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5" name="Oval 1034"/>
            <p:cNvSpPr/>
            <p:nvPr/>
          </p:nvSpPr>
          <p:spPr>
            <a:xfrm>
              <a:off x="19161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6" name="Oval 1035"/>
            <p:cNvSpPr/>
            <p:nvPr/>
          </p:nvSpPr>
          <p:spPr>
            <a:xfrm>
              <a:off x="2347913" y="2717800"/>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7" name="Oval 1036"/>
            <p:cNvSpPr/>
            <p:nvPr/>
          </p:nvSpPr>
          <p:spPr>
            <a:xfrm>
              <a:off x="1195388"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8" name="Oval 1037"/>
            <p:cNvSpPr/>
            <p:nvPr/>
          </p:nvSpPr>
          <p:spPr>
            <a:xfrm>
              <a:off x="13398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39" name="Oval 1038"/>
            <p:cNvSpPr/>
            <p:nvPr/>
          </p:nvSpPr>
          <p:spPr>
            <a:xfrm>
              <a:off x="14843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0" name="Oval 1039"/>
            <p:cNvSpPr/>
            <p:nvPr/>
          </p:nvSpPr>
          <p:spPr>
            <a:xfrm>
              <a:off x="16287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1" name="Oval 1040"/>
            <p:cNvSpPr/>
            <p:nvPr/>
          </p:nvSpPr>
          <p:spPr>
            <a:xfrm>
              <a:off x="22034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2" name="Oval 1041"/>
            <p:cNvSpPr/>
            <p:nvPr/>
          </p:nvSpPr>
          <p:spPr>
            <a:xfrm>
              <a:off x="1771650"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3" name="Oval 1042"/>
            <p:cNvSpPr/>
            <p:nvPr/>
          </p:nvSpPr>
          <p:spPr>
            <a:xfrm>
              <a:off x="2492375" y="2860675"/>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4" name="Oval 1043"/>
            <p:cNvSpPr/>
            <p:nvPr/>
          </p:nvSpPr>
          <p:spPr>
            <a:xfrm>
              <a:off x="2060575" y="2860675"/>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5" name="Oval 1044"/>
            <p:cNvSpPr/>
            <p:nvPr/>
          </p:nvSpPr>
          <p:spPr>
            <a:xfrm>
              <a:off x="19161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6" name="Oval 1045"/>
            <p:cNvSpPr/>
            <p:nvPr/>
          </p:nvSpPr>
          <p:spPr>
            <a:xfrm>
              <a:off x="2347913" y="2860675"/>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7" name="Oval 1046"/>
            <p:cNvSpPr/>
            <p:nvPr/>
          </p:nvSpPr>
          <p:spPr>
            <a:xfrm>
              <a:off x="1195388"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8" name="Oval 1047"/>
            <p:cNvSpPr/>
            <p:nvPr/>
          </p:nvSpPr>
          <p:spPr>
            <a:xfrm>
              <a:off x="13398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49" name="Oval 1048"/>
            <p:cNvSpPr/>
            <p:nvPr/>
          </p:nvSpPr>
          <p:spPr>
            <a:xfrm>
              <a:off x="14843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0" name="Oval 1049"/>
            <p:cNvSpPr/>
            <p:nvPr/>
          </p:nvSpPr>
          <p:spPr>
            <a:xfrm>
              <a:off x="16287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1" name="Oval 1050"/>
            <p:cNvSpPr/>
            <p:nvPr/>
          </p:nvSpPr>
          <p:spPr>
            <a:xfrm>
              <a:off x="22034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2" name="Oval 1051"/>
            <p:cNvSpPr/>
            <p:nvPr/>
          </p:nvSpPr>
          <p:spPr>
            <a:xfrm>
              <a:off x="1771650"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3" name="Oval 1052"/>
            <p:cNvSpPr/>
            <p:nvPr/>
          </p:nvSpPr>
          <p:spPr>
            <a:xfrm>
              <a:off x="2492375" y="30051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4" name="Oval 1053"/>
            <p:cNvSpPr/>
            <p:nvPr/>
          </p:nvSpPr>
          <p:spPr>
            <a:xfrm>
              <a:off x="2060575" y="30051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5" name="Oval 1054"/>
            <p:cNvSpPr/>
            <p:nvPr/>
          </p:nvSpPr>
          <p:spPr>
            <a:xfrm>
              <a:off x="19161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6" name="Oval 1055"/>
            <p:cNvSpPr/>
            <p:nvPr/>
          </p:nvSpPr>
          <p:spPr>
            <a:xfrm>
              <a:off x="2347913" y="30051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7" name="Oval 1056"/>
            <p:cNvSpPr/>
            <p:nvPr/>
          </p:nvSpPr>
          <p:spPr>
            <a:xfrm>
              <a:off x="1195388"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8" name="Oval 1057"/>
            <p:cNvSpPr/>
            <p:nvPr/>
          </p:nvSpPr>
          <p:spPr>
            <a:xfrm>
              <a:off x="13398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59" name="Oval 1058"/>
            <p:cNvSpPr/>
            <p:nvPr/>
          </p:nvSpPr>
          <p:spPr>
            <a:xfrm>
              <a:off x="14843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0" name="Oval 1059"/>
            <p:cNvSpPr/>
            <p:nvPr/>
          </p:nvSpPr>
          <p:spPr>
            <a:xfrm>
              <a:off x="16287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1" name="Oval 1060"/>
            <p:cNvSpPr/>
            <p:nvPr/>
          </p:nvSpPr>
          <p:spPr>
            <a:xfrm>
              <a:off x="22034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2" name="Oval 1061"/>
            <p:cNvSpPr/>
            <p:nvPr/>
          </p:nvSpPr>
          <p:spPr>
            <a:xfrm>
              <a:off x="1771650"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3" name="Oval 1062"/>
            <p:cNvSpPr/>
            <p:nvPr/>
          </p:nvSpPr>
          <p:spPr>
            <a:xfrm>
              <a:off x="2492375" y="31496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4" name="Oval 1063"/>
            <p:cNvSpPr/>
            <p:nvPr/>
          </p:nvSpPr>
          <p:spPr>
            <a:xfrm>
              <a:off x="2060575" y="31496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5" name="Oval 1064"/>
            <p:cNvSpPr/>
            <p:nvPr/>
          </p:nvSpPr>
          <p:spPr>
            <a:xfrm>
              <a:off x="19161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6" name="Oval 1065"/>
            <p:cNvSpPr/>
            <p:nvPr/>
          </p:nvSpPr>
          <p:spPr>
            <a:xfrm>
              <a:off x="2347913" y="31496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7" name="Oval 1066"/>
            <p:cNvSpPr/>
            <p:nvPr/>
          </p:nvSpPr>
          <p:spPr>
            <a:xfrm>
              <a:off x="1195388"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8" name="Oval 1067"/>
            <p:cNvSpPr/>
            <p:nvPr/>
          </p:nvSpPr>
          <p:spPr>
            <a:xfrm>
              <a:off x="13398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69" name="Oval 1068"/>
            <p:cNvSpPr/>
            <p:nvPr/>
          </p:nvSpPr>
          <p:spPr>
            <a:xfrm>
              <a:off x="14843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0" name="Oval 1069"/>
            <p:cNvSpPr/>
            <p:nvPr/>
          </p:nvSpPr>
          <p:spPr>
            <a:xfrm>
              <a:off x="16287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1" name="Oval 1070"/>
            <p:cNvSpPr/>
            <p:nvPr/>
          </p:nvSpPr>
          <p:spPr>
            <a:xfrm>
              <a:off x="22034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2" name="Oval 1071"/>
            <p:cNvSpPr/>
            <p:nvPr/>
          </p:nvSpPr>
          <p:spPr>
            <a:xfrm>
              <a:off x="1771650"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3" name="Oval 1072"/>
            <p:cNvSpPr/>
            <p:nvPr/>
          </p:nvSpPr>
          <p:spPr>
            <a:xfrm>
              <a:off x="2492375" y="32940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4" name="Oval 1073"/>
            <p:cNvSpPr/>
            <p:nvPr/>
          </p:nvSpPr>
          <p:spPr>
            <a:xfrm>
              <a:off x="2060575" y="32940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5" name="Oval 1074"/>
            <p:cNvSpPr/>
            <p:nvPr/>
          </p:nvSpPr>
          <p:spPr>
            <a:xfrm>
              <a:off x="19161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6" name="Oval 1075"/>
            <p:cNvSpPr/>
            <p:nvPr/>
          </p:nvSpPr>
          <p:spPr>
            <a:xfrm>
              <a:off x="2347913" y="32940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7" name="Oval 1076"/>
            <p:cNvSpPr/>
            <p:nvPr/>
          </p:nvSpPr>
          <p:spPr>
            <a:xfrm>
              <a:off x="1195388"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8" name="Oval 1077"/>
            <p:cNvSpPr/>
            <p:nvPr/>
          </p:nvSpPr>
          <p:spPr>
            <a:xfrm>
              <a:off x="13398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79" name="Oval 1078"/>
            <p:cNvSpPr/>
            <p:nvPr/>
          </p:nvSpPr>
          <p:spPr>
            <a:xfrm>
              <a:off x="14843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0" name="Oval 1079"/>
            <p:cNvSpPr/>
            <p:nvPr/>
          </p:nvSpPr>
          <p:spPr>
            <a:xfrm>
              <a:off x="16287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1" name="Oval 1080"/>
            <p:cNvSpPr/>
            <p:nvPr/>
          </p:nvSpPr>
          <p:spPr>
            <a:xfrm>
              <a:off x="22034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2" name="Oval 1081"/>
            <p:cNvSpPr/>
            <p:nvPr/>
          </p:nvSpPr>
          <p:spPr>
            <a:xfrm>
              <a:off x="1771650"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3" name="Oval 1082"/>
            <p:cNvSpPr/>
            <p:nvPr/>
          </p:nvSpPr>
          <p:spPr>
            <a:xfrm>
              <a:off x="2492375" y="3436938"/>
              <a:ext cx="144463"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4" name="Oval 1083"/>
            <p:cNvSpPr/>
            <p:nvPr/>
          </p:nvSpPr>
          <p:spPr>
            <a:xfrm>
              <a:off x="2060575" y="3436938"/>
              <a:ext cx="142875"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5" name="Oval 1084"/>
            <p:cNvSpPr/>
            <p:nvPr/>
          </p:nvSpPr>
          <p:spPr>
            <a:xfrm>
              <a:off x="19161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6" name="Oval 1085"/>
            <p:cNvSpPr/>
            <p:nvPr/>
          </p:nvSpPr>
          <p:spPr>
            <a:xfrm>
              <a:off x="2347913" y="3436938"/>
              <a:ext cx="144462" cy="144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7" name="Oval 1086"/>
            <p:cNvSpPr/>
            <p:nvPr/>
          </p:nvSpPr>
          <p:spPr>
            <a:xfrm>
              <a:off x="1195388"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8" name="Oval 1087"/>
            <p:cNvSpPr/>
            <p:nvPr/>
          </p:nvSpPr>
          <p:spPr>
            <a:xfrm>
              <a:off x="13398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89" name="Oval 1088"/>
            <p:cNvSpPr/>
            <p:nvPr/>
          </p:nvSpPr>
          <p:spPr>
            <a:xfrm>
              <a:off x="14843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0" name="Oval 1089"/>
            <p:cNvSpPr/>
            <p:nvPr/>
          </p:nvSpPr>
          <p:spPr>
            <a:xfrm>
              <a:off x="16287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1" name="Oval 1090"/>
            <p:cNvSpPr/>
            <p:nvPr/>
          </p:nvSpPr>
          <p:spPr>
            <a:xfrm>
              <a:off x="22034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2" name="Oval 1091"/>
            <p:cNvSpPr/>
            <p:nvPr/>
          </p:nvSpPr>
          <p:spPr>
            <a:xfrm>
              <a:off x="1771650"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3" name="Oval 1092"/>
            <p:cNvSpPr/>
            <p:nvPr/>
          </p:nvSpPr>
          <p:spPr>
            <a:xfrm>
              <a:off x="2492375" y="3581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4" name="Oval 1093"/>
            <p:cNvSpPr/>
            <p:nvPr/>
          </p:nvSpPr>
          <p:spPr>
            <a:xfrm>
              <a:off x="2060575" y="3581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5" name="Oval 1094"/>
            <p:cNvSpPr/>
            <p:nvPr/>
          </p:nvSpPr>
          <p:spPr>
            <a:xfrm>
              <a:off x="19161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6" name="Oval 1095"/>
            <p:cNvSpPr/>
            <p:nvPr/>
          </p:nvSpPr>
          <p:spPr>
            <a:xfrm>
              <a:off x="2347913" y="3581400"/>
              <a:ext cx="144462"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7" name="Oval 1096"/>
            <p:cNvSpPr/>
            <p:nvPr/>
          </p:nvSpPr>
          <p:spPr>
            <a:xfrm>
              <a:off x="1195388"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8" name="Oval 1097"/>
            <p:cNvSpPr/>
            <p:nvPr/>
          </p:nvSpPr>
          <p:spPr>
            <a:xfrm>
              <a:off x="13398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099" name="Oval 1098"/>
            <p:cNvSpPr/>
            <p:nvPr/>
          </p:nvSpPr>
          <p:spPr>
            <a:xfrm>
              <a:off x="14843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0" name="Oval 1099"/>
            <p:cNvSpPr/>
            <p:nvPr/>
          </p:nvSpPr>
          <p:spPr>
            <a:xfrm>
              <a:off x="16287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1" name="Oval 1100"/>
            <p:cNvSpPr/>
            <p:nvPr/>
          </p:nvSpPr>
          <p:spPr>
            <a:xfrm>
              <a:off x="22034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2" name="Oval 1101"/>
            <p:cNvSpPr/>
            <p:nvPr/>
          </p:nvSpPr>
          <p:spPr>
            <a:xfrm>
              <a:off x="1771650"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3" name="Oval 1102"/>
            <p:cNvSpPr/>
            <p:nvPr/>
          </p:nvSpPr>
          <p:spPr>
            <a:xfrm>
              <a:off x="2492375" y="3725863"/>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4" name="Oval 1103"/>
            <p:cNvSpPr/>
            <p:nvPr/>
          </p:nvSpPr>
          <p:spPr>
            <a:xfrm>
              <a:off x="2060575" y="3725863"/>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5" name="Oval 1104"/>
            <p:cNvSpPr/>
            <p:nvPr/>
          </p:nvSpPr>
          <p:spPr>
            <a:xfrm>
              <a:off x="19161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1106" name="Oval 1105"/>
            <p:cNvSpPr/>
            <p:nvPr/>
          </p:nvSpPr>
          <p:spPr>
            <a:xfrm>
              <a:off x="2347913" y="3725863"/>
              <a:ext cx="144462"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grpSp>
    </p:spTree>
    <p:extLst>
      <p:ext uri="{BB962C8B-B14F-4D97-AF65-F5344CB8AC3E}">
        <p14:creationId xmlns:p14="http://schemas.microsoft.com/office/powerpoint/2010/main" val="3434984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3"/>
          <p:cNvSpPr>
            <a:spLocks noGrp="1"/>
          </p:cNvSpPr>
          <p:nvPr>
            <p:ph idx="4294967295"/>
          </p:nvPr>
        </p:nvSpPr>
        <p:spPr>
          <a:xfrm>
            <a:off x="838200" y="1825625"/>
            <a:ext cx="10630546" cy="4351338"/>
          </a:xfrm>
          <a:prstGeom prst="rect">
            <a:avLst/>
          </a:prstGeo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Let A be a chance event</a:t>
            </a:r>
          </a:p>
          <a:p>
            <a:pPr>
              <a:lnSpc>
                <a:spcPct val="120000"/>
              </a:lnSpc>
              <a:spcBef>
                <a:spcPts val="600"/>
              </a:spcBef>
            </a:pPr>
            <a:r>
              <a:rPr lang="en-US" sz="2400" dirty="0">
                <a:latin typeface="Arial" panose="020B0604020202020204" pitchFamily="34" charset="0"/>
                <a:cs typeface="Arial" panose="020B0604020202020204" pitchFamily="34" charset="0"/>
              </a:rPr>
              <a:t>Probability of A: P(A)</a:t>
            </a:r>
          </a:p>
          <a:p>
            <a:pPr>
              <a:lnSpc>
                <a:spcPct val="120000"/>
              </a:lnSpc>
              <a:spcBef>
                <a:spcPts val="600"/>
              </a:spcBef>
            </a:pPr>
            <a:r>
              <a:rPr lang="en-US" sz="2400" dirty="0">
                <a:latin typeface="Arial" panose="020B0604020202020204" pitchFamily="34" charset="0"/>
                <a:cs typeface="Arial" panose="020B0604020202020204" pitchFamily="34" charset="0"/>
              </a:rPr>
              <a:t>P is </a:t>
            </a:r>
            <a:r>
              <a:rPr lang="en-US" sz="2400" b="1" i="1" dirty="0">
                <a:latin typeface="Arial" panose="020B0604020202020204" pitchFamily="34" charset="0"/>
                <a:cs typeface="Arial" panose="020B0604020202020204" pitchFamily="34" charset="0"/>
              </a:rPr>
              <a:t>a probability function </a:t>
            </a:r>
            <a:r>
              <a:rPr lang="en-US" sz="2400" dirty="0">
                <a:latin typeface="Arial" panose="020B0604020202020204" pitchFamily="34" charset="0"/>
                <a:cs typeface="Arial" panose="020B0604020202020204" pitchFamily="34" charset="0"/>
              </a:rPr>
              <a:t>that assigns a number in the range [0, 1] to each event in event space</a:t>
            </a:r>
          </a:p>
          <a:p>
            <a:pPr>
              <a:lnSpc>
                <a:spcPct val="120000"/>
              </a:lnSpc>
              <a:spcBef>
                <a:spcPts val="600"/>
              </a:spcBef>
            </a:pPr>
            <a:r>
              <a:rPr lang="en-US" sz="2400" b="1" dirty="0">
                <a:latin typeface="Arial" panose="020B0604020202020204" pitchFamily="34" charset="0"/>
                <a:cs typeface="Arial" panose="020B0604020202020204" pitchFamily="34" charset="0"/>
              </a:rPr>
              <a:t>Prior (a priori) probability</a:t>
            </a:r>
            <a:r>
              <a:rPr lang="en-US" sz="2400" dirty="0">
                <a:latin typeface="Arial" panose="020B0604020202020204" pitchFamily="34" charset="0"/>
                <a:cs typeface="Arial" panose="020B0604020202020204" pitchFamily="34" charset="0"/>
              </a:rPr>
              <a:t> of A, P(A): with no new information about A or related events (e.g., no patient information)</a:t>
            </a:r>
          </a:p>
          <a:p>
            <a:pPr>
              <a:lnSpc>
                <a:spcPct val="120000"/>
              </a:lnSpc>
              <a:spcBef>
                <a:spcPts val="600"/>
              </a:spcBef>
            </a:pPr>
            <a:r>
              <a:rPr lang="en-US" sz="2400" b="1" dirty="0">
                <a:latin typeface="Arial" panose="020B0604020202020204" pitchFamily="34" charset="0"/>
                <a:cs typeface="Arial" panose="020B0604020202020204" pitchFamily="34" charset="0"/>
              </a:rPr>
              <a:t>Posterior (a posteriori) probability</a:t>
            </a:r>
            <a:r>
              <a:rPr lang="en-US" sz="2400" dirty="0">
                <a:latin typeface="Arial" panose="020B0604020202020204" pitchFamily="34" charset="0"/>
                <a:cs typeface="Arial" panose="020B0604020202020204" pitchFamily="34" charset="0"/>
              </a:rPr>
              <a:t> of A: P(A) </a:t>
            </a:r>
            <a:r>
              <a:rPr lang="en-US" sz="2400" b="1" dirty="0">
                <a:latin typeface="Arial" panose="020B0604020202020204" pitchFamily="34" charset="0"/>
                <a:cs typeface="Arial" panose="020B0604020202020204" pitchFamily="34" charset="0"/>
              </a:rPr>
              <a:t>given</a:t>
            </a:r>
            <a:r>
              <a:rPr lang="en-US" sz="2400" dirty="0">
                <a:latin typeface="Arial" panose="020B0604020202020204" pitchFamily="34" charset="0"/>
                <a:cs typeface="Arial" panose="020B0604020202020204" pitchFamily="34" charset="0"/>
              </a:rPr>
              <a:t> certain (usually relevant) information (e.g., laboratory tests)</a:t>
            </a:r>
            <a:endParaRPr lang="tr-TR" sz="2400" dirty="0">
              <a:latin typeface="Arial" panose="020B0604020202020204" pitchFamily="34" charset="0"/>
              <a:cs typeface="Arial" panose="020B0604020202020204" pitchFamily="34" charset="0"/>
            </a:endParaRPr>
          </a:p>
          <a:p>
            <a:pPr>
              <a:lnSpc>
                <a:spcPct val="110000"/>
              </a:lnSpc>
              <a:spcBef>
                <a:spcPts val="600"/>
              </a:spcBef>
            </a:pPr>
            <a:r>
              <a:rPr lang="en-US" altLang="en-US" sz="2400" dirty="0">
                <a:latin typeface="Arial" panose="020B0604020202020204" pitchFamily="34" charset="0"/>
                <a:cs typeface="Arial" panose="020B0604020202020204" pitchFamily="34" charset="0"/>
              </a:rPr>
              <a:t>P(A </a:t>
            </a:r>
            <a:r>
              <a:rPr lang="en-US" altLang="en-US" sz="2400" dirty="0">
                <a:latin typeface="Arial" panose="020B0604020202020204" pitchFamily="34" charset="0"/>
                <a:cs typeface="Arial" panose="020B0604020202020204" pitchFamily="34" charset="0"/>
                <a:sym typeface="Symbol" panose="05050102010706020507" pitchFamily="18" charset="2"/>
              </a:rPr>
              <a:t></a:t>
            </a:r>
            <a:r>
              <a:rPr lang="en-US" altLang="en-US" sz="2400" dirty="0">
                <a:latin typeface="Arial" panose="020B0604020202020204" pitchFamily="34" charset="0"/>
                <a:cs typeface="Arial" panose="020B0604020202020204" pitchFamily="34" charset="0"/>
              </a:rPr>
              <a:t> B)</a:t>
            </a:r>
            <a:r>
              <a:rPr lang="tr-TR" altLang="en-US" sz="2400" dirty="0">
                <a:latin typeface="Arial" panose="020B0604020202020204" pitchFamily="34" charset="0"/>
                <a:cs typeface="Arial" panose="020B0604020202020204" pitchFamily="34" charset="0"/>
              </a:rPr>
              <a:t> = ?</a:t>
            </a:r>
          </a:p>
          <a:p>
            <a:pPr>
              <a:lnSpc>
                <a:spcPct val="110000"/>
              </a:lnSpc>
              <a:spcBef>
                <a:spcPts val="600"/>
              </a:spcBef>
            </a:pPr>
            <a:r>
              <a:rPr lang="en-US" altLang="en-US" sz="2400" dirty="0">
                <a:latin typeface="Arial" panose="020B0604020202020204" pitchFamily="34" charset="0"/>
                <a:cs typeface="Arial" panose="020B0604020202020204" pitchFamily="34" charset="0"/>
              </a:rPr>
              <a:t>P(A </a:t>
            </a:r>
            <a:r>
              <a:rPr lang="en-US" altLang="en-US" sz="2400" dirty="0">
                <a:latin typeface="Arial" panose="020B0604020202020204" pitchFamily="34" charset="0"/>
                <a:cs typeface="Arial" panose="020B0604020202020204" pitchFamily="34" charset="0"/>
                <a:sym typeface="Symbol" panose="05050102010706020507" pitchFamily="18" charset="2"/>
              </a:rPr>
              <a:t></a:t>
            </a:r>
            <a:r>
              <a:rPr lang="en-US" altLang="en-US" sz="2400" dirty="0">
                <a:latin typeface="Arial" panose="020B0604020202020204" pitchFamily="34" charset="0"/>
                <a:cs typeface="Arial" panose="020B0604020202020204" pitchFamily="34" charset="0"/>
              </a:rPr>
              <a:t> B)</a:t>
            </a:r>
            <a:r>
              <a:rPr lang="tr-TR" altLang="en-US" sz="2400" dirty="0">
                <a:latin typeface="Arial" panose="020B0604020202020204" pitchFamily="34" charset="0"/>
                <a:cs typeface="Arial" panose="020B0604020202020204" pitchFamily="34" charset="0"/>
              </a:rPr>
              <a:t> = ?</a:t>
            </a:r>
            <a:endParaRPr lang="en-US" sz="2400" dirty="0">
              <a:latin typeface="Arial" panose="020B0604020202020204" pitchFamily="34" charset="0"/>
              <a:cs typeface="Arial" panose="020B0604020202020204" pitchFamily="34" charset="0"/>
            </a:endParaRPr>
          </a:p>
          <a:p>
            <a:pPr>
              <a:lnSpc>
                <a:spcPct val="120000"/>
              </a:lnSpc>
              <a:spcBef>
                <a:spcPts val="600"/>
              </a:spcBef>
            </a:pPr>
            <a:endParaRPr lang="en-US" sz="2400" dirty="0">
              <a:latin typeface="Arial" panose="020B0604020202020204" pitchFamily="34" charset="0"/>
              <a:cs typeface="Arial" panose="020B0604020202020204" pitchFamily="34" charset="0"/>
            </a:endParaRPr>
          </a:p>
        </p:txBody>
      </p:sp>
      <p:sp>
        <p:nvSpPr>
          <p:cNvPr id="1107" name="Title 3"/>
          <p:cNvSpPr>
            <a:spLocks noGrp="1"/>
          </p:cNvSpPr>
          <p:nvPr>
            <p:ph type="title"/>
          </p:nvPr>
        </p:nvSpPr>
        <p:spPr>
          <a:xfrm>
            <a:off x="838200" y="365125"/>
            <a:ext cx="10515600" cy="1325563"/>
          </a:xfrm>
        </p:spPr>
        <p:txBody>
          <a:bodyPr>
            <a:normAutofit/>
          </a:bodyPr>
          <a:lstStyle/>
          <a:p>
            <a:r>
              <a:rPr lang="en-US" b="1" dirty="0"/>
              <a:t>Probability: A Quick Introduction</a:t>
            </a:r>
          </a:p>
        </p:txBody>
      </p:sp>
    </p:spTree>
    <p:extLst>
      <p:ext uri="{BB962C8B-B14F-4D97-AF65-F5344CB8AC3E}">
        <p14:creationId xmlns:p14="http://schemas.microsoft.com/office/powerpoint/2010/main" val="769950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Probability: A Quick Introduction</a:t>
            </a:r>
          </a:p>
        </p:txBody>
      </p:sp>
      <p:sp>
        <p:nvSpPr>
          <p:cNvPr id="22" name="Oval 21"/>
          <p:cNvSpPr/>
          <p:nvPr/>
        </p:nvSpPr>
        <p:spPr>
          <a:xfrm>
            <a:off x="3240089" y="1686442"/>
            <a:ext cx="4511675" cy="2281237"/>
          </a:xfrm>
          <a:prstGeom prst="ellips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3" name="Isosceles Triangle 22"/>
          <p:cNvSpPr/>
          <p:nvPr/>
        </p:nvSpPr>
        <p:spPr>
          <a:xfrm>
            <a:off x="5003801" y="2497654"/>
            <a:ext cx="269875" cy="322263"/>
          </a:xfrm>
          <a:prstGeom prst="triangl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4" name="Isosceles Triangle 23"/>
          <p:cNvSpPr/>
          <p:nvPr/>
        </p:nvSpPr>
        <p:spPr>
          <a:xfrm>
            <a:off x="4591051" y="1991241"/>
            <a:ext cx="269875" cy="322262"/>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5" name="Isosceles Triangle 24"/>
          <p:cNvSpPr/>
          <p:nvPr/>
        </p:nvSpPr>
        <p:spPr>
          <a:xfrm>
            <a:off x="5089526" y="1900754"/>
            <a:ext cx="269875" cy="322263"/>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6" name="Isosceles Triangle 25"/>
          <p:cNvSpPr/>
          <p:nvPr/>
        </p:nvSpPr>
        <p:spPr>
          <a:xfrm>
            <a:off x="4438651" y="2515116"/>
            <a:ext cx="269875" cy="322262"/>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7" name="Isosceles Triangle 26"/>
          <p:cNvSpPr/>
          <p:nvPr/>
        </p:nvSpPr>
        <p:spPr>
          <a:xfrm>
            <a:off x="4757739" y="3040579"/>
            <a:ext cx="269875" cy="322263"/>
          </a:xfrm>
          <a:prstGeom prst="triangl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8" name="Oval 27"/>
          <p:cNvSpPr/>
          <p:nvPr/>
        </p:nvSpPr>
        <p:spPr>
          <a:xfrm>
            <a:off x="5786438" y="2116653"/>
            <a:ext cx="317500" cy="298450"/>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9" name="Oval 28"/>
          <p:cNvSpPr/>
          <p:nvPr/>
        </p:nvSpPr>
        <p:spPr>
          <a:xfrm>
            <a:off x="6383338" y="2343667"/>
            <a:ext cx="317500" cy="300037"/>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0" name="Oval 29"/>
          <p:cNvSpPr/>
          <p:nvPr/>
        </p:nvSpPr>
        <p:spPr>
          <a:xfrm>
            <a:off x="5832475" y="2854842"/>
            <a:ext cx="317500" cy="300037"/>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1" name="Oval 30"/>
          <p:cNvSpPr/>
          <p:nvPr/>
        </p:nvSpPr>
        <p:spPr>
          <a:xfrm>
            <a:off x="6399214" y="2959617"/>
            <a:ext cx="319087" cy="300037"/>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2" name="Oval 31"/>
          <p:cNvSpPr/>
          <p:nvPr/>
        </p:nvSpPr>
        <p:spPr>
          <a:xfrm>
            <a:off x="5680075" y="3380303"/>
            <a:ext cx="317500" cy="300038"/>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grpSp>
        <p:nvGrpSpPr>
          <p:cNvPr id="34" name="Group 33"/>
          <p:cNvGrpSpPr/>
          <p:nvPr/>
        </p:nvGrpSpPr>
        <p:grpSpPr>
          <a:xfrm>
            <a:off x="838200" y="4089918"/>
            <a:ext cx="7956550" cy="1754326"/>
            <a:chOff x="1701800" y="4089918"/>
            <a:chExt cx="7956550" cy="1754326"/>
          </a:xfrm>
        </p:grpSpPr>
        <p:sp>
          <p:nvSpPr>
            <p:cNvPr id="35" name="TextBox 19"/>
            <p:cNvSpPr txBox="1">
              <a:spLocks noChangeArrowheads="1"/>
            </p:cNvSpPr>
            <p:nvPr/>
          </p:nvSpPr>
          <p:spPr bwMode="auto">
            <a:xfrm>
              <a:off x="1701800" y="4089918"/>
              <a:ext cx="7956550" cy="1754326"/>
            </a:xfrm>
            <a:prstGeom prst="rect">
              <a:avLst/>
            </a:prstGeom>
            <a:noFill/>
            <a:ln w="9525">
              <a:noFill/>
              <a:miter lim="800000"/>
              <a:headEnd/>
              <a:tailEnd/>
            </a:ln>
          </p:spPr>
          <p:txBody>
            <a:bodyPr>
              <a:spAutoFit/>
            </a:bodyPr>
            <a:lstStyle/>
            <a:p>
              <a:r>
                <a:rPr lang="tr-TR" dirty="0"/>
                <a:t>P(    ) =              P(    ) =              P (</a:t>
              </a:r>
              <a:r>
                <a:rPr lang="en-CA" dirty="0">
                  <a:solidFill>
                    <a:srgbClr val="FF0000"/>
                  </a:solidFill>
                </a:rPr>
                <a:t>Red</a:t>
              </a:r>
              <a:r>
                <a:rPr lang="en-CA" dirty="0"/>
                <a:t>) =</a:t>
              </a:r>
              <a:r>
                <a:rPr lang="tr-TR" dirty="0"/>
                <a:t>     </a:t>
              </a:r>
              <a:r>
                <a:rPr lang="en-CA" dirty="0"/>
                <a:t> </a:t>
              </a:r>
              <a:r>
                <a:rPr lang="tr-TR" dirty="0"/>
                <a:t>  </a:t>
              </a:r>
              <a:r>
                <a:rPr lang="en-CA" dirty="0"/>
                <a:t>      </a:t>
              </a:r>
              <a:r>
                <a:rPr lang="tr-TR" dirty="0"/>
                <a:t>   </a:t>
              </a:r>
              <a:r>
                <a:rPr lang="tr-TR" sz="1200" dirty="0"/>
                <a:t> </a:t>
              </a:r>
              <a:r>
                <a:rPr lang="en-CA" dirty="0"/>
                <a:t>P (</a:t>
              </a:r>
              <a:r>
                <a:rPr lang="en-CA" dirty="0">
                  <a:solidFill>
                    <a:srgbClr val="0070C0"/>
                  </a:solidFill>
                </a:rPr>
                <a:t>Blue</a:t>
              </a:r>
              <a:r>
                <a:rPr lang="en-CA" dirty="0"/>
                <a:t>) =</a:t>
              </a:r>
            </a:p>
            <a:p>
              <a:r>
                <a:rPr lang="en-CA" dirty="0"/>
                <a:t>    </a:t>
              </a:r>
            </a:p>
            <a:p>
              <a:r>
                <a:rPr lang="en-CA" dirty="0"/>
                <a:t>P (</a:t>
              </a:r>
              <a:r>
                <a:rPr lang="en-CA" dirty="0">
                  <a:solidFill>
                    <a:srgbClr val="0070C0"/>
                  </a:solidFill>
                </a:rPr>
                <a:t>Blue</a:t>
              </a:r>
              <a:r>
                <a:rPr lang="en-CA" dirty="0"/>
                <a:t> </a:t>
              </a:r>
              <a:r>
                <a:rPr lang="en-CA" dirty="0">
                  <a:sym typeface="Symbol" pitchFamily="18" charset="2"/>
                </a:rPr>
                <a:t>    ) = </a:t>
              </a:r>
              <a:r>
                <a:rPr lang="en-CA" dirty="0"/>
                <a:t>P (   ) =</a:t>
              </a:r>
              <a:endParaRPr lang="tr-TR" dirty="0"/>
            </a:p>
            <a:p>
              <a:endParaRPr lang="en-CA" dirty="0"/>
            </a:p>
            <a:p>
              <a:r>
                <a:rPr lang="tr-TR" dirty="0"/>
                <a:t>P (</a:t>
              </a:r>
              <a:r>
                <a:rPr lang="en-CA" dirty="0">
                  <a:solidFill>
                    <a:srgbClr val="0070C0"/>
                  </a:solidFill>
                </a:rPr>
                <a:t>Blue</a:t>
              </a:r>
              <a:r>
                <a:rPr lang="tr-TR" dirty="0">
                  <a:sym typeface="Symbol" pitchFamily="18" charset="2"/>
                </a:rPr>
                <a:t>   ) =</a:t>
              </a:r>
            </a:p>
            <a:p>
              <a:endParaRPr lang="en-CA" dirty="0"/>
            </a:p>
          </p:txBody>
        </p:sp>
        <p:sp>
          <p:nvSpPr>
            <p:cNvPr id="36" name="Isosceles Triangle 35"/>
            <p:cNvSpPr/>
            <p:nvPr/>
          </p:nvSpPr>
          <p:spPr>
            <a:xfrm>
              <a:off x="2045628" y="4134509"/>
              <a:ext cx="165100"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7" name="Isosceles Triangle 36"/>
            <p:cNvSpPr/>
            <p:nvPr/>
          </p:nvSpPr>
          <p:spPr>
            <a:xfrm>
              <a:off x="3675008" y="4656581"/>
              <a:ext cx="158752" cy="265112"/>
            </a:xfrm>
            <a:prstGeom prst="triangle">
              <a:avLst/>
            </a:prstGeom>
            <a:solidFill>
              <a:srgbClr val="00B0F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8" name="Isosceles Triangle 37"/>
            <p:cNvSpPr/>
            <p:nvPr/>
          </p:nvSpPr>
          <p:spPr>
            <a:xfrm>
              <a:off x="2681460" y="5177184"/>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0" name="Isosceles Triangle 39"/>
            <p:cNvSpPr/>
            <p:nvPr/>
          </p:nvSpPr>
          <p:spPr>
            <a:xfrm>
              <a:off x="2810725" y="4628039"/>
              <a:ext cx="165100" cy="284162"/>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1" name="Oval 40"/>
            <p:cNvSpPr/>
            <p:nvPr/>
          </p:nvSpPr>
          <p:spPr>
            <a:xfrm>
              <a:off x="3699679" y="4182308"/>
              <a:ext cx="220662" cy="22542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grpSp>
    </p:spTree>
    <p:extLst>
      <p:ext uri="{BB962C8B-B14F-4D97-AF65-F5344CB8AC3E}">
        <p14:creationId xmlns:p14="http://schemas.microsoft.com/office/powerpoint/2010/main" val="1573895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Probability: A Quick Introduction</a:t>
            </a:r>
          </a:p>
        </p:txBody>
      </p:sp>
      <p:sp>
        <p:nvSpPr>
          <p:cNvPr id="22" name="Oval 21"/>
          <p:cNvSpPr/>
          <p:nvPr/>
        </p:nvSpPr>
        <p:spPr>
          <a:xfrm>
            <a:off x="3240089" y="1686442"/>
            <a:ext cx="4511675" cy="2281237"/>
          </a:xfrm>
          <a:prstGeom prst="ellips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3" name="Isosceles Triangle 22"/>
          <p:cNvSpPr/>
          <p:nvPr/>
        </p:nvSpPr>
        <p:spPr>
          <a:xfrm>
            <a:off x="5003801" y="2497654"/>
            <a:ext cx="269875" cy="322263"/>
          </a:xfrm>
          <a:prstGeom prst="triangl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4" name="Isosceles Triangle 23"/>
          <p:cNvSpPr/>
          <p:nvPr/>
        </p:nvSpPr>
        <p:spPr>
          <a:xfrm>
            <a:off x="4591051" y="1991241"/>
            <a:ext cx="269875" cy="322262"/>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5" name="Isosceles Triangle 24"/>
          <p:cNvSpPr/>
          <p:nvPr/>
        </p:nvSpPr>
        <p:spPr>
          <a:xfrm>
            <a:off x="5089526" y="1900754"/>
            <a:ext cx="269875" cy="322263"/>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6" name="Isosceles Triangle 25"/>
          <p:cNvSpPr/>
          <p:nvPr/>
        </p:nvSpPr>
        <p:spPr>
          <a:xfrm>
            <a:off x="4438651" y="2515116"/>
            <a:ext cx="269875" cy="322262"/>
          </a:xfrm>
          <a:prstGeom prst="triangl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7" name="Isosceles Triangle 26"/>
          <p:cNvSpPr/>
          <p:nvPr/>
        </p:nvSpPr>
        <p:spPr>
          <a:xfrm>
            <a:off x="4757739" y="3040579"/>
            <a:ext cx="269875" cy="322263"/>
          </a:xfrm>
          <a:prstGeom prst="triangl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8" name="Oval 27"/>
          <p:cNvSpPr/>
          <p:nvPr/>
        </p:nvSpPr>
        <p:spPr>
          <a:xfrm>
            <a:off x="5786438" y="2116653"/>
            <a:ext cx="317500" cy="298450"/>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29" name="Oval 28"/>
          <p:cNvSpPr/>
          <p:nvPr/>
        </p:nvSpPr>
        <p:spPr>
          <a:xfrm>
            <a:off x="6383338" y="2343667"/>
            <a:ext cx="317500" cy="300037"/>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0" name="Oval 29"/>
          <p:cNvSpPr/>
          <p:nvPr/>
        </p:nvSpPr>
        <p:spPr>
          <a:xfrm>
            <a:off x="5832475" y="2854842"/>
            <a:ext cx="317500" cy="300037"/>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1" name="Oval 30"/>
          <p:cNvSpPr/>
          <p:nvPr/>
        </p:nvSpPr>
        <p:spPr>
          <a:xfrm>
            <a:off x="6399214" y="2959617"/>
            <a:ext cx="319087" cy="300037"/>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32" name="Oval 31"/>
          <p:cNvSpPr/>
          <p:nvPr/>
        </p:nvSpPr>
        <p:spPr>
          <a:xfrm>
            <a:off x="5680075" y="3380303"/>
            <a:ext cx="317500" cy="300038"/>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grpSp>
        <p:nvGrpSpPr>
          <p:cNvPr id="40" name="Group 39"/>
          <p:cNvGrpSpPr/>
          <p:nvPr/>
        </p:nvGrpSpPr>
        <p:grpSpPr>
          <a:xfrm>
            <a:off x="841248" y="4089918"/>
            <a:ext cx="7956550" cy="2385268"/>
            <a:chOff x="1701800" y="4089918"/>
            <a:chExt cx="7956550" cy="2385268"/>
          </a:xfrm>
        </p:grpSpPr>
        <p:sp>
          <p:nvSpPr>
            <p:cNvPr id="41" name="TextBox 19"/>
            <p:cNvSpPr txBox="1">
              <a:spLocks noChangeArrowheads="1"/>
            </p:cNvSpPr>
            <p:nvPr/>
          </p:nvSpPr>
          <p:spPr bwMode="auto">
            <a:xfrm>
              <a:off x="1701800" y="4089918"/>
              <a:ext cx="7956550" cy="2385268"/>
            </a:xfrm>
            <a:prstGeom prst="rect">
              <a:avLst/>
            </a:prstGeom>
            <a:noFill/>
            <a:ln w="9525">
              <a:noFill/>
              <a:miter lim="800000"/>
              <a:headEnd/>
              <a:tailEnd/>
            </a:ln>
          </p:spPr>
          <p:txBody>
            <a:bodyPr>
              <a:spAutoFit/>
            </a:bodyPr>
            <a:lstStyle/>
            <a:p>
              <a:r>
                <a:rPr lang="tr-TR" dirty="0"/>
                <a:t>P(    ) = 5/10      P(    ) = 5/10         P (</a:t>
              </a:r>
              <a:r>
                <a:rPr lang="en-CA" dirty="0">
                  <a:solidFill>
                    <a:srgbClr val="FF0000"/>
                  </a:solidFill>
                </a:rPr>
                <a:t>Red</a:t>
              </a:r>
              <a:r>
                <a:rPr lang="en-CA" dirty="0"/>
                <a:t>) =</a:t>
              </a:r>
              <a:r>
                <a:rPr lang="tr-TR" dirty="0"/>
                <a:t> 3/10</a:t>
              </a:r>
              <a:r>
                <a:rPr lang="en-CA" dirty="0"/>
                <a:t> </a:t>
              </a:r>
              <a:r>
                <a:rPr lang="tr-TR" dirty="0"/>
                <a:t>  </a:t>
              </a:r>
              <a:r>
                <a:rPr lang="en-CA" dirty="0"/>
                <a:t>      P (</a:t>
              </a:r>
              <a:r>
                <a:rPr lang="en-CA" dirty="0">
                  <a:solidFill>
                    <a:srgbClr val="0070C0"/>
                  </a:solidFill>
                </a:rPr>
                <a:t>Blue</a:t>
              </a:r>
              <a:r>
                <a:rPr lang="en-CA" dirty="0"/>
                <a:t>) =</a:t>
              </a:r>
              <a:r>
                <a:rPr lang="tr-TR" dirty="0"/>
                <a:t> 7/10</a:t>
              </a:r>
              <a:endParaRPr lang="en-CA" dirty="0"/>
            </a:p>
            <a:p>
              <a:r>
                <a:rPr lang="en-CA" dirty="0"/>
                <a:t>    </a:t>
              </a:r>
            </a:p>
            <a:p>
              <a:r>
                <a:rPr lang="en-CA" dirty="0"/>
                <a:t>P (</a:t>
              </a:r>
              <a:r>
                <a:rPr lang="en-CA" dirty="0">
                  <a:solidFill>
                    <a:srgbClr val="0070C0"/>
                  </a:solidFill>
                </a:rPr>
                <a:t>Blue</a:t>
              </a:r>
              <a:r>
                <a:rPr lang="en-CA" dirty="0"/>
                <a:t> </a:t>
              </a:r>
              <a:r>
                <a:rPr lang="en-CA" dirty="0">
                  <a:sym typeface="Symbol" pitchFamily="18" charset="2"/>
                </a:rPr>
                <a:t>    ) = </a:t>
              </a:r>
              <a:r>
                <a:rPr lang="en-CA" dirty="0"/>
                <a:t>P (   ) = </a:t>
              </a:r>
              <a:r>
                <a:rPr lang="tr-TR" dirty="0"/>
                <a:t>3/10</a:t>
              </a:r>
            </a:p>
            <a:p>
              <a:endParaRPr lang="en-CA" dirty="0"/>
            </a:p>
            <a:p>
              <a:r>
                <a:rPr lang="tr-TR" dirty="0"/>
                <a:t>P (</a:t>
              </a:r>
              <a:r>
                <a:rPr lang="en-CA" dirty="0">
                  <a:solidFill>
                    <a:srgbClr val="0070C0"/>
                  </a:solidFill>
                </a:rPr>
                <a:t>Blue</a:t>
              </a:r>
              <a:r>
                <a:rPr lang="tr-TR" dirty="0">
                  <a:sym typeface="Symbol" pitchFamily="18" charset="2"/>
                </a:rPr>
                <a:t>   ) = 3/5</a:t>
              </a:r>
            </a:p>
            <a:p>
              <a:endParaRPr lang="tr-TR" dirty="0">
                <a:sym typeface="Symbol" pitchFamily="18" charset="2"/>
              </a:endParaRPr>
            </a:p>
            <a:p>
              <a:pPr>
                <a:spcAft>
                  <a:spcPts val="600"/>
                </a:spcAft>
              </a:pPr>
              <a:r>
                <a:rPr lang="tr-TR" dirty="0"/>
                <a:t>P (</a:t>
              </a:r>
              <a:r>
                <a:rPr lang="en-CA" dirty="0">
                  <a:solidFill>
                    <a:srgbClr val="0070C0"/>
                  </a:solidFill>
                </a:rPr>
                <a:t>Blue</a:t>
              </a:r>
              <a:r>
                <a:rPr lang="tr-TR" dirty="0">
                  <a:sym typeface="Symbol" pitchFamily="18" charset="2"/>
                </a:rPr>
                <a:t>   ) = </a:t>
              </a:r>
              <a:r>
                <a:rPr lang="en-CA" dirty="0"/>
                <a:t>P (</a:t>
              </a:r>
              <a:r>
                <a:rPr lang="en-CA" dirty="0">
                  <a:solidFill>
                    <a:srgbClr val="0070C0"/>
                  </a:solidFill>
                </a:rPr>
                <a:t>Blue</a:t>
              </a:r>
              <a:r>
                <a:rPr lang="en-CA" dirty="0"/>
                <a:t> </a:t>
              </a:r>
              <a:r>
                <a:rPr lang="en-CA" dirty="0">
                  <a:sym typeface="Symbol" pitchFamily="18" charset="2"/>
                </a:rPr>
                <a:t>    ) </a:t>
              </a:r>
              <a:r>
                <a:rPr lang="tr-TR" dirty="0">
                  <a:sym typeface="Symbol" pitchFamily="18" charset="2"/>
                </a:rPr>
                <a:t>/ </a:t>
              </a:r>
              <a:r>
                <a:rPr lang="tr-TR" dirty="0"/>
                <a:t>P(    ) </a:t>
              </a:r>
            </a:p>
            <a:p>
              <a:r>
                <a:rPr lang="en-CA" dirty="0"/>
                <a:t>P (</a:t>
              </a:r>
              <a:r>
                <a:rPr lang="en-CA" dirty="0">
                  <a:solidFill>
                    <a:srgbClr val="0070C0"/>
                  </a:solidFill>
                </a:rPr>
                <a:t>Blue</a:t>
              </a:r>
              <a:r>
                <a:rPr lang="en-CA" dirty="0"/>
                <a:t> </a:t>
              </a:r>
              <a:r>
                <a:rPr lang="en-CA" dirty="0">
                  <a:sym typeface="Symbol" pitchFamily="18" charset="2"/>
                </a:rPr>
                <a:t>    ) </a:t>
              </a:r>
              <a:r>
                <a:rPr lang="tr-TR" dirty="0">
                  <a:sym typeface="Symbol" pitchFamily="18" charset="2"/>
                </a:rPr>
                <a:t>= </a:t>
              </a:r>
              <a:r>
                <a:rPr lang="tr-TR" dirty="0"/>
                <a:t>P (</a:t>
              </a:r>
              <a:r>
                <a:rPr lang="en-CA" dirty="0">
                  <a:solidFill>
                    <a:srgbClr val="0070C0"/>
                  </a:solidFill>
                </a:rPr>
                <a:t>Blue</a:t>
              </a:r>
              <a:r>
                <a:rPr lang="tr-TR" dirty="0">
                  <a:sym typeface="Symbol" pitchFamily="18" charset="2"/>
                </a:rPr>
                <a:t>   ) *</a:t>
              </a:r>
              <a:r>
                <a:rPr lang="tr-TR" dirty="0"/>
                <a:t> P(    ) </a:t>
              </a:r>
            </a:p>
          </p:txBody>
        </p:sp>
        <p:sp>
          <p:nvSpPr>
            <p:cNvPr id="42" name="Isosceles Triangle 41"/>
            <p:cNvSpPr/>
            <p:nvPr/>
          </p:nvSpPr>
          <p:spPr>
            <a:xfrm>
              <a:off x="2045628" y="4134509"/>
              <a:ext cx="165100"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3" name="Isosceles Triangle 42"/>
            <p:cNvSpPr/>
            <p:nvPr/>
          </p:nvSpPr>
          <p:spPr>
            <a:xfrm>
              <a:off x="3675008" y="4656581"/>
              <a:ext cx="158752" cy="265112"/>
            </a:xfrm>
            <a:prstGeom prst="triangle">
              <a:avLst/>
            </a:prstGeom>
            <a:solidFill>
              <a:srgbClr val="00B0F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4" name="Isosceles Triangle 43"/>
            <p:cNvSpPr/>
            <p:nvPr/>
          </p:nvSpPr>
          <p:spPr>
            <a:xfrm>
              <a:off x="2681460" y="5177184"/>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5" name="Isosceles Triangle 44"/>
            <p:cNvSpPr/>
            <p:nvPr/>
          </p:nvSpPr>
          <p:spPr>
            <a:xfrm>
              <a:off x="2810725" y="4628039"/>
              <a:ext cx="165100" cy="284162"/>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6" name="Oval 45"/>
            <p:cNvSpPr/>
            <p:nvPr/>
          </p:nvSpPr>
          <p:spPr>
            <a:xfrm>
              <a:off x="3699679" y="4194834"/>
              <a:ext cx="220662" cy="225425"/>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7" name="Isosceles Triangle 46"/>
            <p:cNvSpPr/>
            <p:nvPr/>
          </p:nvSpPr>
          <p:spPr>
            <a:xfrm>
              <a:off x="2667788" y="5703741"/>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8" name="Isosceles Triangle 47"/>
            <p:cNvSpPr/>
            <p:nvPr/>
          </p:nvSpPr>
          <p:spPr>
            <a:xfrm>
              <a:off x="4243909" y="5703741"/>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49" name="Isosceles Triangle 48"/>
            <p:cNvSpPr/>
            <p:nvPr/>
          </p:nvSpPr>
          <p:spPr>
            <a:xfrm>
              <a:off x="5000652" y="5737391"/>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dirty="0"/>
            </a:p>
          </p:txBody>
        </p:sp>
        <p:sp>
          <p:nvSpPr>
            <p:cNvPr id="50" name="Isosceles Triangle 49"/>
            <p:cNvSpPr/>
            <p:nvPr/>
          </p:nvSpPr>
          <p:spPr>
            <a:xfrm>
              <a:off x="2810725" y="6103184"/>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51" name="Isosceles Triangle 50"/>
            <p:cNvSpPr/>
            <p:nvPr/>
          </p:nvSpPr>
          <p:spPr>
            <a:xfrm>
              <a:off x="4243909" y="6103184"/>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sp>
          <p:nvSpPr>
            <p:cNvPr id="52" name="Isosceles Triangle 51"/>
            <p:cNvSpPr/>
            <p:nvPr/>
          </p:nvSpPr>
          <p:spPr>
            <a:xfrm>
              <a:off x="5025703" y="6097537"/>
              <a:ext cx="166687" cy="285750"/>
            </a:xfrm>
            <a:prstGeom prst="triangle">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CA"/>
            </a:p>
          </p:txBody>
        </p:sp>
      </p:grpSp>
    </p:spTree>
    <p:extLst>
      <p:ext uri="{BB962C8B-B14F-4D97-AF65-F5344CB8AC3E}">
        <p14:creationId xmlns:p14="http://schemas.microsoft.com/office/powerpoint/2010/main" val="3518957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Probability Calculus</a:t>
            </a:r>
          </a:p>
        </p:txBody>
      </p:sp>
      <p:sp>
        <p:nvSpPr>
          <p:cNvPr id="39" name="Content Placeholder 13"/>
          <p:cNvSpPr>
            <a:spLocks noGrp="1"/>
          </p:cNvSpPr>
          <p:nvPr>
            <p:ph idx="4294967295"/>
          </p:nvPr>
        </p:nvSpPr>
        <p:spPr>
          <a:xfrm>
            <a:off x="838200" y="1482725"/>
            <a:ext cx="10630546" cy="4351338"/>
          </a:xfrm>
          <a:prstGeom prst="rect">
            <a:avLst/>
          </a:prstGeo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P(not(A)) = P(A</a:t>
            </a:r>
            <a:r>
              <a:rPr lang="en-US" sz="2400" baseline="30000" dirty="0">
                <a:latin typeface="Arial" panose="020B0604020202020204" pitchFamily="34" charset="0"/>
                <a:cs typeface="Arial" panose="020B0604020202020204" pitchFamily="34" charset="0"/>
              </a:rPr>
              <a:t>c</a:t>
            </a:r>
            <a:r>
              <a:rPr lang="en-US" sz="2400" dirty="0">
                <a:latin typeface="Arial" panose="020B0604020202020204" pitchFamily="34" charset="0"/>
                <a:cs typeface="Arial" panose="020B0604020202020204" pitchFamily="34" charset="0"/>
              </a:rPr>
              <a:t>) = 1-P(A)</a:t>
            </a:r>
          </a:p>
          <a:p>
            <a:pPr>
              <a:lnSpc>
                <a:spcPct val="120000"/>
              </a:lnSpc>
              <a:spcBef>
                <a:spcPts val="600"/>
              </a:spcBef>
            </a:pPr>
            <a:r>
              <a:rPr lang="en-US" altLang="en-US" sz="2400" dirty="0">
                <a:latin typeface="Arial" panose="020B0604020202020204" pitchFamily="34" charset="0"/>
                <a:cs typeface="Arial" panose="020B0604020202020204" pitchFamily="34" charset="0"/>
              </a:rPr>
              <a:t>If A,B are </a:t>
            </a:r>
            <a:r>
              <a:rPr lang="en-US" altLang="en-US" sz="2400" b="1" dirty="0">
                <a:latin typeface="Arial" panose="020B0604020202020204" pitchFamily="34" charset="0"/>
                <a:cs typeface="Arial" panose="020B0604020202020204" pitchFamily="34" charset="0"/>
              </a:rPr>
              <a:t>not mutually exclusive</a:t>
            </a:r>
          </a:p>
          <a:p>
            <a:pPr lvl="1">
              <a:lnSpc>
                <a:spcPct val="120000"/>
              </a:lnSpc>
              <a:spcBef>
                <a:spcPts val="600"/>
              </a:spcBef>
            </a:pPr>
            <a:r>
              <a:rPr lang="en-US" altLang="en-US" dirty="0">
                <a:latin typeface="Arial" panose="020B0604020202020204" pitchFamily="34" charset="0"/>
                <a:cs typeface="Arial" panose="020B0604020202020204" pitchFamily="34" charset="0"/>
              </a:rPr>
              <a:t>P(A </a:t>
            </a:r>
            <a:r>
              <a:rPr lang="en-US" altLang="en-US" dirty="0">
                <a:latin typeface="Arial" panose="020B0604020202020204" pitchFamily="34" charset="0"/>
                <a:cs typeface="Arial" panose="020B0604020202020204" pitchFamily="34" charset="0"/>
                <a:sym typeface="Symbol" panose="05050102010706020507" pitchFamily="18" charset="2"/>
              </a:rPr>
              <a:t></a:t>
            </a:r>
            <a:r>
              <a:rPr lang="en-US" altLang="en-US" dirty="0">
                <a:latin typeface="Arial" panose="020B0604020202020204" pitchFamily="34" charset="0"/>
                <a:cs typeface="Arial" panose="020B0604020202020204" pitchFamily="34" charset="0"/>
              </a:rPr>
              <a:t> B) = </a:t>
            </a:r>
            <a:r>
              <a:rPr lang="en-US" dirty="0">
                <a:latin typeface="Arial" panose="020B0604020202020204" pitchFamily="34" charset="0"/>
                <a:cs typeface="Arial" panose="020B0604020202020204" pitchFamily="34" charset="0"/>
              </a:rPr>
              <a:t>P(A) + P(B) </a:t>
            </a:r>
            <a:r>
              <a:rPr lang="tr-TR"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P(A </a:t>
            </a:r>
            <a:r>
              <a:rPr lang="en-US" altLang="en-US" dirty="0">
                <a:latin typeface="Arial" panose="020B0604020202020204" pitchFamily="34" charset="0"/>
                <a:cs typeface="Arial" panose="020B0604020202020204" pitchFamily="34" charset="0"/>
                <a:sym typeface="Symbol" panose="05050102010706020507" pitchFamily="18" charset="2"/>
              </a:rPr>
              <a:t></a:t>
            </a:r>
            <a:r>
              <a:rPr lang="en-US" altLang="en-US" dirty="0">
                <a:latin typeface="Arial" panose="020B0604020202020204" pitchFamily="34" charset="0"/>
                <a:cs typeface="Arial" panose="020B0604020202020204" pitchFamily="34" charset="0"/>
              </a:rPr>
              <a:t> B)</a:t>
            </a:r>
            <a:endParaRPr lang="tr-TR" altLang="en-US" dirty="0">
              <a:latin typeface="Arial" panose="020B0604020202020204" pitchFamily="34" charset="0"/>
              <a:cs typeface="Arial" panose="020B0604020202020204" pitchFamily="34" charset="0"/>
            </a:endParaRPr>
          </a:p>
          <a:p>
            <a:pPr lvl="1">
              <a:lnSpc>
                <a:spcPct val="120000"/>
              </a:lnSpc>
              <a:spcBef>
                <a:spcPts val="600"/>
              </a:spcBef>
            </a:pPr>
            <a:endParaRPr lang="tr-TR" sz="2400" dirty="0">
              <a:latin typeface="Arial" panose="020B0604020202020204" pitchFamily="34" charset="0"/>
              <a:cs typeface="Arial" panose="020B0604020202020204" pitchFamily="34" charset="0"/>
            </a:endParaRPr>
          </a:p>
          <a:p>
            <a:pPr lvl="1">
              <a:lnSpc>
                <a:spcPct val="120000"/>
              </a:lnSpc>
              <a:spcBef>
                <a:spcPts val="600"/>
              </a:spcBef>
            </a:pPr>
            <a:endParaRPr lang="tr-TR" sz="2400" dirty="0">
              <a:latin typeface="Arial" panose="020B0604020202020204" pitchFamily="34" charset="0"/>
              <a:cs typeface="Arial" panose="020B0604020202020204" pitchFamily="34" charset="0"/>
            </a:endParaRPr>
          </a:p>
          <a:p>
            <a:endParaRPr lang="tr-TR"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If A, B are </a:t>
            </a:r>
            <a:r>
              <a:rPr lang="en-US" sz="2400" b="1" dirty="0">
                <a:latin typeface="Arial" panose="020B0604020202020204" pitchFamily="34" charset="0"/>
                <a:cs typeface="Arial" panose="020B0604020202020204" pitchFamily="34" charset="0"/>
              </a:rPr>
              <a:t>mutually exclusive</a:t>
            </a:r>
            <a:r>
              <a:rPr lang="en-US" sz="2400"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P(A </a:t>
            </a:r>
            <a:r>
              <a:rPr lang="en-US" altLang="en-US" dirty="0">
                <a:latin typeface="Arial" panose="020B0604020202020204" pitchFamily="34" charset="0"/>
                <a:cs typeface="Arial" panose="020B0604020202020204" pitchFamily="34" charset="0"/>
                <a:sym typeface="Symbol" panose="05050102010706020507" pitchFamily="18" charset="2"/>
              </a:rPr>
              <a:t></a:t>
            </a:r>
            <a:r>
              <a:rPr lang="en-US" dirty="0">
                <a:latin typeface="Arial" panose="020B0604020202020204" pitchFamily="34" charset="0"/>
                <a:cs typeface="Arial" panose="020B0604020202020204" pitchFamily="34" charset="0"/>
              </a:rPr>
              <a:t> B) = P(A) + P(B)</a:t>
            </a:r>
          </a:p>
        </p:txBody>
      </p:sp>
      <p:grpSp>
        <p:nvGrpSpPr>
          <p:cNvPr id="40" name="Group 9"/>
          <p:cNvGrpSpPr>
            <a:grpSpLocks/>
          </p:cNvGrpSpPr>
          <p:nvPr/>
        </p:nvGrpSpPr>
        <p:grpSpPr bwMode="auto">
          <a:xfrm>
            <a:off x="1579727" y="5491163"/>
            <a:ext cx="2743200" cy="1295400"/>
            <a:chOff x="1968" y="2736"/>
            <a:chExt cx="1728" cy="816"/>
          </a:xfrm>
        </p:grpSpPr>
        <p:sp>
          <p:nvSpPr>
            <p:cNvPr id="41" name="Rectangle 4"/>
            <p:cNvSpPr>
              <a:spLocks noChangeArrowheads="1"/>
            </p:cNvSpPr>
            <p:nvPr/>
          </p:nvSpPr>
          <p:spPr bwMode="auto">
            <a:xfrm>
              <a:off x="1968" y="2736"/>
              <a:ext cx="1728" cy="816"/>
            </a:xfrm>
            <a:prstGeom prst="rect">
              <a:avLst/>
            </a:prstGeom>
            <a:noFill/>
            <a:ln w="9525">
              <a:solidFill>
                <a:schemeClr val="tx1"/>
              </a:solidFill>
              <a:miter lim="800000"/>
              <a:headEnd/>
              <a:tailEnd/>
            </a:ln>
          </p:spPr>
          <p:txBody>
            <a:bodyPr wrap="none" anchor="ctr"/>
            <a:lstStyle/>
            <a:p>
              <a:endParaRPr lang="tr-TR"/>
            </a:p>
          </p:txBody>
        </p:sp>
        <p:sp>
          <p:nvSpPr>
            <p:cNvPr id="42" name="Oval 5"/>
            <p:cNvSpPr>
              <a:spLocks noChangeArrowheads="1"/>
            </p:cNvSpPr>
            <p:nvPr/>
          </p:nvSpPr>
          <p:spPr bwMode="auto">
            <a:xfrm>
              <a:off x="2160" y="2928"/>
              <a:ext cx="480" cy="432"/>
            </a:xfrm>
            <a:prstGeom prst="ellipse">
              <a:avLst/>
            </a:prstGeom>
            <a:noFill/>
            <a:ln w="9525">
              <a:solidFill>
                <a:schemeClr val="tx1"/>
              </a:solidFill>
              <a:round/>
              <a:headEnd/>
              <a:tailEnd/>
            </a:ln>
          </p:spPr>
          <p:txBody>
            <a:bodyPr wrap="none" anchor="ctr"/>
            <a:lstStyle/>
            <a:p>
              <a:endParaRPr lang="tr-TR"/>
            </a:p>
          </p:txBody>
        </p:sp>
        <p:sp>
          <p:nvSpPr>
            <p:cNvPr id="43" name="Oval 6"/>
            <p:cNvSpPr>
              <a:spLocks noChangeArrowheads="1"/>
            </p:cNvSpPr>
            <p:nvPr/>
          </p:nvSpPr>
          <p:spPr bwMode="auto">
            <a:xfrm>
              <a:off x="2880" y="3024"/>
              <a:ext cx="480" cy="384"/>
            </a:xfrm>
            <a:prstGeom prst="ellipse">
              <a:avLst/>
            </a:prstGeom>
            <a:noFill/>
            <a:ln w="9525">
              <a:solidFill>
                <a:schemeClr val="tx1"/>
              </a:solidFill>
              <a:round/>
              <a:headEnd/>
              <a:tailEnd/>
            </a:ln>
          </p:spPr>
          <p:txBody>
            <a:bodyPr wrap="none" anchor="ctr"/>
            <a:lstStyle/>
            <a:p>
              <a:endParaRPr lang="tr-TR"/>
            </a:p>
          </p:txBody>
        </p:sp>
        <p:sp>
          <p:nvSpPr>
            <p:cNvPr id="44" name="Text Box 7"/>
            <p:cNvSpPr txBox="1">
              <a:spLocks noChangeArrowheads="1"/>
            </p:cNvSpPr>
            <p:nvPr/>
          </p:nvSpPr>
          <p:spPr bwMode="auto">
            <a:xfrm>
              <a:off x="2256" y="3024"/>
              <a:ext cx="288" cy="288"/>
            </a:xfrm>
            <a:prstGeom prst="rect">
              <a:avLst/>
            </a:prstGeom>
            <a:noFill/>
            <a:ln w="9525">
              <a:noFill/>
              <a:miter lim="800000"/>
              <a:headEnd/>
              <a:tailEnd/>
            </a:ln>
          </p:spPr>
          <p:txBody>
            <a:bodyPr>
              <a:spAutoFit/>
            </a:bodyPr>
            <a:lstStyle/>
            <a:p>
              <a:pPr algn="r" rtl="1" eaLnBrk="1" hangingPunct="1">
                <a:spcBef>
                  <a:spcPct val="50000"/>
                </a:spcBef>
              </a:pPr>
              <a:r>
                <a:rPr lang="en-US" sz="2400">
                  <a:latin typeface="Times New Roman" pitchFamily="18" charset="0"/>
                  <a:ea typeface="Times New Roman (Hebrew)"/>
                  <a:cs typeface="Times New Roman (Hebrew)"/>
                </a:rPr>
                <a:t>A</a:t>
              </a:r>
            </a:p>
          </p:txBody>
        </p:sp>
        <p:sp>
          <p:nvSpPr>
            <p:cNvPr id="45" name="Text Box 8"/>
            <p:cNvSpPr txBox="1">
              <a:spLocks noChangeArrowheads="1"/>
            </p:cNvSpPr>
            <p:nvPr/>
          </p:nvSpPr>
          <p:spPr bwMode="auto">
            <a:xfrm>
              <a:off x="2976" y="3072"/>
              <a:ext cx="288" cy="288"/>
            </a:xfrm>
            <a:prstGeom prst="rect">
              <a:avLst/>
            </a:prstGeom>
            <a:noFill/>
            <a:ln w="9525">
              <a:noFill/>
              <a:miter lim="800000"/>
              <a:headEnd/>
              <a:tailEnd/>
            </a:ln>
          </p:spPr>
          <p:txBody>
            <a:bodyPr>
              <a:spAutoFit/>
            </a:bodyPr>
            <a:lstStyle/>
            <a:p>
              <a:pPr algn="r" rtl="1" eaLnBrk="1" hangingPunct="1">
                <a:spcBef>
                  <a:spcPct val="50000"/>
                </a:spcBef>
              </a:pPr>
              <a:r>
                <a:rPr lang="en-US" sz="2400">
                  <a:latin typeface="Times New Roman" pitchFamily="18" charset="0"/>
                  <a:ea typeface="Times New Roman (Hebrew)"/>
                  <a:cs typeface="Times New Roman (Hebrew)"/>
                </a:rPr>
                <a:t>B</a:t>
              </a:r>
            </a:p>
          </p:txBody>
        </p:sp>
      </p:grpSp>
      <p:grpSp>
        <p:nvGrpSpPr>
          <p:cNvPr id="10" name="Group 10"/>
          <p:cNvGrpSpPr>
            <a:grpSpLocks/>
          </p:cNvGrpSpPr>
          <p:nvPr/>
        </p:nvGrpSpPr>
        <p:grpSpPr bwMode="auto">
          <a:xfrm>
            <a:off x="1579727" y="3090924"/>
            <a:ext cx="2743200" cy="1295400"/>
            <a:chOff x="2016" y="3312"/>
            <a:chExt cx="1728" cy="816"/>
          </a:xfrm>
        </p:grpSpPr>
        <p:sp>
          <p:nvSpPr>
            <p:cNvPr id="11" name="Rectangle 4"/>
            <p:cNvSpPr>
              <a:spLocks noChangeArrowheads="1"/>
            </p:cNvSpPr>
            <p:nvPr/>
          </p:nvSpPr>
          <p:spPr bwMode="auto">
            <a:xfrm>
              <a:off x="2016" y="3312"/>
              <a:ext cx="1728"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2" name="Oval 5"/>
            <p:cNvSpPr>
              <a:spLocks noChangeArrowheads="1"/>
            </p:cNvSpPr>
            <p:nvPr/>
          </p:nvSpPr>
          <p:spPr bwMode="auto">
            <a:xfrm>
              <a:off x="2064" y="3504"/>
              <a:ext cx="105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3" name="Oval 6"/>
            <p:cNvSpPr>
              <a:spLocks noChangeArrowheads="1"/>
            </p:cNvSpPr>
            <p:nvPr/>
          </p:nvSpPr>
          <p:spPr bwMode="auto">
            <a:xfrm>
              <a:off x="2544" y="3456"/>
              <a:ext cx="1008" cy="5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4" name="Text Box 7"/>
            <p:cNvSpPr txBox="1">
              <a:spLocks noChangeArrowheads="1"/>
            </p:cNvSpPr>
            <p:nvPr/>
          </p:nvSpPr>
          <p:spPr bwMode="auto">
            <a:xfrm>
              <a:off x="2112" y="3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sz="2400" b="0">
                  <a:solidFill>
                    <a:schemeClr val="tx1"/>
                  </a:solidFill>
                  <a:latin typeface="Times New Roman" panose="02020603050405020304" pitchFamily="18" charset="0"/>
                  <a:ea typeface="Times New Roman (Hebrew)"/>
                  <a:cs typeface="Times New Roman (Hebrew)"/>
                </a:rPr>
                <a:t>A</a:t>
              </a:r>
            </a:p>
          </p:txBody>
        </p:sp>
        <p:sp>
          <p:nvSpPr>
            <p:cNvPr id="15" name="Text Box 8"/>
            <p:cNvSpPr txBox="1">
              <a:spLocks noChangeArrowheads="1"/>
            </p:cNvSpPr>
            <p:nvPr/>
          </p:nvSpPr>
          <p:spPr bwMode="auto">
            <a:xfrm>
              <a:off x="3168" y="360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sz="2400" b="0">
                  <a:solidFill>
                    <a:schemeClr val="tx1"/>
                  </a:solidFill>
                  <a:latin typeface="Times New Roman" panose="02020603050405020304" pitchFamily="18" charset="0"/>
                  <a:ea typeface="Times New Roman (Hebrew)"/>
                  <a:cs typeface="Times New Roman (Hebrew)"/>
                </a:rPr>
                <a:t>B</a:t>
              </a:r>
            </a:p>
          </p:txBody>
        </p:sp>
        <p:sp>
          <p:nvSpPr>
            <p:cNvPr id="16" name="Text Box 9"/>
            <p:cNvSpPr txBox="1">
              <a:spLocks noChangeArrowheads="1"/>
            </p:cNvSpPr>
            <p:nvPr/>
          </p:nvSpPr>
          <p:spPr bwMode="auto">
            <a:xfrm>
              <a:off x="2592" y="3648"/>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b="0">
                  <a:solidFill>
                    <a:schemeClr val="tx1"/>
                  </a:solidFill>
                  <a:latin typeface="Times New Roman" panose="02020603050405020304" pitchFamily="18" charset="0"/>
                  <a:ea typeface="Times New Roman (Hebrew)"/>
                  <a:cs typeface="Times New Roman (Hebrew)"/>
                </a:rPr>
                <a:t>A </a:t>
              </a:r>
              <a:r>
                <a:rPr lang="en-US" altLang="en-US" b="0">
                  <a:solidFill>
                    <a:schemeClr val="tx1"/>
                  </a:solidFill>
                  <a:latin typeface="Times New Roman" panose="02020603050405020304" pitchFamily="18" charset="0"/>
                  <a:sym typeface="Symbol" panose="05050102010706020507" pitchFamily="18" charset="2"/>
                </a:rPr>
                <a:t></a:t>
              </a:r>
              <a:r>
                <a:rPr lang="en-US" altLang="en-US" b="0">
                  <a:solidFill>
                    <a:schemeClr val="tx1"/>
                  </a:solidFill>
                  <a:latin typeface="Times New Roman" panose="02020603050405020304" pitchFamily="18" charset="0"/>
                  <a:ea typeface="Times New Roman (Hebrew)"/>
                  <a:cs typeface="Times New Roman (Hebrew)"/>
                </a:rPr>
                <a:t> B</a:t>
              </a:r>
            </a:p>
          </p:txBody>
        </p:sp>
      </p:grpSp>
    </p:spTree>
    <p:extLst>
      <p:ext uri="{BB962C8B-B14F-4D97-AF65-F5344CB8AC3E}">
        <p14:creationId xmlns:p14="http://schemas.microsoft.com/office/powerpoint/2010/main" val="3999223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Probability Calculus</a:t>
            </a:r>
          </a:p>
        </p:txBody>
      </p:sp>
      <p:sp>
        <p:nvSpPr>
          <p:cNvPr id="39" name="Content Placeholder 13"/>
          <p:cNvSpPr>
            <a:spLocks noGrp="1"/>
          </p:cNvSpPr>
          <p:nvPr>
            <p:ph idx="4294967295"/>
          </p:nvPr>
        </p:nvSpPr>
        <p:spPr>
          <a:xfrm>
            <a:off x="838200" y="1482725"/>
            <a:ext cx="10630546" cy="4351338"/>
          </a:xfrm>
          <a:prstGeom prst="rect">
            <a:avLst/>
          </a:prstGeo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P(A </a:t>
            </a:r>
            <a:r>
              <a:rPr lang="en-US" sz="2400" dirty="0">
                <a:latin typeface="Arial" panose="020B0604020202020204" pitchFamily="34" charset="0"/>
                <a:cs typeface="Arial" panose="020B0604020202020204" pitchFamily="34" charset="0"/>
                <a:sym typeface="Symbol" pitchFamily="18" charset="2"/>
              </a:rPr>
              <a:t></a:t>
            </a:r>
            <a:r>
              <a:rPr lang="en-US" sz="2400" dirty="0">
                <a:latin typeface="Arial" panose="020B0604020202020204" pitchFamily="34" charset="0"/>
                <a:cs typeface="Arial" panose="020B0604020202020204" pitchFamily="34" charset="0"/>
              </a:rPr>
              <a:t> B) = P(A) * P(B|A)</a:t>
            </a:r>
          </a:p>
          <a:p>
            <a:pPr>
              <a:lnSpc>
                <a:spcPct val="120000"/>
              </a:lnSpc>
              <a:spcBef>
                <a:spcPts val="600"/>
              </a:spcBef>
            </a:pPr>
            <a:r>
              <a:rPr lang="en-US" sz="2400" dirty="0">
                <a:latin typeface="Arial" panose="020B0604020202020204" pitchFamily="34" charset="0"/>
                <a:cs typeface="Arial" panose="020B0604020202020204" pitchFamily="34" charset="0"/>
              </a:rPr>
              <a:t>A, B are </a:t>
            </a:r>
            <a:r>
              <a:rPr lang="en-US" sz="2400" b="1" dirty="0">
                <a:latin typeface="Arial" panose="020B0604020202020204" pitchFamily="34" charset="0"/>
                <a:cs typeface="Arial" panose="020B0604020202020204" pitchFamily="34" charset="0"/>
              </a:rPr>
              <a:t>independent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iff</a:t>
            </a:r>
            <a:r>
              <a:rPr lang="en-US" sz="2400" dirty="0">
                <a:latin typeface="Arial" panose="020B0604020202020204" pitchFamily="34" charset="0"/>
                <a:cs typeface="Arial" panose="020B0604020202020204" pitchFamily="34" charset="0"/>
              </a:rPr>
              <a:t> </a:t>
            </a:r>
          </a:p>
          <a:p>
            <a:pPr lvl="1">
              <a:lnSpc>
                <a:spcPct val="120000"/>
              </a:lnSpc>
              <a:spcBef>
                <a:spcPts val="600"/>
              </a:spcBef>
            </a:pPr>
            <a:r>
              <a:rPr lang="en-US" dirty="0">
                <a:latin typeface="Arial" panose="020B0604020202020204" pitchFamily="34" charset="0"/>
                <a:cs typeface="Arial" panose="020B0604020202020204" pitchFamily="34" charset="0"/>
              </a:rPr>
              <a:t>P(A </a:t>
            </a:r>
            <a:r>
              <a:rPr lang="en-US" dirty="0">
                <a:latin typeface="Arial" panose="020B0604020202020204" pitchFamily="34" charset="0"/>
                <a:cs typeface="Arial" panose="020B0604020202020204" pitchFamily="34" charset="0"/>
                <a:sym typeface="Symbol" pitchFamily="18" charset="2"/>
              </a:rPr>
              <a:t></a:t>
            </a:r>
            <a:r>
              <a:rPr lang="en-US" dirty="0">
                <a:latin typeface="Arial" panose="020B0604020202020204" pitchFamily="34" charset="0"/>
                <a:cs typeface="Arial" panose="020B0604020202020204" pitchFamily="34" charset="0"/>
              </a:rPr>
              <a:t> B) = P(A) * P(B) </a:t>
            </a:r>
          </a:p>
          <a:p>
            <a:pPr lvl="1">
              <a:lnSpc>
                <a:spcPct val="120000"/>
              </a:lnSpc>
              <a:spcBef>
                <a:spcPts val="600"/>
              </a:spcBef>
            </a:pPr>
            <a:r>
              <a:rPr lang="en-US" dirty="0">
                <a:latin typeface="Arial" panose="020B0604020202020204" pitchFamily="34" charset="0"/>
                <a:cs typeface="Arial" panose="020B0604020202020204" pitchFamily="34" charset="0"/>
              </a:rPr>
              <a:t>That is, P(A) = P(A|B)</a:t>
            </a:r>
            <a:endParaRPr lang="tr-TR"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If A,B are </a:t>
            </a:r>
            <a:r>
              <a:rPr lang="en-US" altLang="en-US" sz="2400" b="1" dirty="0">
                <a:latin typeface="Arial" panose="020B0604020202020204" pitchFamily="34" charset="0"/>
                <a:cs typeface="Arial" panose="020B0604020202020204" pitchFamily="34" charset="0"/>
              </a:rPr>
              <a:t>not mutually exclusive, but are independent</a:t>
            </a:r>
            <a:r>
              <a:rPr lang="en-US" altLang="en-US" sz="2400" dirty="0">
                <a:latin typeface="Arial" panose="020B0604020202020204" pitchFamily="34" charset="0"/>
                <a:cs typeface="Arial" panose="020B0604020202020204" pitchFamily="34" charset="0"/>
              </a:rPr>
              <a:t>:</a:t>
            </a:r>
          </a:p>
          <a:p>
            <a:pPr lvl="1">
              <a:lnSpc>
                <a:spcPct val="120000"/>
              </a:lnSpc>
              <a:spcBef>
                <a:spcPts val="600"/>
              </a:spcBef>
            </a:pPr>
            <a:r>
              <a:rPr lang="en-US" altLang="en-US" dirty="0">
                <a:latin typeface="Arial" panose="020B0604020202020204" pitchFamily="34" charset="0"/>
                <a:cs typeface="Arial" panose="020B0604020202020204" pitchFamily="34" charset="0"/>
              </a:rPr>
              <a:t>P(A </a:t>
            </a:r>
            <a:r>
              <a:rPr lang="en-US" altLang="en-US" dirty="0">
                <a:latin typeface="Arial" panose="020B0604020202020204" pitchFamily="34" charset="0"/>
                <a:cs typeface="Arial" panose="020B0604020202020204" pitchFamily="34" charset="0"/>
                <a:sym typeface="Symbol" panose="05050102010706020507" pitchFamily="18" charset="2"/>
              </a:rPr>
              <a:t></a:t>
            </a:r>
            <a:r>
              <a:rPr lang="en-US" altLang="en-US" dirty="0">
                <a:latin typeface="Arial" panose="020B0604020202020204" pitchFamily="34" charset="0"/>
                <a:cs typeface="Arial" panose="020B0604020202020204" pitchFamily="34" charset="0"/>
              </a:rPr>
              <a:t> B) = P(A)+P(B)-P(A)*P(B)</a:t>
            </a:r>
            <a:endParaRPr lang="en-US" dirty="0">
              <a:latin typeface="Arial" panose="020B0604020202020204" pitchFamily="34" charset="0"/>
              <a:cs typeface="Arial" panose="020B0604020202020204" pitchFamily="34" charset="0"/>
            </a:endParaRPr>
          </a:p>
        </p:txBody>
      </p:sp>
      <p:grpSp>
        <p:nvGrpSpPr>
          <p:cNvPr id="10" name="Group 10"/>
          <p:cNvGrpSpPr>
            <a:grpSpLocks/>
          </p:cNvGrpSpPr>
          <p:nvPr/>
        </p:nvGrpSpPr>
        <p:grpSpPr bwMode="auto">
          <a:xfrm>
            <a:off x="2063086" y="5283603"/>
            <a:ext cx="2743200" cy="1295400"/>
            <a:chOff x="2016" y="3312"/>
            <a:chExt cx="1728" cy="816"/>
          </a:xfrm>
        </p:grpSpPr>
        <p:sp>
          <p:nvSpPr>
            <p:cNvPr id="11" name="Rectangle 4"/>
            <p:cNvSpPr>
              <a:spLocks noChangeArrowheads="1"/>
            </p:cNvSpPr>
            <p:nvPr/>
          </p:nvSpPr>
          <p:spPr bwMode="auto">
            <a:xfrm>
              <a:off x="2016" y="3312"/>
              <a:ext cx="1728" cy="8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2" name="Oval 5"/>
            <p:cNvSpPr>
              <a:spLocks noChangeArrowheads="1"/>
            </p:cNvSpPr>
            <p:nvPr/>
          </p:nvSpPr>
          <p:spPr bwMode="auto">
            <a:xfrm>
              <a:off x="2064" y="3504"/>
              <a:ext cx="1056"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3" name="Oval 6"/>
            <p:cNvSpPr>
              <a:spLocks noChangeArrowheads="1"/>
            </p:cNvSpPr>
            <p:nvPr/>
          </p:nvSpPr>
          <p:spPr bwMode="auto">
            <a:xfrm>
              <a:off x="2544" y="3456"/>
              <a:ext cx="1008" cy="5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tr-TR" altLang="en-US"/>
            </a:p>
          </p:txBody>
        </p:sp>
        <p:sp>
          <p:nvSpPr>
            <p:cNvPr id="14" name="Text Box 7"/>
            <p:cNvSpPr txBox="1">
              <a:spLocks noChangeArrowheads="1"/>
            </p:cNvSpPr>
            <p:nvPr/>
          </p:nvSpPr>
          <p:spPr bwMode="auto">
            <a:xfrm>
              <a:off x="2112" y="3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sz="2400" b="0">
                  <a:solidFill>
                    <a:schemeClr val="tx1"/>
                  </a:solidFill>
                  <a:latin typeface="Times New Roman" panose="02020603050405020304" pitchFamily="18" charset="0"/>
                  <a:ea typeface="Times New Roman (Hebrew)"/>
                  <a:cs typeface="Times New Roman (Hebrew)"/>
                </a:rPr>
                <a:t>A</a:t>
              </a:r>
            </a:p>
          </p:txBody>
        </p:sp>
        <p:sp>
          <p:nvSpPr>
            <p:cNvPr id="15" name="Text Box 8"/>
            <p:cNvSpPr txBox="1">
              <a:spLocks noChangeArrowheads="1"/>
            </p:cNvSpPr>
            <p:nvPr/>
          </p:nvSpPr>
          <p:spPr bwMode="auto">
            <a:xfrm>
              <a:off x="3168" y="360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sz="2400" b="0">
                  <a:solidFill>
                    <a:schemeClr val="tx1"/>
                  </a:solidFill>
                  <a:latin typeface="Times New Roman" panose="02020603050405020304" pitchFamily="18" charset="0"/>
                  <a:ea typeface="Times New Roman (Hebrew)"/>
                  <a:cs typeface="Times New Roman (Hebrew)"/>
                </a:rPr>
                <a:t>B</a:t>
              </a:r>
            </a:p>
          </p:txBody>
        </p:sp>
        <p:sp>
          <p:nvSpPr>
            <p:cNvPr id="16" name="Text Box 9"/>
            <p:cNvSpPr txBox="1">
              <a:spLocks noChangeArrowheads="1"/>
            </p:cNvSpPr>
            <p:nvPr/>
          </p:nvSpPr>
          <p:spPr bwMode="auto">
            <a:xfrm>
              <a:off x="2592" y="3648"/>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r" rtl="1" eaLnBrk="1" hangingPunct="1">
                <a:spcBef>
                  <a:spcPct val="50000"/>
                </a:spcBef>
              </a:pPr>
              <a:r>
                <a:rPr lang="en-US" altLang="en-US" b="0">
                  <a:solidFill>
                    <a:schemeClr val="tx1"/>
                  </a:solidFill>
                  <a:latin typeface="Times New Roman" panose="02020603050405020304" pitchFamily="18" charset="0"/>
                  <a:ea typeface="Times New Roman (Hebrew)"/>
                  <a:cs typeface="Times New Roman (Hebrew)"/>
                </a:rPr>
                <a:t>A </a:t>
              </a:r>
              <a:r>
                <a:rPr lang="en-US" altLang="en-US" b="0">
                  <a:solidFill>
                    <a:schemeClr val="tx1"/>
                  </a:solidFill>
                  <a:latin typeface="Times New Roman" panose="02020603050405020304" pitchFamily="18" charset="0"/>
                  <a:sym typeface="Symbol" panose="05050102010706020507" pitchFamily="18" charset="2"/>
                </a:rPr>
                <a:t></a:t>
              </a:r>
              <a:r>
                <a:rPr lang="en-US" altLang="en-US" b="0">
                  <a:solidFill>
                    <a:schemeClr val="tx1"/>
                  </a:solidFill>
                  <a:latin typeface="Times New Roman" panose="02020603050405020304" pitchFamily="18" charset="0"/>
                  <a:ea typeface="Times New Roman (Hebrew)"/>
                  <a:cs typeface="Times New Roman (Hebrew)"/>
                </a:rPr>
                <a:t> B</a:t>
              </a:r>
            </a:p>
          </p:txBody>
        </p:sp>
      </p:grpSp>
    </p:spTree>
    <p:extLst>
      <p:ext uri="{BB962C8B-B14F-4D97-AF65-F5344CB8AC3E}">
        <p14:creationId xmlns:p14="http://schemas.microsoft.com/office/powerpoint/2010/main" val="2593733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Bayes Theorem</a:t>
            </a:r>
            <a:endParaRPr lang="en-US" sz="2000" i="1" dirty="0"/>
          </a:p>
        </p:txBody>
      </p:sp>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 name="TextBox 1107"/>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mc:AlternateContent xmlns:mc="http://schemas.openxmlformats.org/markup-compatibility/2006" xmlns:a14="http://schemas.microsoft.com/office/drawing/2010/main">
        <mc:Choice Requires="a14">
          <p:sp>
            <p:nvSpPr>
              <p:cNvPr id="8" name="TextBox 7"/>
              <p:cNvSpPr txBox="1"/>
              <p:nvPr/>
            </p:nvSpPr>
            <p:spPr>
              <a:xfrm>
                <a:off x="4550391" y="1690688"/>
                <a:ext cx="7159388" cy="184665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r>
                            <a:rPr lang="tr-TR" sz="2400" b="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𝐵</m:t>
                          </m:r>
                        </m:e>
                      </m:d>
                      <m:r>
                        <a:rPr lang="tr-TR" sz="2400" b="0" i="1" smtClean="0">
                          <a:latin typeface="Cambria Math" panose="02040503050406030204" pitchFamily="18" charset="0"/>
                        </a:rPr>
                        <m:t>=</m:t>
                      </m:r>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e>
                      </m:d>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𝐵</m:t>
                          </m:r>
                        </m:e>
                        <m:e>
                          <m:r>
                            <a:rPr lang="tr-TR" sz="2400" b="0" i="1" smtClean="0">
                              <a:latin typeface="Cambria Math" panose="02040503050406030204" pitchFamily="18" charset="0"/>
                            </a:rPr>
                            <m:t>𝐴</m:t>
                          </m:r>
                        </m:e>
                      </m:d>
                    </m:oMath>
                  </m:oMathPara>
                </a14:m>
                <a:endParaRPr lang="tr-TR" sz="2400" b="0" dirty="0"/>
              </a:p>
              <a:p>
                <a:r>
                  <a:rPr lang="tr-TR" sz="2400" dirty="0"/>
                  <a:t>        II		</a:t>
                </a:r>
                <a:r>
                  <a:rPr lang="tr-TR"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sz="800" b="1"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dirty="0">
                    <a:solidFill>
                      <a:srgbClr val="00B050"/>
                    </a:solidFill>
                    <a:latin typeface="Arial" panose="020B0604020202020204" pitchFamily="34" charset="0"/>
                    <a:cs typeface="Arial" panose="020B0604020202020204" pitchFamily="34" charset="0"/>
                  </a:rPr>
                  <a:t> </a:t>
                </a:r>
                <a:r>
                  <a:rPr lang="tr-TR" sz="2400" dirty="0"/>
                  <a:t>	</a:t>
                </a:r>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r>
                            <a:rPr lang="tr-TR" sz="2400" i="1">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𝐴</m:t>
                          </m:r>
                        </m:e>
                      </m:d>
                      <m:r>
                        <a:rPr lang="tr-TR" sz="2400" i="1">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𝐴</m:t>
                          </m:r>
                        </m:e>
                        <m:e>
                          <m:r>
                            <a:rPr lang="tr-TR" sz="2400" b="0" i="1" smtClean="0">
                              <a:latin typeface="Cambria Math" panose="02040503050406030204" pitchFamily="18" charset="0"/>
                            </a:rPr>
                            <m:t>𝐵</m:t>
                          </m:r>
                        </m:e>
                      </m:d>
                    </m:oMath>
                  </m:oMathPara>
                </a14:m>
                <a:endParaRPr lang="tr-TR" sz="2400" dirty="0"/>
              </a:p>
              <a:p>
                <a:endParaRPr lang="tr-TR" sz="2400" dirty="0"/>
              </a:p>
              <a:p>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4550391" y="1690688"/>
                <a:ext cx="7159388" cy="1846659"/>
              </a:xfrm>
              <a:prstGeom prst="rect">
                <a:avLst/>
              </a:prstGeom>
              <a:blipFill>
                <a:blip r:embed="rId4"/>
                <a:stretch>
                  <a:fillRect l="-1593"/>
                </a:stretch>
              </a:blipFill>
            </p:spPr>
            <p:txBody>
              <a:bodyPr/>
              <a:lstStyle/>
              <a:p>
                <a:r>
                  <a:rPr lang="en-TR">
                    <a:noFill/>
                  </a:rPr>
                  <a:t> </a:t>
                </a:r>
              </a:p>
            </p:txBody>
          </p:sp>
        </mc:Fallback>
      </mc:AlternateContent>
    </p:spTree>
    <p:extLst>
      <p:ext uri="{BB962C8B-B14F-4D97-AF65-F5344CB8AC3E}">
        <p14:creationId xmlns:p14="http://schemas.microsoft.com/office/powerpoint/2010/main" val="384492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2AB77-56AC-6709-0D29-4F4FC5F567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4279D2-1C95-8AA8-22B5-BE3965A23A73}"/>
              </a:ext>
            </a:extLst>
          </p:cNvPr>
          <p:cNvSpPr>
            <a:spLocks noGrp="1"/>
          </p:cNvSpPr>
          <p:nvPr>
            <p:ph type="title"/>
          </p:nvPr>
        </p:nvSpPr>
        <p:spPr/>
        <p:txBody>
          <a:bodyPr/>
          <a:lstStyle/>
          <a:p>
            <a:r>
              <a:rPr lang="en-US" b="1" dirty="0"/>
              <a:t>Bayes Theorem</a:t>
            </a:r>
            <a:endParaRPr lang="en-US" sz="2000" i="1" dirty="0"/>
          </a:p>
        </p:txBody>
      </p:sp>
      <p:graphicFrame>
        <p:nvGraphicFramePr>
          <p:cNvPr id="1107" name="Object 4">
            <a:extLst>
              <a:ext uri="{FF2B5EF4-FFF2-40B4-BE49-F238E27FC236}">
                <a16:creationId xmlns:a16="http://schemas.microsoft.com/office/drawing/2014/main" id="{7F41A1B5-6704-79AE-F020-79E22C4DCA4A}"/>
              </a:ext>
            </a:extLst>
          </p:cNvPr>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 name="TextBox 1107">
            <a:extLst>
              <a:ext uri="{FF2B5EF4-FFF2-40B4-BE49-F238E27FC236}">
                <a16:creationId xmlns:a16="http://schemas.microsoft.com/office/drawing/2014/main" id="{5009B1B2-92F6-4C3C-0012-9217CE25EEF7}"/>
              </a:ext>
            </a:extLst>
          </p:cNvPr>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B1E971-E61F-5704-CB05-CE62D540066A}"/>
                  </a:ext>
                </a:extLst>
              </p:cNvPr>
              <p:cNvSpPr txBox="1"/>
              <p:nvPr/>
            </p:nvSpPr>
            <p:spPr>
              <a:xfrm>
                <a:off x="4550391" y="1690688"/>
                <a:ext cx="7159388" cy="221599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r>
                            <a:rPr lang="tr-TR" sz="2400" b="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𝐵</m:t>
                          </m:r>
                        </m:e>
                      </m:d>
                      <m:r>
                        <a:rPr lang="tr-TR" sz="2400" b="0" i="1" smtClean="0">
                          <a:latin typeface="Cambria Math" panose="02040503050406030204" pitchFamily="18" charset="0"/>
                        </a:rPr>
                        <m:t>=</m:t>
                      </m:r>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e>
                      </m:d>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𝐵</m:t>
                          </m:r>
                        </m:e>
                        <m:e>
                          <m:r>
                            <a:rPr lang="tr-TR" sz="2400" b="0" i="1" smtClean="0">
                              <a:latin typeface="Cambria Math" panose="02040503050406030204" pitchFamily="18" charset="0"/>
                            </a:rPr>
                            <m:t>𝐴</m:t>
                          </m:r>
                        </m:e>
                      </m:d>
                    </m:oMath>
                  </m:oMathPara>
                </a14:m>
                <a:endParaRPr lang="tr-TR" sz="2400" b="0" dirty="0"/>
              </a:p>
              <a:p>
                <a:r>
                  <a:rPr lang="tr-TR" sz="2400" dirty="0"/>
                  <a:t>        II		</a:t>
                </a:r>
                <a:r>
                  <a:rPr lang="tr-TR"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sz="800" b="1"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dirty="0">
                    <a:solidFill>
                      <a:srgbClr val="00B050"/>
                    </a:solidFill>
                    <a:latin typeface="Arial" panose="020B0604020202020204" pitchFamily="34" charset="0"/>
                    <a:cs typeface="Arial" panose="020B0604020202020204" pitchFamily="34" charset="0"/>
                  </a:rPr>
                  <a:t> </a:t>
                </a:r>
                <a:r>
                  <a:rPr lang="tr-TR" sz="2400" dirty="0"/>
                  <a:t>	</a:t>
                </a:r>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r>
                            <a:rPr lang="tr-TR" sz="2400" i="1">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𝐴</m:t>
                          </m:r>
                        </m:e>
                      </m:d>
                      <m:r>
                        <a:rPr lang="tr-TR" sz="2400" i="1">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𝐴</m:t>
                          </m:r>
                        </m:e>
                        <m:e>
                          <m:r>
                            <a:rPr lang="tr-TR" sz="2400" b="0" i="1" smtClean="0">
                              <a:latin typeface="Cambria Math" panose="02040503050406030204" pitchFamily="18" charset="0"/>
                            </a:rPr>
                            <m:t>𝐵</m:t>
                          </m:r>
                        </m:e>
                      </m:d>
                    </m:oMath>
                  </m:oMathPara>
                </a14:m>
                <a:endParaRPr lang="tr-TR" sz="2400" dirty="0"/>
              </a:p>
              <a:p>
                <a:endParaRPr lang="tr-TR" sz="2400" dirty="0"/>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e>
                          <m:r>
                            <a:rPr lang="tr-TR" sz="2400" i="1">
                              <a:latin typeface="Cambria Math" panose="02040503050406030204" pitchFamily="18" charset="0"/>
                            </a:rPr>
                            <m:t>𝐴</m:t>
                          </m:r>
                        </m:e>
                      </m:d>
                      <m:r>
                        <a:rPr lang="tr-TR" sz="2400" b="0" i="1" smtClean="0">
                          <a:latin typeface="Cambria Math" panose="02040503050406030204" pitchFamily="18" charset="0"/>
                        </a:rPr>
                        <m:t>=</m:t>
                      </m:r>
                      <m:r>
                        <a:rPr lang="tr-TR" sz="2400" i="1" smtClean="0">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𝐴</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𝐵</m:t>
                          </m:r>
                        </m:e>
                      </m:d>
                      <m:r>
                        <a:rPr lang="tr-TR" sz="2400" i="1">
                          <a:solidFill>
                            <a:srgbClr val="00B050"/>
                          </a:solidFill>
                          <a:latin typeface="Cambria Math" panose="02040503050406030204" pitchFamily="18" charset="0"/>
                        </a:rPr>
                        <m:t>=</m:t>
                      </m:r>
                      <m:r>
                        <a:rPr lang="tr-TR" sz="2400" i="1">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𝐵</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𝐴</m:t>
                          </m:r>
                        </m:e>
                      </m:d>
                      <m:r>
                        <a:rPr lang="tr-TR" sz="2400" i="1">
                          <a:solidFill>
                            <a:srgbClr val="00B050"/>
                          </a:solidFill>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e>
                          <m:r>
                            <a:rPr lang="tr-TR" sz="2400" i="1">
                              <a:latin typeface="Cambria Math" panose="02040503050406030204" pitchFamily="18" charset="0"/>
                            </a:rPr>
                            <m:t>𝐵</m:t>
                          </m:r>
                        </m:e>
                      </m:d>
                    </m:oMath>
                  </m:oMathPara>
                </a14:m>
                <a:endParaRPr lang="tr-TR" sz="2400" dirty="0"/>
              </a:p>
              <a:p>
                <a:endParaRPr lang="tr-TR" sz="2400" dirty="0"/>
              </a:p>
            </p:txBody>
          </p:sp>
        </mc:Choice>
        <mc:Fallback xmlns="">
          <p:sp>
            <p:nvSpPr>
              <p:cNvPr id="8" name="TextBox 7">
                <a:extLst>
                  <a:ext uri="{FF2B5EF4-FFF2-40B4-BE49-F238E27FC236}">
                    <a16:creationId xmlns:a16="http://schemas.microsoft.com/office/drawing/2014/main" id="{22B1E971-E61F-5704-CB05-CE62D540066A}"/>
                  </a:ext>
                </a:extLst>
              </p:cNvPr>
              <p:cNvSpPr txBox="1">
                <a:spLocks noRot="1" noChangeAspect="1" noMove="1" noResize="1" noEditPoints="1" noAdjustHandles="1" noChangeArrowheads="1" noChangeShapeType="1" noTextEdit="1"/>
              </p:cNvSpPr>
              <p:nvPr/>
            </p:nvSpPr>
            <p:spPr>
              <a:xfrm>
                <a:off x="4550391" y="1690688"/>
                <a:ext cx="7159388" cy="2215991"/>
              </a:xfrm>
              <a:prstGeom prst="rect">
                <a:avLst/>
              </a:prstGeom>
              <a:blipFill>
                <a:blip r:embed="rId4"/>
                <a:stretch>
                  <a:fillRect l="-1593"/>
                </a:stretch>
              </a:blipFill>
            </p:spPr>
            <p:txBody>
              <a:bodyPr/>
              <a:lstStyle/>
              <a:p>
                <a:r>
                  <a:rPr lang="en-TR">
                    <a:noFill/>
                  </a:rPr>
                  <a:t> </a:t>
                </a:r>
              </a:p>
            </p:txBody>
          </p:sp>
        </mc:Fallback>
      </mc:AlternateContent>
    </p:spTree>
    <p:extLst>
      <p:ext uri="{BB962C8B-B14F-4D97-AF65-F5344CB8AC3E}">
        <p14:creationId xmlns:p14="http://schemas.microsoft.com/office/powerpoint/2010/main" val="2552438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95186-D243-0969-D8FA-C62C19E900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9A1A2B-9F94-C720-BE12-1B9B792658D3}"/>
              </a:ext>
            </a:extLst>
          </p:cNvPr>
          <p:cNvSpPr>
            <a:spLocks noGrp="1"/>
          </p:cNvSpPr>
          <p:nvPr>
            <p:ph type="title"/>
          </p:nvPr>
        </p:nvSpPr>
        <p:spPr/>
        <p:txBody>
          <a:bodyPr/>
          <a:lstStyle/>
          <a:p>
            <a:r>
              <a:rPr lang="en-US" b="1" dirty="0"/>
              <a:t>Bayes Theorem</a:t>
            </a:r>
            <a:endParaRPr lang="en-US" sz="2000" i="1" dirty="0"/>
          </a:p>
        </p:txBody>
      </p:sp>
      <p:graphicFrame>
        <p:nvGraphicFramePr>
          <p:cNvPr id="1107" name="Object 4">
            <a:extLst>
              <a:ext uri="{FF2B5EF4-FFF2-40B4-BE49-F238E27FC236}">
                <a16:creationId xmlns:a16="http://schemas.microsoft.com/office/drawing/2014/main" id="{E657543C-AB8B-8C19-2E67-9748B6F9735E}"/>
              </a:ext>
            </a:extLst>
          </p:cNvPr>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 name="TextBox 1107">
            <a:extLst>
              <a:ext uri="{FF2B5EF4-FFF2-40B4-BE49-F238E27FC236}">
                <a16:creationId xmlns:a16="http://schemas.microsoft.com/office/drawing/2014/main" id="{5170A672-03FD-F5BA-1BEF-2B703165F9D7}"/>
              </a:ext>
            </a:extLst>
          </p:cNvPr>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F162E0-887B-8798-FE7F-0F1123574C70}"/>
                  </a:ext>
                </a:extLst>
              </p:cNvPr>
              <p:cNvSpPr txBox="1"/>
              <p:nvPr/>
            </p:nvSpPr>
            <p:spPr>
              <a:xfrm>
                <a:off x="4550391" y="1690688"/>
                <a:ext cx="7159388" cy="3354316"/>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r>
                            <a:rPr lang="tr-TR" sz="2400" b="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𝐵</m:t>
                          </m:r>
                        </m:e>
                      </m:d>
                      <m:r>
                        <a:rPr lang="tr-TR" sz="2400" b="0" i="1" smtClean="0">
                          <a:latin typeface="Cambria Math" panose="02040503050406030204" pitchFamily="18" charset="0"/>
                        </a:rPr>
                        <m:t>=</m:t>
                      </m:r>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e>
                      </m:d>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𝐵</m:t>
                          </m:r>
                        </m:e>
                        <m:e>
                          <m:r>
                            <a:rPr lang="tr-TR" sz="2400" b="0" i="1" smtClean="0">
                              <a:latin typeface="Cambria Math" panose="02040503050406030204" pitchFamily="18" charset="0"/>
                            </a:rPr>
                            <m:t>𝐴</m:t>
                          </m:r>
                        </m:e>
                      </m:d>
                    </m:oMath>
                  </m:oMathPara>
                </a14:m>
                <a:endParaRPr lang="tr-TR" sz="2400" b="0" dirty="0"/>
              </a:p>
              <a:p>
                <a:r>
                  <a:rPr lang="tr-TR" sz="2400" dirty="0"/>
                  <a:t>        II		</a:t>
                </a:r>
                <a:r>
                  <a:rPr lang="tr-TR"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sz="800" b="1"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dirty="0">
                    <a:solidFill>
                      <a:srgbClr val="00B050"/>
                    </a:solidFill>
                    <a:latin typeface="Arial" panose="020B0604020202020204" pitchFamily="34" charset="0"/>
                    <a:cs typeface="Arial" panose="020B0604020202020204" pitchFamily="34" charset="0"/>
                  </a:rPr>
                  <a:t> </a:t>
                </a:r>
                <a:r>
                  <a:rPr lang="tr-TR" sz="2400" dirty="0"/>
                  <a:t>	</a:t>
                </a:r>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r>
                            <a:rPr lang="tr-TR" sz="2400" i="1">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𝐴</m:t>
                          </m:r>
                        </m:e>
                      </m:d>
                      <m:r>
                        <a:rPr lang="tr-TR" sz="2400" i="1">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𝐴</m:t>
                          </m:r>
                        </m:e>
                        <m:e>
                          <m:r>
                            <a:rPr lang="tr-TR" sz="2400" b="0" i="1" smtClean="0">
                              <a:latin typeface="Cambria Math" panose="02040503050406030204" pitchFamily="18" charset="0"/>
                            </a:rPr>
                            <m:t>𝐵</m:t>
                          </m:r>
                        </m:e>
                      </m:d>
                    </m:oMath>
                  </m:oMathPara>
                </a14:m>
                <a:endParaRPr lang="tr-TR" sz="2400" dirty="0"/>
              </a:p>
              <a:p>
                <a:endParaRPr lang="tr-TR" sz="2400" dirty="0"/>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e>
                          <m:r>
                            <a:rPr lang="tr-TR" sz="2400" i="1">
                              <a:latin typeface="Cambria Math" panose="02040503050406030204" pitchFamily="18" charset="0"/>
                            </a:rPr>
                            <m:t>𝐴</m:t>
                          </m:r>
                        </m:e>
                      </m:d>
                      <m:r>
                        <a:rPr lang="tr-TR" sz="2400" b="0" i="1" smtClean="0">
                          <a:latin typeface="Cambria Math" panose="02040503050406030204" pitchFamily="18" charset="0"/>
                        </a:rPr>
                        <m:t>=</m:t>
                      </m:r>
                      <m:r>
                        <a:rPr lang="tr-TR" sz="2400" i="1" smtClean="0">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𝐴</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𝐵</m:t>
                          </m:r>
                        </m:e>
                      </m:d>
                      <m:r>
                        <a:rPr lang="tr-TR" sz="2400" i="1">
                          <a:solidFill>
                            <a:srgbClr val="00B050"/>
                          </a:solidFill>
                          <a:latin typeface="Cambria Math" panose="02040503050406030204" pitchFamily="18" charset="0"/>
                        </a:rPr>
                        <m:t>=</m:t>
                      </m:r>
                      <m:r>
                        <a:rPr lang="tr-TR" sz="2400" i="1">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𝐵</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𝐴</m:t>
                          </m:r>
                        </m:e>
                      </m:d>
                      <m:r>
                        <a:rPr lang="tr-TR" sz="2400" i="1">
                          <a:solidFill>
                            <a:srgbClr val="00B050"/>
                          </a:solidFill>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e>
                          <m:r>
                            <a:rPr lang="tr-TR" sz="2400" i="1">
                              <a:latin typeface="Cambria Math" panose="02040503050406030204" pitchFamily="18" charset="0"/>
                            </a:rPr>
                            <m:t>𝐵</m:t>
                          </m:r>
                        </m:e>
                      </m:d>
                    </m:oMath>
                  </m:oMathPara>
                </a14:m>
                <a:endParaRPr lang="tr-TR" sz="2400" dirty="0"/>
              </a:p>
              <a:p>
                <a:endParaRPr lang="tr-TR" sz="2400" dirty="0"/>
              </a:p>
              <a:p>
                <a:pPr/>
                <a14:m>
                  <m:oMathPara xmlns:m="http://schemas.openxmlformats.org/officeDocument/2006/math">
                    <m:oMathParaPr>
                      <m:jc m:val="left"/>
                    </m:oMathParaPr>
                    <m:oMath xmlns:m="http://schemas.openxmlformats.org/officeDocument/2006/math">
                      <m:r>
                        <a:rPr lang="tr-TR" sz="240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𝑃</m:t>
                      </m:r>
                      <m:d>
                        <m:dPr>
                          <m:ctrlPr>
                            <a:rPr lang="tr-TR" sz="2400" b="0" i="1" smtClean="0">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𝐵</m:t>
                          </m:r>
                        </m:e>
                        <m:e>
                          <m:r>
                            <a:rPr lang="tr-TR" sz="2400" b="0" i="1" smtClean="0">
                              <a:latin typeface="Cambria Math" panose="02040503050406030204" pitchFamily="18" charset="0"/>
                              <a:ea typeface="Cambria Math" panose="02040503050406030204" pitchFamily="18" charset="0"/>
                            </a:rPr>
                            <m:t>𝐴</m:t>
                          </m:r>
                        </m:e>
                      </m:d>
                      <m:r>
                        <a:rPr lang="tr-TR" sz="2400" b="0" i="1" smtClean="0">
                          <a:latin typeface="Cambria Math" panose="02040503050406030204" pitchFamily="18" charset="0"/>
                          <a:ea typeface="Cambria Math" panose="02040503050406030204" pitchFamily="18" charset="0"/>
                        </a:rPr>
                        <m:t>= </m:t>
                      </m:r>
                      <m:f>
                        <m:fPr>
                          <m:ctrlPr>
                            <a:rPr lang="tr-TR" sz="2400" b="0" i="1" smtClean="0">
                              <a:latin typeface="Cambria Math" panose="02040503050406030204" pitchFamily="18" charset="0"/>
                              <a:ea typeface="Cambria Math" panose="02040503050406030204" pitchFamily="18" charset="0"/>
                            </a:rPr>
                          </m:ctrlPr>
                        </m:fPr>
                        <m:num>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e>
                              <m:r>
                                <a:rPr lang="tr-TR" sz="2400" i="1">
                                  <a:latin typeface="Cambria Math" panose="02040503050406030204" pitchFamily="18" charset="0"/>
                                </a:rPr>
                                <m:t>𝐵</m:t>
                              </m:r>
                            </m:e>
                          </m:d>
                        </m:num>
                        <m:den>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d>
                        </m:den>
                      </m:f>
                    </m:oMath>
                  </m:oMathPara>
                </a14:m>
                <a:endParaRPr lang="tr-TR" sz="2400" dirty="0"/>
              </a:p>
              <a:p>
                <a:endParaRPr lang="tr-TR" sz="2400" dirty="0"/>
              </a:p>
            </p:txBody>
          </p:sp>
        </mc:Choice>
        <mc:Fallback xmlns="">
          <p:sp>
            <p:nvSpPr>
              <p:cNvPr id="8" name="TextBox 7">
                <a:extLst>
                  <a:ext uri="{FF2B5EF4-FFF2-40B4-BE49-F238E27FC236}">
                    <a16:creationId xmlns:a16="http://schemas.microsoft.com/office/drawing/2014/main" id="{9CF162E0-887B-8798-FE7F-0F1123574C70}"/>
                  </a:ext>
                </a:extLst>
              </p:cNvPr>
              <p:cNvSpPr txBox="1">
                <a:spLocks noRot="1" noChangeAspect="1" noMove="1" noResize="1" noEditPoints="1" noAdjustHandles="1" noChangeArrowheads="1" noChangeShapeType="1" noTextEdit="1"/>
              </p:cNvSpPr>
              <p:nvPr/>
            </p:nvSpPr>
            <p:spPr>
              <a:xfrm>
                <a:off x="4550391" y="1690688"/>
                <a:ext cx="7159388" cy="3354316"/>
              </a:xfrm>
              <a:prstGeom prst="rect">
                <a:avLst/>
              </a:prstGeom>
              <a:blipFill>
                <a:blip r:embed="rId4"/>
                <a:stretch>
                  <a:fillRect l="-1593"/>
                </a:stretch>
              </a:blipFill>
            </p:spPr>
            <p:txBody>
              <a:bodyPr/>
              <a:lstStyle/>
              <a:p>
                <a:r>
                  <a:rPr lang="en-TR">
                    <a:noFill/>
                  </a:rPr>
                  <a:t> </a:t>
                </a:r>
              </a:p>
            </p:txBody>
          </p:sp>
        </mc:Fallback>
      </mc:AlternateContent>
    </p:spTree>
    <p:extLst>
      <p:ext uri="{BB962C8B-B14F-4D97-AF65-F5344CB8AC3E}">
        <p14:creationId xmlns:p14="http://schemas.microsoft.com/office/powerpoint/2010/main" val="62190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D34DB-A8FF-2561-2DF7-CCF7F923A0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3B7689-2929-B02E-731B-C1CBC8455808}"/>
              </a:ext>
            </a:extLst>
          </p:cNvPr>
          <p:cNvSpPr>
            <a:spLocks noGrp="1"/>
          </p:cNvSpPr>
          <p:nvPr>
            <p:ph type="title"/>
          </p:nvPr>
        </p:nvSpPr>
        <p:spPr/>
        <p:txBody>
          <a:bodyPr/>
          <a:lstStyle/>
          <a:p>
            <a:r>
              <a:rPr lang="en-US" b="1" dirty="0"/>
              <a:t>Bayes Theorem</a:t>
            </a:r>
            <a:endParaRPr lang="en-US" sz="2000" i="1" dirty="0"/>
          </a:p>
        </p:txBody>
      </p:sp>
      <p:graphicFrame>
        <p:nvGraphicFramePr>
          <p:cNvPr id="1107" name="Object 4">
            <a:extLst>
              <a:ext uri="{FF2B5EF4-FFF2-40B4-BE49-F238E27FC236}">
                <a16:creationId xmlns:a16="http://schemas.microsoft.com/office/drawing/2014/main" id="{542DBB9B-559A-E977-985A-BCE1119B6493}"/>
              </a:ext>
            </a:extLst>
          </p:cNvPr>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a:extLst>
                          <a:ext uri="{FF2B5EF4-FFF2-40B4-BE49-F238E27FC236}">
                            <a16:creationId xmlns:a16="http://schemas.microsoft.com/office/drawing/2014/main" id="{E657543C-AB8B-8C19-2E67-9748B6F97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 name="TextBox 1107">
            <a:extLst>
              <a:ext uri="{FF2B5EF4-FFF2-40B4-BE49-F238E27FC236}">
                <a16:creationId xmlns:a16="http://schemas.microsoft.com/office/drawing/2014/main" id="{3D38E484-00FA-62FE-4EA8-33A3AEC58BEC}"/>
              </a:ext>
            </a:extLst>
          </p:cNvPr>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grpSp>
        <p:nvGrpSpPr>
          <p:cNvPr id="6" name="Group 5">
            <a:extLst>
              <a:ext uri="{FF2B5EF4-FFF2-40B4-BE49-F238E27FC236}">
                <a16:creationId xmlns:a16="http://schemas.microsoft.com/office/drawing/2014/main" id="{9B354DE4-0450-7BD2-268A-9A3F553EBE7D}"/>
              </a:ext>
            </a:extLst>
          </p:cNvPr>
          <p:cNvGrpSpPr/>
          <p:nvPr/>
        </p:nvGrpSpPr>
        <p:grpSpPr>
          <a:xfrm>
            <a:off x="4549775" y="1690688"/>
            <a:ext cx="7160004" cy="4841646"/>
            <a:chOff x="3785500" y="1675936"/>
            <a:chExt cx="7160004" cy="4841646"/>
          </a:xfrm>
        </p:grpSpPr>
        <mc:AlternateContent xmlns:mc="http://schemas.openxmlformats.org/markup-compatibility/2006" xmlns:a14="http://schemas.microsoft.com/office/drawing/2010/main">
          <mc:Choice Requires="a14">
            <p:graphicFrame>
              <p:nvGraphicFramePr>
                <p:cNvPr id="7" name="Object 159">
                  <a:extLst>
                    <a:ext uri="{FF2B5EF4-FFF2-40B4-BE49-F238E27FC236}">
                      <a16:creationId xmlns:a16="http://schemas.microsoft.com/office/drawing/2014/main" id="{DD079592-9C44-DB16-4B24-F4614472686E}"/>
                    </a:ext>
                  </a:extLst>
                </p:cNvPr>
                <p:cNvGraphicFramePr>
                  <a:graphicFrameLocks noChangeAspect="1"/>
                </p:cNvGraphicFramePr>
                <p:nvPr/>
              </p:nvGraphicFramePr>
              <p:xfrm>
                <a:off x="3785500" y="5096998"/>
                <a:ext cx="5029200" cy="985838"/>
              </p:xfrm>
              <a:graphic>
                <a:graphicData uri="http://schemas.openxmlformats.org/presentationml/2006/ole">
                  <mc:AlternateContent>
                    <mc:Choice xmlns:v="urn:schemas-microsoft-com:vml" Requires="v">
                      <p:oleObj r:id="rId4" imgW="2527300" imgH="495300" progId="Equation.3">
                        <p:embed/>
                      </p:oleObj>
                    </mc:Choice>
                    <mc:Fallback>
                      <p:oleObj r:id="rId4" imgW="2527300" imgH="495300" progId="Equation.3">
                        <p:embed/>
                        <p:pic>
                          <p:nvPicPr>
                            <p:cNvPr id="7" name="Object 159">
                              <a:extLst>
                                <a:ext uri="{FF2B5EF4-FFF2-40B4-BE49-F238E27FC236}">
                                  <a16:creationId xmlns:a16="http://schemas.microsoft.com/office/drawing/2014/main" id="{1E2DEA5C-9791-D81F-A323-A3CA749C0486}"/>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785500" y="5096998"/>
                              <a:ext cx="5029200" cy="985838"/>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7" name="Object 159">
                  <a:extLst>
                    <a:ext uri="{FF2B5EF4-FFF2-40B4-BE49-F238E27FC236}">
                      <a16:creationId xmlns:a16="http://schemas.microsoft.com/office/drawing/2014/main" id="{DD079592-9C44-DB16-4B24-F4614472686E}"/>
                    </a:ext>
                  </a:extLst>
                </p:cNvPr>
                <p:cNvGraphicFramePr>
                  <a:graphicFrameLocks noChangeAspect="1"/>
                </p:cNvGraphicFramePr>
                <p:nvPr/>
              </p:nvGraphicFramePr>
              <p:xfrm>
                <a:off x="3785500" y="5096998"/>
                <a:ext cx="5029200" cy="985838"/>
              </p:xfrm>
              <a:graphic>
                <a:graphicData uri="http://schemas.openxmlformats.org/presentationml/2006/ole">
                  <mc:AlternateContent>
                    <mc:Choice xmlns:v="urn:schemas-microsoft-com:vml" Requires="v">
                      <p:oleObj r:id="rId6" imgW="2527300" imgH="495300" progId="Equation.3">
                        <p:embed/>
                      </p:oleObj>
                    </mc:Choice>
                    <mc:Fallback>
                      <p:oleObj r:id="rId6" imgW="2527300" imgH="495300" progId="Equation.3">
                        <p:embed/>
                        <p:pic>
                          <p:nvPicPr>
                            <p:cNvPr id="7" name="Object 159">
                              <a:extLst>
                                <a:ext uri="{FF2B5EF4-FFF2-40B4-BE49-F238E27FC236}">
                                  <a16:creationId xmlns:a16="http://schemas.microsoft.com/office/drawing/2014/main" id="{1E2DEA5C-9791-D81F-A323-A3CA749C04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5500" y="5096998"/>
                              <a:ext cx="5029200"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5396899-5B9F-C996-5EC7-D5E709DA8CE6}"/>
                    </a:ext>
                  </a:extLst>
                </p:cNvPr>
                <p:cNvSpPr txBox="1"/>
                <p:nvPr/>
              </p:nvSpPr>
              <p:spPr>
                <a:xfrm>
                  <a:off x="3786116" y="1675936"/>
                  <a:ext cx="7159388" cy="4841646"/>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r>
                              <a:rPr lang="tr-TR" sz="2400" b="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𝐵</m:t>
                            </m:r>
                          </m:e>
                        </m:d>
                        <m:r>
                          <a:rPr lang="tr-TR" sz="2400" b="0" i="1" smtClean="0">
                            <a:latin typeface="Cambria Math" panose="02040503050406030204" pitchFamily="18" charset="0"/>
                          </a:rPr>
                          <m:t>=</m:t>
                        </m:r>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𝐴</m:t>
                            </m:r>
                          </m:e>
                        </m:d>
                        <m:r>
                          <a:rPr lang="tr-TR" sz="2400" b="0" i="1" smtClean="0">
                            <a:latin typeface="Cambria Math" panose="02040503050406030204" pitchFamily="18" charset="0"/>
                          </a:rPr>
                          <m:t>𝑃</m:t>
                        </m:r>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𝐵</m:t>
                            </m:r>
                          </m:e>
                          <m:e>
                            <m:r>
                              <a:rPr lang="tr-TR" sz="2400" b="0" i="1" smtClean="0">
                                <a:latin typeface="Cambria Math" panose="02040503050406030204" pitchFamily="18" charset="0"/>
                              </a:rPr>
                              <m:t>𝐴</m:t>
                            </m:r>
                          </m:e>
                        </m:d>
                      </m:oMath>
                    </m:oMathPara>
                  </a14:m>
                  <a:endParaRPr lang="tr-TR" sz="2400" b="0" dirty="0"/>
                </a:p>
                <a:p>
                  <a:r>
                    <a:rPr lang="tr-TR" sz="2400" dirty="0"/>
                    <a:t>        II		</a:t>
                  </a:r>
                  <a:r>
                    <a:rPr lang="tr-TR"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sz="800" b="1" dirty="0">
                      <a:solidFill>
                        <a:srgbClr val="00B050"/>
                      </a:solidFill>
                      <a:latin typeface="Arial" panose="020B0604020202020204" pitchFamily="34" charset="0"/>
                      <a:cs typeface="Arial" panose="020B0604020202020204" pitchFamily="34" charset="0"/>
                    </a:rPr>
                    <a:t> </a:t>
                  </a:r>
                  <a:r>
                    <a:rPr lang="tr-TR" b="1" dirty="0">
                      <a:solidFill>
                        <a:srgbClr val="00B050"/>
                      </a:solidFill>
                      <a:latin typeface="Arial" panose="020B0604020202020204" pitchFamily="34" charset="0"/>
                      <a:cs typeface="Arial" panose="020B0604020202020204" pitchFamily="34" charset="0"/>
                    </a:rPr>
                    <a:t>⦙</a:t>
                  </a:r>
                  <a:r>
                    <a:rPr lang="tr-TR" dirty="0">
                      <a:solidFill>
                        <a:srgbClr val="00B050"/>
                      </a:solidFill>
                      <a:latin typeface="Arial" panose="020B0604020202020204" pitchFamily="34" charset="0"/>
                      <a:cs typeface="Arial" panose="020B0604020202020204" pitchFamily="34" charset="0"/>
                    </a:rPr>
                    <a:t> </a:t>
                  </a:r>
                  <a:r>
                    <a:rPr lang="tr-TR" sz="2400" dirty="0"/>
                    <a:t>	</a:t>
                  </a:r>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r>
                              <a:rPr lang="tr-TR" sz="2400" i="1">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𝐴</m:t>
                            </m:r>
                          </m:e>
                        </m:d>
                        <m:r>
                          <a:rPr lang="tr-TR" sz="2400" i="1">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b="0" i="1" smtClean="0">
                                <a:latin typeface="Cambria Math" panose="02040503050406030204" pitchFamily="18" charset="0"/>
                              </a:rPr>
                              <m:t>𝐴</m:t>
                            </m:r>
                          </m:e>
                          <m:e>
                            <m:r>
                              <a:rPr lang="tr-TR" sz="2400" b="0" i="1" smtClean="0">
                                <a:latin typeface="Cambria Math" panose="02040503050406030204" pitchFamily="18" charset="0"/>
                              </a:rPr>
                              <m:t>𝐵</m:t>
                            </m:r>
                          </m:e>
                        </m:d>
                      </m:oMath>
                    </m:oMathPara>
                  </a14:m>
                  <a:endParaRPr lang="tr-TR" sz="2400" dirty="0"/>
                </a:p>
                <a:p>
                  <a:endParaRPr lang="tr-TR" sz="2400" dirty="0"/>
                </a:p>
                <a:p>
                  <a:pPr/>
                  <a14:m>
                    <m:oMathPara xmlns:m="http://schemas.openxmlformats.org/officeDocument/2006/math">
                      <m:oMathParaPr>
                        <m:jc m:val="left"/>
                      </m:oMathParaPr>
                      <m:oMath xmlns:m="http://schemas.openxmlformats.org/officeDocument/2006/math">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e>
                            <m:r>
                              <a:rPr lang="tr-TR" sz="2400" i="1">
                                <a:latin typeface="Cambria Math" panose="02040503050406030204" pitchFamily="18" charset="0"/>
                              </a:rPr>
                              <m:t>𝐴</m:t>
                            </m:r>
                          </m:e>
                        </m:d>
                        <m:r>
                          <a:rPr lang="tr-TR" sz="2400" b="0" i="1" smtClean="0">
                            <a:latin typeface="Cambria Math" panose="02040503050406030204" pitchFamily="18" charset="0"/>
                          </a:rPr>
                          <m:t>=</m:t>
                        </m:r>
                        <m:r>
                          <a:rPr lang="tr-TR" sz="2400" i="1" smtClean="0">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𝐴</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𝐵</m:t>
                            </m:r>
                          </m:e>
                        </m:d>
                        <m:r>
                          <a:rPr lang="tr-TR" sz="2400" i="1">
                            <a:solidFill>
                              <a:srgbClr val="00B050"/>
                            </a:solidFill>
                            <a:latin typeface="Cambria Math" panose="02040503050406030204" pitchFamily="18" charset="0"/>
                          </a:rPr>
                          <m:t>=</m:t>
                        </m:r>
                        <m:r>
                          <a:rPr lang="tr-TR" sz="2400" i="1">
                            <a:solidFill>
                              <a:srgbClr val="00B050"/>
                            </a:solidFill>
                            <a:latin typeface="Cambria Math" panose="02040503050406030204" pitchFamily="18" charset="0"/>
                          </a:rPr>
                          <m:t>𝑃</m:t>
                        </m:r>
                        <m:d>
                          <m:dPr>
                            <m:ctrlPr>
                              <a:rPr lang="tr-TR" sz="2400" i="1">
                                <a:solidFill>
                                  <a:srgbClr val="00B050"/>
                                </a:solidFill>
                                <a:latin typeface="Cambria Math" panose="02040503050406030204" pitchFamily="18" charset="0"/>
                              </a:rPr>
                            </m:ctrlPr>
                          </m:dPr>
                          <m:e>
                            <m:r>
                              <a:rPr lang="tr-TR" sz="2400" i="1">
                                <a:solidFill>
                                  <a:srgbClr val="00B050"/>
                                </a:solidFill>
                                <a:latin typeface="Cambria Math" panose="02040503050406030204" pitchFamily="18" charset="0"/>
                              </a:rPr>
                              <m:t>𝐵</m:t>
                            </m:r>
                            <m:r>
                              <a:rPr lang="tr-TR" sz="2400" i="1">
                                <a:solidFill>
                                  <a:srgbClr val="00B050"/>
                                </a:solidFill>
                                <a:latin typeface="Cambria Math" panose="02040503050406030204" pitchFamily="18" charset="0"/>
                                <a:ea typeface="Cambria Math" panose="02040503050406030204" pitchFamily="18" charset="0"/>
                              </a:rPr>
                              <m:t>∩</m:t>
                            </m:r>
                            <m:r>
                              <a:rPr lang="tr-TR" sz="2400" i="1">
                                <a:solidFill>
                                  <a:srgbClr val="00B050"/>
                                </a:solidFill>
                                <a:latin typeface="Cambria Math" panose="02040503050406030204" pitchFamily="18" charset="0"/>
                                <a:ea typeface="Cambria Math" panose="02040503050406030204" pitchFamily="18" charset="0"/>
                              </a:rPr>
                              <m:t>𝐴</m:t>
                            </m:r>
                          </m:e>
                        </m:d>
                        <m:r>
                          <a:rPr lang="tr-TR" sz="2400" i="1">
                            <a:solidFill>
                              <a:srgbClr val="00B050"/>
                            </a:solidFill>
                            <a:latin typeface="Cambria Math" panose="02040503050406030204" pitchFamily="18" charset="0"/>
                          </a:rPr>
                          <m:t>=</m:t>
                        </m:r>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e>
                            <m:r>
                              <a:rPr lang="tr-TR" sz="2400" i="1">
                                <a:latin typeface="Cambria Math" panose="02040503050406030204" pitchFamily="18" charset="0"/>
                              </a:rPr>
                              <m:t>𝐵</m:t>
                            </m:r>
                          </m:e>
                        </m:d>
                      </m:oMath>
                    </m:oMathPara>
                  </a14:m>
                  <a:endParaRPr lang="tr-TR" sz="2400" dirty="0"/>
                </a:p>
                <a:p>
                  <a:endParaRPr lang="tr-TR" sz="2400" dirty="0"/>
                </a:p>
                <a:p>
                  <a:pPr/>
                  <a14:m>
                    <m:oMathPara xmlns:m="http://schemas.openxmlformats.org/officeDocument/2006/math">
                      <m:oMathParaPr>
                        <m:jc m:val="left"/>
                      </m:oMathParaPr>
                      <m:oMath xmlns:m="http://schemas.openxmlformats.org/officeDocument/2006/math">
                        <m:r>
                          <a:rPr lang="tr-TR" sz="240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𝑃</m:t>
                        </m:r>
                        <m:d>
                          <m:dPr>
                            <m:ctrlPr>
                              <a:rPr lang="tr-TR" sz="2400" b="0" i="1" smtClean="0">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𝐵</m:t>
                            </m:r>
                          </m:e>
                          <m:e>
                            <m:r>
                              <a:rPr lang="tr-TR" sz="2400" b="0" i="1" smtClean="0">
                                <a:latin typeface="Cambria Math" panose="02040503050406030204" pitchFamily="18" charset="0"/>
                                <a:ea typeface="Cambria Math" panose="02040503050406030204" pitchFamily="18" charset="0"/>
                              </a:rPr>
                              <m:t>𝐴</m:t>
                            </m:r>
                          </m:e>
                        </m:d>
                        <m:r>
                          <a:rPr lang="tr-TR" sz="2400" b="0" i="1" smtClean="0">
                            <a:latin typeface="Cambria Math" panose="02040503050406030204" pitchFamily="18" charset="0"/>
                            <a:ea typeface="Cambria Math" panose="02040503050406030204" pitchFamily="18" charset="0"/>
                          </a:rPr>
                          <m:t>= </m:t>
                        </m:r>
                        <m:f>
                          <m:fPr>
                            <m:ctrlPr>
                              <a:rPr lang="tr-TR" sz="2400" b="0" i="1" smtClean="0">
                                <a:latin typeface="Cambria Math" panose="02040503050406030204" pitchFamily="18" charset="0"/>
                                <a:ea typeface="Cambria Math" panose="02040503050406030204" pitchFamily="18" charset="0"/>
                              </a:rPr>
                            </m:ctrlPr>
                          </m:fPr>
                          <m:num>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𝐵</m:t>
                                </m:r>
                              </m:e>
                            </m:d>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e>
                                <m:r>
                                  <a:rPr lang="tr-TR" sz="2400" i="1">
                                    <a:latin typeface="Cambria Math" panose="02040503050406030204" pitchFamily="18" charset="0"/>
                                  </a:rPr>
                                  <m:t>𝐵</m:t>
                                </m:r>
                              </m:e>
                            </m:d>
                          </m:num>
                          <m:den>
                            <m:r>
                              <a:rPr lang="tr-TR" sz="2400" i="1">
                                <a:latin typeface="Cambria Math" panose="02040503050406030204" pitchFamily="18" charset="0"/>
                              </a:rPr>
                              <m:t>𝑃</m:t>
                            </m:r>
                            <m:d>
                              <m:dPr>
                                <m:ctrlPr>
                                  <a:rPr lang="tr-TR" sz="2400" i="1">
                                    <a:latin typeface="Cambria Math" panose="02040503050406030204" pitchFamily="18" charset="0"/>
                                  </a:rPr>
                                </m:ctrlPr>
                              </m:dPr>
                              <m:e>
                                <m:r>
                                  <a:rPr lang="tr-TR" sz="2400" i="1">
                                    <a:latin typeface="Cambria Math" panose="02040503050406030204" pitchFamily="18" charset="0"/>
                                  </a:rPr>
                                  <m:t>𝐴</m:t>
                                </m:r>
                              </m:e>
                            </m:d>
                          </m:den>
                        </m:f>
                      </m:oMath>
                    </m:oMathPara>
                  </a14:m>
                  <a:endParaRPr lang="tr-TR" sz="2400" dirty="0"/>
                </a:p>
                <a:p>
                  <a:endParaRPr lang="tr-TR" sz="2400" dirty="0"/>
                </a:p>
                <a:p>
                  <a:endParaRPr lang="tr-TR" sz="2400" dirty="0"/>
                </a:p>
                <a:p>
                  <a:endParaRPr lang="tr-TR" sz="2400" dirty="0"/>
                </a:p>
                <a:p>
                  <a:endParaRPr lang="tr-TR" sz="2400" dirty="0"/>
                </a:p>
                <a:p>
                  <a:endParaRPr lang="en-US" sz="2400" dirty="0"/>
                </a:p>
              </p:txBody>
            </p:sp>
          </mc:Choice>
          <mc:Fallback xmlns="">
            <p:sp>
              <p:nvSpPr>
                <p:cNvPr id="8" name="TextBox 7">
                  <a:extLst>
                    <a:ext uri="{FF2B5EF4-FFF2-40B4-BE49-F238E27FC236}">
                      <a16:creationId xmlns:a16="http://schemas.microsoft.com/office/drawing/2014/main" id="{B5396899-5B9F-C996-5EC7-D5E709DA8CE6}"/>
                    </a:ext>
                  </a:extLst>
                </p:cNvPr>
                <p:cNvSpPr txBox="1">
                  <a:spLocks noRot="1" noChangeAspect="1" noMove="1" noResize="1" noEditPoints="1" noAdjustHandles="1" noChangeArrowheads="1" noChangeShapeType="1" noTextEdit="1"/>
                </p:cNvSpPr>
                <p:nvPr/>
              </p:nvSpPr>
              <p:spPr>
                <a:xfrm>
                  <a:off x="3786116" y="1675936"/>
                  <a:ext cx="7159388" cy="4841646"/>
                </a:xfrm>
                <a:prstGeom prst="rect">
                  <a:avLst/>
                </a:prstGeom>
                <a:blipFill>
                  <a:blip r:embed="rId8"/>
                  <a:stretch>
                    <a:fillRect l="-1593"/>
                  </a:stretch>
                </a:blipFill>
              </p:spPr>
              <p:txBody>
                <a:bodyPr/>
                <a:lstStyle/>
                <a:p>
                  <a:r>
                    <a:rPr lang="en-TR">
                      <a:noFill/>
                    </a:rPr>
                    <a:t> </a:t>
                  </a:r>
                </a:p>
              </p:txBody>
            </p:sp>
          </mc:Fallback>
        </mc:AlternateContent>
      </p:grpSp>
    </p:spTree>
    <p:extLst>
      <p:ext uri="{BB962C8B-B14F-4D97-AF65-F5344CB8AC3E}">
        <p14:creationId xmlns:p14="http://schemas.microsoft.com/office/powerpoint/2010/main" val="1302843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53551"/>
            <a:ext cx="10515600" cy="1325563"/>
          </a:xfrm>
        </p:spPr>
        <p:txBody>
          <a:bodyPr/>
          <a:lstStyle/>
          <a:p>
            <a:r>
              <a:rPr lang="en-US" b="1" dirty="0"/>
              <a:t>Revising Your Belief With New Data</a:t>
            </a:r>
            <a:endParaRPr lang="en-US" sz="2000" i="1" dirty="0"/>
          </a:p>
        </p:txBody>
      </p:sp>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 name="TextBox 1107"/>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graphicFrame>
        <p:nvGraphicFramePr>
          <p:cNvPr id="1109" name="Object 3"/>
          <p:cNvGraphicFramePr>
            <a:graphicFrameLocks noChangeAspect="1"/>
          </p:cNvGraphicFramePr>
          <p:nvPr/>
        </p:nvGraphicFramePr>
        <p:xfrm>
          <a:off x="4654625" y="2708920"/>
          <a:ext cx="3751263" cy="1085850"/>
        </p:xfrm>
        <a:graphic>
          <a:graphicData uri="http://schemas.openxmlformats.org/presentationml/2006/ole">
            <mc:AlternateContent xmlns:mc="http://schemas.openxmlformats.org/markup-compatibility/2006">
              <mc:Choice xmlns:v="urn:schemas-microsoft-com:vml" Requires="v">
                <p:oleObj name="Equation" r:id="rId4" imgW="1447560" imgH="419040" progId="Equation.3">
                  <p:embed/>
                </p:oleObj>
              </mc:Choice>
              <mc:Fallback>
                <p:oleObj name="Equation" r:id="rId4" imgW="1447560" imgH="419040" progId="Equation.3">
                  <p:embed/>
                  <p:pic>
                    <p:nvPicPr>
                      <p:cNvPr id="11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4625" y="2708920"/>
                        <a:ext cx="3751263" cy="1085850"/>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07767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9" name="Object 3"/>
          <p:cNvGraphicFramePr>
            <a:graphicFrameLocks noChangeAspect="1"/>
          </p:cNvGraphicFramePr>
          <p:nvPr/>
        </p:nvGraphicFramePr>
        <p:xfrm>
          <a:off x="4654625" y="2708920"/>
          <a:ext cx="3751263" cy="1085850"/>
        </p:xfrm>
        <a:graphic>
          <a:graphicData uri="http://schemas.openxmlformats.org/presentationml/2006/ole">
            <mc:AlternateContent xmlns:mc="http://schemas.openxmlformats.org/markup-compatibility/2006">
              <mc:Choice xmlns:v="urn:schemas-microsoft-com:vml" Requires="v">
                <p:oleObj name="Equation" r:id="rId4" imgW="1447560" imgH="419040" progId="Equation.3">
                  <p:embed/>
                </p:oleObj>
              </mc:Choice>
              <mc:Fallback>
                <p:oleObj name="Equation" r:id="rId4" imgW="1447560" imgH="419040" progId="Equation.3">
                  <p:embed/>
                  <p:pic>
                    <p:nvPicPr>
                      <p:cNvPr id="11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4625" y="2708920"/>
                        <a:ext cx="3751263" cy="1085850"/>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loud Callout 5"/>
          <p:cNvSpPr/>
          <p:nvPr/>
        </p:nvSpPr>
        <p:spPr>
          <a:xfrm>
            <a:off x="6530255" y="1504335"/>
            <a:ext cx="2436763" cy="556513"/>
          </a:xfrm>
          <a:prstGeom prst="cloudCallout">
            <a:avLst>
              <a:gd name="adj1" fmla="val 13282"/>
              <a:gd name="adj2" fmla="val 14828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lumMod val="75000"/>
                  </a:schemeClr>
                </a:solidFill>
              </a:rPr>
              <a:t>Prior Belief</a:t>
            </a:r>
          </a:p>
        </p:txBody>
      </p:sp>
      <p:sp>
        <p:nvSpPr>
          <p:cNvPr id="8" name="Title 3"/>
          <p:cNvSpPr>
            <a:spLocks noGrp="1"/>
          </p:cNvSpPr>
          <p:nvPr>
            <p:ph type="title"/>
          </p:nvPr>
        </p:nvSpPr>
        <p:spPr>
          <a:xfrm>
            <a:off x="838200" y="365125"/>
            <a:ext cx="10515600" cy="1325563"/>
          </a:xfrm>
        </p:spPr>
        <p:txBody>
          <a:bodyPr/>
          <a:lstStyle/>
          <a:p>
            <a:r>
              <a:rPr lang="en-US" b="1" dirty="0"/>
              <a:t>Revising Your Belief With New Data</a:t>
            </a:r>
            <a:endParaRPr lang="en-US" sz="2000" i="1" dirty="0"/>
          </a:p>
        </p:txBody>
      </p:sp>
      <p:sp>
        <p:nvSpPr>
          <p:cNvPr id="7" name="TextBox 6"/>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spTree>
    <p:extLst>
      <p:ext uri="{BB962C8B-B14F-4D97-AF65-F5344CB8AC3E}">
        <p14:creationId xmlns:p14="http://schemas.microsoft.com/office/powerpoint/2010/main" val="445392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9" name="Object 3"/>
          <p:cNvGraphicFramePr>
            <a:graphicFrameLocks noChangeAspect="1"/>
          </p:cNvGraphicFramePr>
          <p:nvPr/>
        </p:nvGraphicFramePr>
        <p:xfrm>
          <a:off x="4654625" y="2708920"/>
          <a:ext cx="3751263" cy="1085850"/>
        </p:xfrm>
        <a:graphic>
          <a:graphicData uri="http://schemas.openxmlformats.org/presentationml/2006/ole">
            <mc:AlternateContent xmlns:mc="http://schemas.openxmlformats.org/markup-compatibility/2006">
              <mc:Choice xmlns:v="urn:schemas-microsoft-com:vml" Requires="v">
                <p:oleObj name="Equation" r:id="rId4" imgW="1447560" imgH="419040" progId="Equation.3">
                  <p:embed/>
                </p:oleObj>
              </mc:Choice>
              <mc:Fallback>
                <p:oleObj name="Equation" r:id="rId4" imgW="1447560" imgH="419040" progId="Equation.3">
                  <p:embed/>
                  <p:pic>
                    <p:nvPicPr>
                      <p:cNvPr id="11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4625" y="2708920"/>
                        <a:ext cx="3751263" cy="1085850"/>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loud Callout 5"/>
          <p:cNvSpPr/>
          <p:nvPr/>
        </p:nvSpPr>
        <p:spPr>
          <a:xfrm>
            <a:off x="6530255" y="1504335"/>
            <a:ext cx="2436763" cy="556513"/>
          </a:xfrm>
          <a:prstGeom prst="cloudCallout">
            <a:avLst>
              <a:gd name="adj1" fmla="val 13282"/>
              <a:gd name="adj2" fmla="val 14828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lumMod val="75000"/>
                  </a:schemeClr>
                </a:solidFill>
              </a:rPr>
              <a:t>Prior Belief</a:t>
            </a:r>
          </a:p>
        </p:txBody>
      </p:sp>
      <p:sp>
        <p:nvSpPr>
          <p:cNvPr id="8" name="Title 3"/>
          <p:cNvSpPr>
            <a:spLocks noGrp="1"/>
          </p:cNvSpPr>
          <p:nvPr>
            <p:ph type="title"/>
          </p:nvPr>
        </p:nvSpPr>
        <p:spPr>
          <a:xfrm>
            <a:off x="838200" y="365125"/>
            <a:ext cx="10515600" cy="1325563"/>
          </a:xfrm>
        </p:spPr>
        <p:txBody>
          <a:bodyPr/>
          <a:lstStyle/>
          <a:p>
            <a:r>
              <a:rPr lang="en-US" b="1" dirty="0"/>
              <a:t>Revising Your Belief With New Data</a:t>
            </a:r>
            <a:endParaRPr lang="en-US" sz="2000" i="1" dirty="0"/>
          </a:p>
        </p:txBody>
      </p:sp>
      <p:sp>
        <p:nvSpPr>
          <p:cNvPr id="7" name="Cloud Callout 6"/>
          <p:cNvSpPr/>
          <p:nvPr/>
        </p:nvSpPr>
        <p:spPr>
          <a:xfrm>
            <a:off x="5475603" y="4231877"/>
            <a:ext cx="2547520" cy="792088"/>
          </a:xfrm>
          <a:prstGeom prst="cloudCallout">
            <a:avLst>
              <a:gd name="adj1" fmla="val 29077"/>
              <a:gd name="adj2" fmla="val -96386"/>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000" dirty="0">
                <a:solidFill>
                  <a:schemeClr val="tx2">
                    <a:lumMod val="75000"/>
                  </a:schemeClr>
                </a:solidFill>
              </a:rPr>
              <a:t>New Data</a:t>
            </a:r>
            <a:endParaRPr lang="en-US" sz="2000" dirty="0">
              <a:solidFill>
                <a:schemeClr val="tx2">
                  <a:lumMod val="75000"/>
                </a:schemeClr>
              </a:solidFill>
            </a:endParaRPr>
          </a:p>
        </p:txBody>
      </p:sp>
      <p:sp>
        <p:nvSpPr>
          <p:cNvPr id="9" name="TextBox 8"/>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spTree>
    <p:extLst>
      <p:ext uri="{BB962C8B-B14F-4D97-AF65-F5344CB8AC3E}">
        <p14:creationId xmlns:p14="http://schemas.microsoft.com/office/powerpoint/2010/main" val="4231257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9" name="Object 3"/>
          <p:cNvGraphicFramePr>
            <a:graphicFrameLocks noChangeAspect="1"/>
          </p:cNvGraphicFramePr>
          <p:nvPr/>
        </p:nvGraphicFramePr>
        <p:xfrm>
          <a:off x="4654625" y="2708920"/>
          <a:ext cx="3751263" cy="1085850"/>
        </p:xfrm>
        <a:graphic>
          <a:graphicData uri="http://schemas.openxmlformats.org/presentationml/2006/ole">
            <mc:AlternateContent xmlns:mc="http://schemas.openxmlformats.org/markup-compatibility/2006">
              <mc:Choice xmlns:v="urn:schemas-microsoft-com:vml" Requires="v">
                <p:oleObj name="Equation" r:id="rId4" imgW="1447560" imgH="419040" progId="Equation.3">
                  <p:embed/>
                </p:oleObj>
              </mc:Choice>
              <mc:Fallback>
                <p:oleObj name="Equation" r:id="rId4" imgW="1447560" imgH="419040" progId="Equation.3">
                  <p:embed/>
                  <p:pic>
                    <p:nvPicPr>
                      <p:cNvPr id="11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4625" y="2708920"/>
                        <a:ext cx="3751263" cy="1085850"/>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loud Callout 5"/>
          <p:cNvSpPr/>
          <p:nvPr/>
        </p:nvSpPr>
        <p:spPr>
          <a:xfrm>
            <a:off x="6530255" y="1504335"/>
            <a:ext cx="2436763" cy="556513"/>
          </a:xfrm>
          <a:prstGeom prst="cloudCallout">
            <a:avLst>
              <a:gd name="adj1" fmla="val 13282"/>
              <a:gd name="adj2" fmla="val 14828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lumMod val="75000"/>
                  </a:schemeClr>
                </a:solidFill>
              </a:rPr>
              <a:t>Prior Belief</a:t>
            </a:r>
          </a:p>
        </p:txBody>
      </p:sp>
      <p:sp>
        <p:nvSpPr>
          <p:cNvPr id="8" name="Title 3"/>
          <p:cNvSpPr>
            <a:spLocks noGrp="1"/>
          </p:cNvSpPr>
          <p:nvPr>
            <p:ph type="title"/>
          </p:nvPr>
        </p:nvSpPr>
        <p:spPr>
          <a:xfrm>
            <a:off x="838200" y="365125"/>
            <a:ext cx="10515600" cy="1325563"/>
          </a:xfrm>
        </p:spPr>
        <p:txBody>
          <a:bodyPr/>
          <a:lstStyle/>
          <a:p>
            <a:r>
              <a:rPr lang="en-US" b="1" dirty="0"/>
              <a:t>Revising Your Belief With New Data</a:t>
            </a:r>
            <a:endParaRPr lang="en-US" sz="2000" i="1" dirty="0"/>
          </a:p>
        </p:txBody>
      </p:sp>
      <p:sp>
        <p:nvSpPr>
          <p:cNvPr id="7" name="Cloud Callout 6"/>
          <p:cNvSpPr/>
          <p:nvPr/>
        </p:nvSpPr>
        <p:spPr>
          <a:xfrm>
            <a:off x="5475603" y="4231877"/>
            <a:ext cx="2547520" cy="792088"/>
          </a:xfrm>
          <a:prstGeom prst="cloudCallout">
            <a:avLst>
              <a:gd name="adj1" fmla="val 29077"/>
              <a:gd name="adj2" fmla="val -96386"/>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000" dirty="0">
                <a:solidFill>
                  <a:schemeClr val="tx2">
                    <a:lumMod val="75000"/>
                  </a:schemeClr>
                </a:solidFill>
              </a:rPr>
              <a:t>New Data</a:t>
            </a:r>
            <a:endParaRPr lang="en-US" sz="2000" dirty="0">
              <a:solidFill>
                <a:schemeClr val="tx2">
                  <a:lumMod val="75000"/>
                </a:schemeClr>
              </a:solidFill>
            </a:endParaRPr>
          </a:p>
        </p:txBody>
      </p:sp>
      <p:sp>
        <p:nvSpPr>
          <p:cNvPr id="9" name="Cloud Callout 8"/>
          <p:cNvSpPr/>
          <p:nvPr/>
        </p:nvSpPr>
        <p:spPr>
          <a:xfrm>
            <a:off x="3241364" y="2008555"/>
            <a:ext cx="3288891" cy="581123"/>
          </a:xfrm>
          <a:prstGeom prst="cloudCallout">
            <a:avLst>
              <a:gd name="adj1" fmla="val 11388"/>
              <a:gd name="adj2" fmla="val 94868"/>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2">
                    <a:lumMod val="75000"/>
                  </a:schemeClr>
                </a:solidFill>
              </a:rPr>
              <a:t>Posterior Belief</a:t>
            </a:r>
          </a:p>
        </p:txBody>
      </p:sp>
      <p:sp>
        <p:nvSpPr>
          <p:cNvPr id="10" name="TextBox 9"/>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spTree>
    <p:extLst>
      <p:ext uri="{BB962C8B-B14F-4D97-AF65-F5344CB8AC3E}">
        <p14:creationId xmlns:p14="http://schemas.microsoft.com/office/powerpoint/2010/main" val="1912270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372D-2316-76C7-9032-C758799B76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8862E2-EBB1-B79D-4492-69F5181E788C}"/>
              </a:ext>
            </a:extLst>
          </p:cNvPr>
          <p:cNvSpPr>
            <a:spLocks noGrp="1"/>
          </p:cNvSpPr>
          <p:nvPr>
            <p:ph type="title"/>
          </p:nvPr>
        </p:nvSpPr>
        <p:spPr>
          <a:xfrm>
            <a:off x="838199" y="117144"/>
            <a:ext cx="10515600" cy="1325563"/>
          </a:xfrm>
        </p:spPr>
        <p:txBody>
          <a:bodyPr>
            <a:normAutofit/>
          </a:bodyPr>
          <a:lstStyle/>
          <a:p>
            <a:r>
              <a:rPr lang="en-US" b="1" dirty="0"/>
              <a:t>Sick or Healthy?</a:t>
            </a:r>
          </a:p>
        </p:txBody>
      </p:sp>
      <p:sp>
        <p:nvSpPr>
          <p:cNvPr id="5" name="Content Placeholder 13">
            <a:extLst>
              <a:ext uri="{FF2B5EF4-FFF2-40B4-BE49-F238E27FC236}">
                <a16:creationId xmlns:a16="http://schemas.microsoft.com/office/drawing/2014/main" id="{5B080079-32EB-357D-60A3-0C39AAC9FD1A}"/>
              </a:ext>
            </a:extLst>
          </p:cNvPr>
          <p:cNvSpPr>
            <a:spLocks noGrp="1"/>
          </p:cNvSpPr>
          <p:nvPr>
            <p:ph idx="4294967295"/>
          </p:nvPr>
        </p:nvSpPr>
        <p:spPr>
          <a:xfrm>
            <a:off x="838199" y="1524934"/>
            <a:ext cx="10515599" cy="4919331"/>
          </a:xfrm>
          <a:prstGeom prst="rect">
            <a:avLst/>
          </a:prstGeom>
        </p:spPr>
        <p:txBody>
          <a:bodyPr vert="horz" lIns="91440" tIns="45720" rIns="91440" bIns="45720" rtlCol="0">
            <a:noAutofit/>
          </a:bodyPr>
          <a:lstStyle/>
          <a:p>
            <a:pPr marL="0" indent="0">
              <a:lnSpc>
                <a:spcPct val="110000"/>
              </a:lnSpc>
              <a:spcBef>
                <a:spcPts val="600"/>
              </a:spcBef>
              <a:buNone/>
            </a:pPr>
            <a:r>
              <a:rPr lang="en-US" altLang="en-US" sz="2200" dirty="0">
                <a:latin typeface="Arial" panose="020B0604020202020204" pitchFamily="34" charset="0"/>
                <a:cs typeface="Arial" panose="020B0604020202020204" pitchFamily="34" charset="0"/>
              </a:rPr>
              <a:t>Suppose that there is a disease in your city. 1 out of 1000 is sick. There is a test that is reliable 99% of the time: If 100 healthy person take the test, 99 of them has negative result; if 100 sick person take the test 99 of them test positive. A friend of yours, comes and states that s/he tested positive (indicating sickness). What is the probability that your friend is sick?</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For sure (100%)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99%</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99% but definitely more than 50%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10%</a:t>
            </a:r>
          </a:p>
          <a:p>
            <a:pPr marL="457200" indent="-457200">
              <a:lnSpc>
                <a:spcPct val="110000"/>
              </a:lnSpc>
              <a:spcBef>
                <a:spcPts val="600"/>
              </a:spcBef>
              <a:buFont typeface="+mj-lt"/>
              <a:buAutoNum type="alphaLcPeriod"/>
            </a:pPr>
            <a:r>
              <a:rPr lang="en-US" altLang="en-US" sz="2200" dirty="0">
                <a:latin typeface="Arial" panose="020B0604020202020204" pitchFamily="34" charset="0"/>
                <a:cs typeface="Arial" panose="020B0604020202020204" pitchFamily="34" charset="0"/>
              </a:rPr>
              <a:t>Less than 50% but definitely more than 10%</a:t>
            </a:r>
          </a:p>
          <a:p>
            <a:pPr marL="457200" indent="-457200">
              <a:lnSpc>
                <a:spcPct val="110000"/>
              </a:lnSpc>
              <a:spcBef>
                <a:spcPts val="300"/>
              </a:spcBef>
              <a:buFont typeface="+mj-lt"/>
              <a:buAutoNum type="alphaLcPeriod"/>
            </a:pPr>
            <a:endParaRPr lang="tr-TR" altLang="en-US"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981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4"/>
            <a:ext cx="10515600" cy="1325563"/>
          </a:xfrm>
        </p:spPr>
        <p:txBody>
          <a:bodyPr>
            <a:normAutofit/>
          </a:bodyPr>
          <a:lstStyle/>
          <a:p>
            <a:r>
              <a:rPr lang="en-US" b="1" dirty="0"/>
              <a:t>Does Your Friend Have the Disease?</a:t>
            </a:r>
          </a:p>
        </p:txBody>
      </p:sp>
    </p:spTree>
    <p:extLst>
      <p:ext uri="{BB962C8B-B14F-4D97-AF65-F5344CB8AC3E}">
        <p14:creationId xmlns:p14="http://schemas.microsoft.com/office/powerpoint/2010/main" val="252025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7" name="Object 4"/>
          <p:cNvGraphicFramePr>
            <a:graphicFrameLocks noGrp="1" noChangeAspect="1"/>
          </p:cNvGraphicFramePr>
          <p:nvPr>
            <p:ph idx="4294967295"/>
          </p:nvPr>
        </p:nvGraphicFramePr>
        <p:xfrm>
          <a:off x="838200" y="2060849"/>
          <a:ext cx="2880320" cy="3502487"/>
        </p:xfrm>
        <a:graphic>
          <a:graphicData uri="http://schemas.openxmlformats.org/presentationml/2006/ole">
            <mc:AlternateContent xmlns:mc="http://schemas.openxmlformats.org/markup-compatibility/2006">
              <mc:Choice xmlns:v="urn:schemas-microsoft-com:vml" Requires="v">
                <p:oleObj name="Photo Editor Photo" r:id="rId2" imgW="2042337" imgH="2483810" progId="">
                  <p:embed/>
                </p:oleObj>
              </mc:Choice>
              <mc:Fallback>
                <p:oleObj name="Photo Editor Photo" r:id="rId2" imgW="2042337" imgH="2483810" progId="">
                  <p:embed/>
                  <p:pic>
                    <p:nvPicPr>
                      <p:cNvPr id="110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60849"/>
                        <a:ext cx="2880320" cy="350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itle 3"/>
          <p:cNvSpPr>
            <a:spLocks noGrp="1"/>
          </p:cNvSpPr>
          <p:nvPr>
            <p:ph type="title"/>
          </p:nvPr>
        </p:nvSpPr>
        <p:spPr>
          <a:xfrm>
            <a:off x="838200" y="365125"/>
            <a:ext cx="10515600" cy="1325563"/>
          </a:xfrm>
        </p:spPr>
        <p:txBody>
          <a:bodyPr/>
          <a:lstStyle/>
          <a:p>
            <a:r>
              <a:rPr lang="en-US" b="1" dirty="0"/>
              <a:t>Revising Your Belief With New Data</a:t>
            </a:r>
            <a:endParaRPr lang="en-US" sz="2000" i="1" dirty="0"/>
          </a:p>
        </p:txBody>
      </p:sp>
      <p:sp>
        <p:nvSpPr>
          <p:cNvPr id="10" name="TextBox 9"/>
          <p:cNvSpPr txBox="1"/>
          <p:nvPr/>
        </p:nvSpPr>
        <p:spPr>
          <a:xfrm>
            <a:off x="1090228" y="5572375"/>
            <a:ext cx="2376264" cy="1200329"/>
          </a:xfrm>
          <a:prstGeom prst="rect">
            <a:avLst/>
          </a:prstGeom>
          <a:noFill/>
        </p:spPr>
        <p:txBody>
          <a:bodyPr wrap="square" rtlCol="0">
            <a:spAutoFit/>
          </a:bodyPr>
          <a:lstStyle/>
          <a:p>
            <a:pPr algn="ctr" fontAlgn="base">
              <a:spcBef>
                <a:spcPct val="0"/>
              </a:spcBef>
              <a:spcAft>
                <a:spcPct val="0"/>
              </a:spcAft>
              <a:defRPr/>
            </a:pPr>
            <a:r>
              <a:rPr lang="en-US" b="1" dirty="0">
                <a:solidFill>
                  <a:srgbClr val="0070C0"/>
                </a:solidFill>
              </a:rPr>
              <a:t>Thomas Bayes </a:t>
            </a:r>
          </a:p>
          <a:p>
            <a:pPr algn="ctr" fontAlgn="base">
              <a:spcBef>
                <a:spcPct val="0"/>
              </a:spcBef>
              <a:spcAft>
                <a:spcPct val="0"/>
              </a:spcAft>
              <a:defRPr/>
            </a:pPr>
            <a:r>
              <a:rPr lang="en-US" dirty="0">
                <a:latin typeface="Arial" panose="020B0604020202020204" pitchFamily="34" charset="0"/>
                <a:cs typeface="Arial" panose="020B0604020202020204" pitchFamily="34" charset="0"/>
              </a:rPr>
              <a:t>(1701 – 1761)</a:t>
            </a:r>
          </a:p>
          <a:p>
            <a:pPr algn="ctr" fontAlgn="base">
              <a:spcBef>
                <a:spcPct val="0"/>
              </a:spcBef>
              <a:spcAft>
                <a:spcPct val="0"/>
              </a:spcAft>
              <a:defRPr/>
            </a:pPr>
            <a:r>
              <a:rPr lang="en-US" dirty="0">
                <a:latin typeface="Arial" panose="020B0604020202020204" pitchFamily="34" charset="0"/>
                <a:cs typeface="Arial" panose="020B0604020202020204" pitchFamily="34" charset="0"/>
              </a:rPr>
              <a:t>English </a:t>
            </a:r>
            <a:endParaRPr lang="tr-TR" dirty="0">
              <a:latin typeface="Arial" panose="020B0604020202020204" pitchFamily="34" charset="0"/>
              <a:cs typeface="Arial" panose="020B0604020202020204" pitchFamily="34" charset="0"/>
            </a:endParaRPr>
          </a:p>
          <a:p>
            <a:pPr algn="ctr" fontAlgn="base">
              <a:spcBef>
                <a:spcPct val="0"/>
              </a:spcBef>
              <a:spcAft>
                <a:spcPct val="0"/>
              </a:spcAft>
              <a:defRPr/>
            </a:pPr>
            <a:r>
              <a:rPr lang="en-US" dirty="0">
                <a:latin typeface="Arial" panose="020B0604020202020204" pitchFamily="34" charset="0"/>
                <a:cs typeface="Arial" panose="020B0604020202020204" pitchFamily="34" charset="0"/>
              </a:rPr>
              <a:t>Presbyterian Minister</a:t>
            </a:r>
            <a:endParaRPr lang="en-CA" b="1" dirty="0">
              <a:solidFill>
                <a:srgbClr val="0070C0"/>
              </a:solidFill>
            </a:endParaRPr>
          </a:p>
        </p:txBody>
      </p:sp>
      <p:grpSp>
        <p:nvGrpSpPr>
          <p:cNvPr id="2" name="Group 1"/>
          <p:cNvGrpSpPr/>
          <p:nvPr/>
        </p:nvGrpSpPr>
        <p:grpSpPr>
          <a:xfrm>
            <a:off x="3910249" y="2060849"/>
            <a:ext cx="7988633" cy="4457174"/>
            <a:chOff x="3718520" y="1722005"/>
            <a:chExt cx="7988633" cy="4457174"/>
          </a:xfrm>
        </p:grpSpPr>
        <p:graphicFrame>
          <p:nvGraphicFramePr>
            <p:cNvPr id="1109" name="Object 3"/>
            <p:cNvGraphicFramePr>
              <a:graphicFrameLocks noChangeAspect="1"/>
            </p:cNvGraphicFramePr>
            <p:nvPr/>
          </p:nvGraphicFramePr>
          <p:xfrm>
            <a:off x="6173708" y="3392009"/>
            <a:ext cx="3751263" cy="1085850"/>
          </p:xfrm>
          <a:graphic>
            <a:graphicData uri="http://schemas.openxmlformats.org/presentationml/2006/ole">
              <mc:AlternateContent xmlns:mc="http://schemas.openxmlformats.org/markup-compatibility/2006">
                <mc:Choice xmlns:v="urn:schemas-microsoft-com:vml" Requires="v">
                  <p:oleObj name="Equation" r:id="rId4" imgW="1447560" imgH="419040" progId="Equation.3">
                    <p:embed/>
                  </p:oleObj>
                </mc:Choice>
                <mc:Fallback>
                  <p:oleObj name="Equation" r:id="rId4" imgW="1447560" imgH="419040" progId="Equation.3">
                    <p:embed/>
                    <p:pic>
                      <p:nvPicPr>
                        <p:cNvPr id="11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3708" y="3392009"/>
                          <a:ext cx="3751263" cy="1085850"/>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loud Callout 5"/>
            <p:cNvSpPr/>
            <p:nvPr/>
          </p:nvSpPr>
          <p:spPr>
            <a:xfrm>
              <a:off x="8880503" y="1722005"/>
              <a:ext cx="2826650" cy="1017097"/>
            </a:xfrm>
            <a:prstGeom prst="cloudCallout">
              <a:avLst>
                <a:gd name="adj1" fmla="val -25909"/>
                <a:gd name="adj2" fmla="val 114789"/>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Prior probability of the </a:t>
              </a:r>
              <a:r>
                <a:rPr lang="en-US" sz="1600" b="1" u="sng" dirty="0">
                  <a:solidFill>
                    <a:srgbClr val="00B0F0"/>
                  </a:solidFill>
                  <a:latin typeface="Arial" panose="020B0604020202020204" pitchFamily="34" charset="0"/>
                  <a:cs typeface="Arial" panose="020B0604020202020204" pitchFamily="34" charset="0"/>
                </a:rPr>
                <a:t>hypothesis h</a:t>
              </a:r>
              <a:r>
                <a:rPr lang="en-US" sz="1600" b="1" u="sng"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a:t>
              </a:r>
              <a:r>
                <a:rPr lang="en-US" sz="1600" i="1" dirty="0">
                  <a:solidFill>
                    <a:schemeClr val="tx1"/>
                  </a:solidFill>
                  <a:latin typeface="Arial" panose="020B0604020202020204" pitchFamily="34" charset="0"/>
                  <a:cs typeface="Arial" panose="020B0604020202020204" pitchFamily="34" charset="0"/>
                </a:rPr>
                <a:t>i.e., class</a:t>
              </a:r>
              <a:r>
                <a:rPr lang="en-US" sz="2000" dirty="0">
                  <a:solidFill>
                    <a:schemeClr val="tx1"/>
                  </a:solidFill>
                </a:rPr>
                <a:t>)</a:t>
              </a:r>
            </a:p>
          </p:txBody>
        </p:sp>
        <p:sp>
          <p:nvSpPr>
            <p:cNvPr id="7" name="Cloud Callout 6"/>
            <p:cNvSpPr/>
            <p:nvPr/>
          </p:nvSpPr>
          <p:spPr>
            <a:xfrm>
              <a:off x="7628866" y="5162082"/>
              <a:ext cx="2503275" cy="1017097"/>
            </a:xfrm>
            <a:prstGeom prst="cloudCallout">
              <a:avLst>
                <a:gd name="adj1" fmla="val 807"/>
                <a:gd name="adj2" fmla="val -109975"/>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Probability of the </a:t>
              </a:r>
              <a:r>
                <a:rPr lang="en-US" sz="1600" b="1" u="sng" dirty="0">
                  <a:solidFill>
                    <a:srgbClr val="00B0F0"/>
                  </a:solidFill>
                  <a:latin typeface="Arial" panose="020B0604020202020204" pitchFamily="34" charset="0"/>
                  <a:cs typeface="Arial" panose="020B0604020202020204" pitchFamily="34" charset="0"/>
                </a:rPr>
                <a:t>evidence d</a:t>
              </a:r>
            </a:p>
            <a:p>
              <a:pPr algn="ctr"/>
              <a:r>
                <a:rPr lang="en-US" sz="1600" dirty="0">
                  <a:solidFill>
                    <a:schemeClr val="tx1"/>
                  </a:solidFill>
                  <a:latin typeface="Arial" panose="020B0604020202020204" pitchFamily="34" charset="0"/>
                  <a:cs typeface="Arial" panose="020B0604020202020204" pitchFamily="34" charset="0"/>
                </a:rPr>
                <a:t> (</a:t>
              </a:r>
              <a:r>
                <a:rPr lang="en-US" sz="1600" i="1" dirty="0">
                  <a:solidFill>
                    <a:schemeClr val="tx1"/>
                  </a:solidFill>
                  <a:latin typeface="Arial" panose="020B0604020202020204" pitchFamily="34" charset="0"/>
                  <a:cs typeface="Arial" panose="020B0604020202020204" pitchFamily="34" charset="0"/>
                </a:rPr>
                <a:t>i.e. new data</a:t>
              </a:r>
              <a:r>
                <a:rPr lang="en-US" sz="1600" dirty="0">
                  <a:solidFill>
                    <a:schemeClr val="tx1"/>
                  </a:solidFill>
                  <a:latin typeface="Arial" panose="020B0604020202020204" pitchFamily="34" charset="0"/>
                  <a:cs typeface="Arial" panose="020B0604020202020204" pitchFamily="34" charset="0"/>
                </a:rPr>
                <a:t>)</a:t>
              </a:r>
              <a:endParaRPr lang="en-US" sz="1600" dirty="0">
                <a:solidFill>
                  <a:srgbClr val="00B050"/>
                </a:solidFill>
                <a:latin typeface="Arial" panose="020B0604020202020204" pitchFamily="34" charset="0"/>
                <a:cs typeface="Arial" panose="020B0604020202020204" pitchFamily="34" charset="0"/>
              </a:endParaRPr>
            </a:p>
          </p:txBody>
        </p:sp>
        <p:sp>
          <p:nvSpPr>
            <p:cNvPr id="9" name="Cloud Callout 8"/>
            <p:cNvSpPr/>
            <p:nvPr/>
          </p:nvSpPr>
          <p:spPr>
            <a:xfrm>
              <a:off x="3718520" y="4727177"/>
              <a:ext cx="3194998" cy="1206319"/>
            </a:xfrm>
            <a:prstGeom prst="cloudCallout">
              <a:avLst>
                <a:gd name="adj1" fmla="val 38524"/>
                <a:gd name="adj2" fmla="val -10628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Conditional probability of the class</a:t>
              </a:r>
              <a:r>
                <a:rPr lang="en-US" sz="1600" dirty="0">
                  <a:solidFill>
                    <a:srgbClr val="00B050"/>
                  </a:solidFill>
                  <a:latin typeface="Arial" panose="020B0604020202020204" pitchFamily="34" charset="0"/>
                  <a:cs typeface="Arial" panose="020B0604020202020204" pitchFamily="34" charset="0"/>
                </a:rPr>
                <a:t> h </a:t>
              </a:r>
              <a:r>
                <a:rPr lang="en-US" sz="1600" dirty="0">
                  <a:solidFill>
                    <a:schemeClr val="tx1"/>
                  </a:solidFill>
                  <a:latin typeface="Arial" panose="020B0604020202020204" pitchFamily="34" charset="0"/>
                  <a:cs typeface="Arial" panose="020B0604020202020204" pitchFamily="34" charset="0"/>
                </a:rPr>
                <a:t>given the data </a:t>
              </a:r>
              <a:r>
                <a:rPr lang="en-US" sz="1600" dirty="0">
                  <a:solidFill>
                    <a:srgbClr val="00B050"/>
                  </a:solidFill>
                  <a:latin typeface="Arial" panose="020B0604020202020204" pitchFamily="34" charset="0"/>
                  <a:cs typeface="Arial" panose="020B0604020202020204" pitchFamily="34" charset="0"/>
                </a:rPr>
                <a:t> d </a:t>
              </a:r>
              <a:endParaRPr lang="en-US" sz="1600" dirty="0">
                <a:solidFill>
                  <a:schemeClr val="tx1"/>
                </a:solidFill>
                <a:latin typeface="Arial" panose="020B0604020202020204" pitchFamily="34" charset="0"/>
                <a:cs typeface="Arial" panose="020B0604020202020204" pitchFamily="34" charset="0"/>
              </a:endParaRPr>
            </a:p>
          </p:txBody>
        </p:sp>
        <p:sp>
          <p:nvSpPr>
            <p:cNvPr id="12" name="Cloud Callout 11"/>
            <p:cNvSpPr/>
            <p:nvPr/>
          </p:nvSpPr>
          <p:spPr>
            <a:xfrm>
              <a:off x="4895819" y="1940006"/>
              <a:ext cx="3322693" cy="1163286"/>
            </a:xfrm>
            <a:prstGeom prst="cloudCallout">
              <a:avLst>
                <a:gd name="adj1" fmla="val 45910"/>
                <a:gd name="adj2" fmla="val 81306"/>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Conditional probability of the data </a:t>
              </a:r>
              <a:r>
                <a:rPr lang="en-US" sz="1600" dirty="0">
                  <a:solidFill>
                    <a:srgbClr val="00B050"/>
                  </a:solidFill>
                  <a:latin typeface="Arial" panose="020B0604020202020204" pitchFamily="34" charset="0"/>
                  <a:cs typeface="Arial" panose="020B0604020202020204" pitchFamily="34" charset="0"/>
                </a:rPr>
                <a:t>d </a:t>
              </a:r>
              <a:r>
                <a:rPr lang="en-US" sz="1600" dirty="0">
                  <a:solidFill>
                    <a:schemeClr val="tx1"/>
                  </a:solidFill>
                  <a:latin typeface="Arial" panose="020B0604020202020204" pitchFamily="34" charset="0"/>
                  <a:cs typeface="Arial" panose="020B0604020202020204" pitchFamily="34" charset="0"/>
                </a:rPr>
                <a:t>given the class </a:t>
              </a:r>
              <a:r>
                <a:rPr lang="en-US" sz="1600" dirty="0">
                  <a:solidFill>
                    <a:srgbClr val="00B050"/>
                  </a:solidFill>
                  <a:latin typeface="Arial" panose="020B0604020202020204" pitchFamily="34" charset="0"/>
                  <a:cs typeface="Arial" panose="020B0604020202020204" pitchFamily="34" charset="0"/>
                </a:rPr>
                <a:t>h </a:t>
              </a:r>
              <a:endParaRPr lang="en-US" sz="1600" dirty="0">
                <a:solidFill>
                  <a:schemeClr val="tx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72185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428625" y="6403975"/>
          <a:ext cx="9466263" cy="319088"/>
        </p:xfrm>
        <a:graphic>
          <a:graphicData uri="http://schemas.openxmlformats.org/presentationml/2006/ole">
            <mc:AlternateContent xmlns:mc="http://schemas.openxmlformats.org/markup-compatibility/2006">
              <mc:Choice xmlns:v="urn:schemas-microsoft-com:vml" Requires="v">
                <p:oleObj name="Worksheet" r:id="rId2" imgW="4772018" imgH="238061" progId="Excel.Sheet.8">
                  <p:embed/>
                </p:oleObj>
              </mc:Choice>
              <mc:Fallback>
                <p:oleObj name="Worksheet" r:id="rId2" imgW="4772018" imgH="238061" progId="Excel.Sheet.8">
                  <p:embed/>
                  <p:pic>
                    <p:nvPicPr>
                      <p:cNvPr id="4" name="Object 2"/>
                      <p:cNvPicPr>
                        <a:picLocks noChangeAspect="1" noChangeArrowheads="1"/>
                      </p:cNvPicPr>
                      <p:nvPr/>
                    </p:nvPicPr>
                    <p:blipFill>
                      <a:blip r:embed="rId3"/>
                      <a:srcRect/>
                      <a:stretch>
                        <a:fillRect/>
                      </a:stretch>
                    </p:blipFill>
                    <p:spPr bwMode="auto">
                      <a:xfrm>
                        <a:off x="428625" y="6403975"/>
                        <a:ext cx="9466263" cy="319088"/>
                      </a:xfrm>
                      <a:prstGeom prst="rect">
                        <a:avLst/>
                      </a:prstGeom>
                      <a:noFill/>
                      <a:ln>
                        <a:noFill/>
                      </a:ln>
                      <a:effectLst/>
                    </p:spPr>
                  </p:pic>
                </p:oleObj>
              </mc:Fallback>
            </mc:AlternateContent>
          </a:graphicData>
        </a:graphic>
      </p:graphicFrame>
      <p:graphicFrame>
        <p:nvGraphicFramePr>
          <p:cNvPr id="5" name="Table 4"/>
          <p:cNvGraphicFramePr>
            <a:graphicFrameLocks noGrp="1"/>
          </p:cNvGraphicFramePr>
          <p:nvPr/>
        </p:nvGraphicFramePr>
        <p:xfrm>
          <a:off x="838200" y="1662369"/>
          <a:ext cx="8836742" cy="4628958"/>
        </p:xfrm>
        <a:graphic>
          <a:graphicData uri="http://schemas.openxmlformats.org/drawingml/2006/table">
            <a:tbl>
              <a:tblPr firstRow="1" bandRow="1">
                <a:tableStyleId>{10A1B5D5-9B99-4C35-A422-299274C87663}</a:tableStyleId>
              </a:tblPr>
              <a:tblGrid>
                <a:gridCol w="663519">
                  <a:extLst>
                    <a:ext uri="{9D8B030D-6E8A-4147-A177-3AD203B41FA5}">
                      <a16:colId xmlns:a16="http://schemas.microsoft.com/office/drawing/2014/main" val="4151893868"/>
                    </a:ext>
                  </a:extLst>
                </a:gridCol>
                <a:gridCol w="1237941">
                  <a:extLst>
                    <a:ext uri="{9D8B030D-6E8A-4147-A177-3AD203B41FA5}">
                      <a16:colId xmlns:a16="http://schemas.microsoft.com/office/drawing/2014/main" val="2331074717"/>
                    </a:ext>
                  </a:extLst>
                </a:gridCol>
                <a:gridCol w="1941317">
                  <a:extLst>
                    <a:ext uri="{9D8B030D-6E8A-4147-A177-3AD203B41FA5}">
                      <a16:colId xmlns:a16="http://schemas.microsoft.com/office/drawing/2014/main" val="3641374271"/>
                    </a:ext>
                  </a:extLst>
                </a:gridCol>
                <a:gridCol w="1350481">
                  <a:extLst>
                    <a:ext uri="{9D8B030D-6E8A-4147-A177-3AD203B41FA5}">
                      <a16:colId xmlns:a16="http://schemas.microsoft.com/office/drawing/2014/main" val="3905258309"/>
                    </a:ext>
                  </a:extLst>
                </a:gridCol>
                <a:gridCol w="2447746">
                  <a:extLst>
                    <a:ext uri="{9D8B030D-6E8A-4147-A177-3AD203B41FA5}">
                      <a16:colId xmlns:a16="http://schemas.microsoft.com/office/drawing/2014/main" val="1282154045"/>
                    </a:ext>
                  </a:extLst>
                </a:gridCol>
                <a:gridCol w="1195738">
                  <a:extLst>
                    <a:ext uri="{9D8B030D-6E8A-4147-A177-3AD203B41FA5}">
                      <a16:colId xmlns:a16="http://schemas.microsoft.com/office/drawing/2014/main" val="3683188331"/>
                    </a:ext>
                  </a:extLst>
                </a:gridCol>
              </a:tblGrid>
              <a:tr h="361758">
                <a:tc>
                  <a:txBody>
                    <a:bodyPr/>
                    <a:lstStyle/>
                    <a:p>
                      <a:pPr marL="0" algn="ctr" defTabSz="914400" rtl="0" eaLnBrk="1" latinLnBrk="0" hangingPunct="1"/>
                      <a:r>
                        <a:rPr lang="tr-TR" sz="14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4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Age</a:t>
                      </a:r>
                      <a:endParaRPr lang="en-US" sz="14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Body Mass</a:t>
                      </a:r>
                      <a:r>
                        <a:rPr lang="tr-TR" sz="1400" u="none" strike="noStrike" kern="1200" baseline="0" dirty="0">
                          <a:latin typeface="Arial" panose="020B0604020202020204" pitchFamily="34" charset="0"/>
                          <a:cs typeface="Arial" panose="020B0604020202020204" pitchFamily="34" charset="0"/>
                        </a:rPr>
                        <a:t> Index</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Gender</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Intensity of Symptoms</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Disease</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277855">
                <a:tc>
                  <a:txBody>
                    <a:bodyPr/>
                    <a:lstStyle/>
                    <a:p>
                      <a:pPr algn="ctr"/>
                      <a:r>
                        <a:rPr lang="tr-TR" sz="1400" noProof="0" dirty="0">
                          <a:latin typeface="Arial" panose="020B0604020202020204" pitchFamily="34" charset="0"/>
                          <a:cs typeface="Arial" panose="020B0604020202020204" pitchFamily="34" charset="0"/>
                        </a:rPr>
                        <a:t>14</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Tree>
    <p:extLst>
      <p:ext uri="{BB962C8B-B14F-4D97-AF65-F5344CB8AC3E}">
        <p14:creationId xmlns:p14="http://schemas.microsoft.com/office/powerpoint/2010/main" val="1455123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Choosing the Hypothesis (MAP) </a:t>
            </a:r>
          </a:p>
        </p:txBody>
      </p:sp>
      <p:grpSp>
        <p:nvGrpSpPr>
          <p:cNvPr id="3" name="Group 2"/>
          <p:cNvGrpSpPr/>
          <p:nvPr/>
        </p:nvGrpSpPr>
        <p:grpSpPr>
          <a:xfrm>
            <a:off x="1223019" y="5270577"/>
            <a:ext cx="3400579" cy="1034532"/>
            <a:chOff x="1223019" y="5270577"/>
            <a:chExt cx="3400579" cy="1034532"/>
          </a:xfrm>
        </p:grpSpPr>
        <p:sp>
          <p:nvSpPr>
            <p:cNvPr id="30" name="Text Box 4"/>
            <p:cNvSpPr txBox="1">
              <a:spLocks noChangeArrowheads="1"/>
            </p:cNvSpPr>
            <p:nvPr/>
          </p:nvSpPr>
          <p:spPr bwMode="auto">
            <a:xfrm>
              <a:off x="1223019" y="5883695"/>
              <a:ext cx="3400579" cy="421414"/>
            </a:xfrm>
            <a:prstGeom prst="rect">
              <a:avLst/>
            </a:prstGeom>
            <a:noFill/>
            <a:ln w="9525">
              <a:solidFill>
                <a:schemeClr val="tx1"/>
              </a:solidFill>
              <a:miter lim="800000"/>
              <a:headEnd/>
              <a:tailEnd/>
            </a:ln>
            <a:effectLst/>
          </p:spPr>
          <p:txBody>
            <a:bodyPr wrap="none" lIns="82058" tIns="41029" rIns="82058" bIns="41029">
              <a:spAutoFit/>
            </a:bodyPr>
            <a:lstStyle/>
            <a:p>
              <a:pPr eaLnBrk="0" hangingPunct="0"/>
              <a:r>
                <a:rPr lang="en-US" sz="2200" dirty="0">
                  <a:solidFill>
                    <a:srgbClr val="00B050"/>
                  </a:solidFill>
                  <a:latin typeface="Arial" panose="020B0604020202020204" pitchFamily="34" charset="0"/>
                  <a:cs typeface="Arial" panose="020B0604020202020204" pitchFamily="34" charset="0"/>
                </a:rPr>
                <a:t>Maximum Likelihood (ML)</a:t>
              </a:r>
            </a:p>
          </p:txBody>
        </p:sp>
        <p:sp>
          <p:nvSpPr>
            <p:cNvPr id="32" name="Line 6"/>
            <p:cNvSpPr>
              <a:spLocks noChangeShapeType="1"/>
            </p:cNvSpPr>
            <p:nvPr/>
          </p:nvSpPr>
          <p:spPr bwMode="auto">
            <a:xfrm flipV="1">
              <a:off x="2923309" y="5270577"/>
              <a:ext cx="0" cy="605118"/>
            </a:xfrm>
            <a:prstGeom prst="line">
              <a:avLst/>
            </a:prstGeom>
            <a:noFill/>
            <a:ln w="9525">
              <a:solidFill>
                <a:srgbClr val="0070C0"/>
              </a:solidFill>
              <a:round/>
              <a:headEnd/>
              <a:tailEnd type="triangle" w="med" len="med"/>
            </a:ln>
            <a:effectLst/>
          </p:spPr>
          <p:txBody>
            <a:bodyPr wrap="none" lIns="82058" tIns="41029" rIns="82058" bIns="41029" anchor="ctr"/>
            <a:lstStyle/>
            <a:p>
              <a:endParaRPr lang="en-US"/>
            </a:p>
          </p:txBody>
        </p:sp>
      </p:grpSp>
      <mc:AlternateContent xmlns:mc="http://schemas.openxmlformats.org/markup-compatibility/2006" xmlns:a14="http://schemas.microsoft.com/office/drawing/2010/main">
        <mc:Choice Requires="a14">
          <p:sp>
            <p:nvSpPr>
              <p:cNvPr id="9" name="TextBox 8"/>
              <p:cNvSpPr txBox="1"/>
              <p:nvPr/>
            </p:nvSpPr>
            <p:spPr>
              <a:xfrm>
                <a:off x="838200" y="1731012"/>
                <a:ext cx="6204045" cy="3658246"/>
              </a:xfrm>
              <a:prstGeom prst="rect">
                <a:avLst/>
              </a:prstGeom>
              <a:noFill/>
            </p:spPr>
            <p:txBody>
              <a:bodyPr wrap="square" rtlCol="0">
                <a:spAutoFit/>
              </a:bodyPr>
              <a:lstStyle/>
              <a:p>
                <a:endParaRPr lang="tr-TR" sz="2200" dirty="0">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ea typeface="Cambria Math" panose="02040503050406030204" pitchFamily="18" charset="0"/>
                              <a:cs typeface="Arial" panose="020B0604020202020204" pitchFamily="34" charset="0"/>
                            </a:rPr>
                          </m:ctrlPr>
                        </m:sSubPr>
                        <m:e>
                          <m:r>
                            <a:rPr lang="tr-TR" sz="2200" i="1">
                              <a:latin typeface="Cambria Math" panose="02040503050406030204" pitchFamily="18" charset="0"/>
                              <a:ea typeface="Cambria Math" panose="02040503050406030204" pitchFamily="18" charset="0"/>
                              <a:cs typeface="Arial" panose="020B0604020202020204" pitchFamily="34" charset="0"/>
                            </a:rPr>
                            <m:t>h</m:t>
                          </m:r>
                        </m:e>
                        <m:sub>
                          <m:r>
                            <a:rPr lang="tr-TR" sz="2200" i="1">
                              <a:latin typeface="Cambria Math" panose="02040503050406030204" pitchFamily="18" charset="0"/>
                              <a:ea typeface="Cambria Math" panose="02040503050406030204" pitchFamily="18" charset="0"/>
                              <a:cs typeface="Arial" panose="020B0604020202020204" pitchFamily="34" charset="0"/>
                            </a:rPr>
                            <m:t>𝑀𝐴𝑃</m:t>
                          </m:r>
                        </m:sub>
                      </m:sSub>
                      <m:r>
                        <a:rPr lang="tr-TR" sz="2200" i="1">
                          <a:latin typeface="Cambria Math" panose="02040503050406030204" pitchFamily="18" charset="0"/>
                          <a:ea typeface="Cambria Math" panose="02040503050406030204" pitchFamily="18" charset="0"/>
                          <a:cs typeface="Arial" panose="020B0604020202020204" pitchFamily="34" charset="0"/>
                        </a:rPr>
                        <m:t>=</m:t>
                      </m:r>
                      <m:func>
                        <m:funcPr>
                          <m:ctrlPr>
                            <a:rPr lang="tr-TR" sz="2200" i="1">
                              <a:latin typeface="Cambria Math" panose="02040503050406030204" pitchFamily="18" charset="0"/>
                              <a:ea typeface="Cambria Math" panose="02040503050406030204" pitchFamily="18" charset="0"/>
                              <a:cs typeface="Arial" panose="020B0604020202020204" pitchFamily="34" charset="0"/>
                            </a:rPr>
                          </m:ctrlPr>
                        </m:funcPr>
                        <m:fName>
                          <m:limLow>
                            <m:limLowPr>
                              <m:ctrlPr>
                                <a:rPr lang="tr-TR" sz="2200" i="1">
                                  <a:latin typeface="Cambria Math" panose="02040503050406030204" pitchFamily="18" charset="0"/>
                                  <a:ea typeface="Cambria Math" panose="02040503050406030204" pitchFamily="18" charset="0"/>
                                  <a:cs typeface="Arial" panose="020B0604020202020204" pitchFamily="34" charset="0"/>
                                </a:rPr>
                              </m:ctrlPr>
                            </m:limLowPr>
                            <m:e>
                              <m:r>
                                <m:rPr>
                                  <m:sty m:val="p"/>
                                </m:rPr>
                                <a:rPr lang="tr-TR" sz="2200">
                                  <a:latin typeface="Cambria Math" panose="02040503050406030204" pitchFamily="18" charset="0"/>
                                  <a:ea typeface="Cambria Math" panose="02040503050406030204" pitchFamily="18" charset="0"/>
                                  <a:cs typeface="Arial" panose="020B0604020202020204" pitchFamily="34" charset="0"/>
                                </a:rPr>
                                <m:t>arg</m:t>
                              </m:r>
                              <m:r>
                                <a:rPr lang="tr-TR" sz="2200">
                                  <a:latin typeface="Cambria Math" panose="02040503050406030204" pitchFamily="18" charset="0"/>
                                  <a:ea typeface="Cambria Math" panose="02040503050406030204" pitchFamily="18" charset="0"/>
                                  <a:cs typeface="Arial" panose="020B0604020202020204" pitchFamily="34" charset="0"/>
                                </a:rPr>
                                <m:t> </m:t>
                              </m:r>
                              <m:r>
                                <m:rPr>
                                  <m:sty m:val="p"/>
                                </m:rPr>
                                <a:rPr lang="tr-TR" sz="2200">
                                  <a:latin typeface="Cambria Math" panose="02040503050406030204" pitchFamily="18" charset="0"/>
                                  <a:ea typeface="Cambria Math" panose="02040503050406030204" pitchFamily="18" charset="0"/>
                                  <a:cs typeface="Arial" panose="020B0604020202020204" pitchFamily="34" charset="0"/>
                                </a:rPr>
                                <m:t>max</m:t>
                              </m:r>
                            </m:e>
                            <m:lim>
                              <m:r>
                                <a:rPr lang="tr-TR" sz="2200" i="1">
                                  <a:latin typeface="Cambria Math" panose="02040503050406030204" pitchFamily="18" charset="0"/>
                                  <a:ea typeface="Cambria Math" panose="02040503050406030204" pitchFamily="18" charset="0"/>
                                  <a:cs typeface="Arial" panose="020B0604020202020204" pitchFamily="34" charset="0"/>
                                </a:rPr>
                                <m:t>h</m:t>
                              </m:r>
                              <m:r>
                                <a:rPr lang="tr-TR" sz="2200" i="1">
                                  <a:latin typeface="Cambria Math" panose="02040503050406030204" pitchFamily="18" charset="0"/>
                                  <a:ea typeface="Cambria Math" panose="02040503050406030204" pitchFamily="18" charset="0"/>
                                  <a:cs typeface="Arial" panose="020B0604020202020204" pitchFamily="34" charset="0"/>
                                </a:rPr>
                                <m:t>∈</m:t>
                              </m:r>
                              <m:r>
                                <a:rPr lang="tr-TR" sz="2200" i="1">
                                  <a:latin typeface="Cambria Math" panose="02040503050406030204" pitchFamily="18" charset="0"/>
                                  <a:ea typeface="Cambria Math" panose="02040503050406030204" pitchFamily="18" charset="0"/>
                                  <a:cs typeface="Arial" panose="020B0604020202020204" pitchFamily="34" charset="0"/>
                                </a:rPr>
                                <m:t>𝐻</m:t>
                              </m:r>
                            </m:lim>
                          </m:limLow>
                        </m:fName>
                        <m:e>
                          <m:r>
                            <a:rPr lang="tr-TR" sz="2200" i="1">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latin typeface="Cambria Math" panose="02040503050406030204" pitchFamily="18" charset="0"/>
                                  <a:ea typeface="Cambria Math" panose="02040503050406030204" pitchFamily="18" charset="0"/>
                                  <a:cs typeface="Arial" panose="020B0604020202020204" pitchFamily="34" charset="0"/>
                                </a:rPr>
                              </m:ctrlPr>
                            </m:dPr>
                            <m:e>
                              <m:r>
                                <a:rPr lang="tr-TR" sz="2200" i="1">
                                  <a:latin typeface="Cambria Math" panose="02040503050406030204" pitchFamily="18" charset="0"/>
                                  <a:ea typeface="Cambria Math" panose="02040503050406030204" pitchFamily="18" charset="0"/>
                                  <a:cs typeface="Arial" panose="020B0604020202020204" pitchFamily="34" charset="0"/>
                                </a:rPr>
                                <m:t>h</m:t>
                              </m:r>
                            </m:e>
                            <m:e>
                              <m:r>
                                <a:rPr lang="tr-TR" sz="2200" b="0" i="1" smtClean="0">
                                  <a:latin typeface="Cambria Math" panose="02040503050406030204" pitchFamily="18" charset="0"/>
                                  <a:ea typeface="Cambria Math" panose="02040503050406030204" pitchFamily="18" charset="0"/>
                                  <a:cs typeface="Arial" panose="020B0604020202020204" pitchFamily="34" charset="0"/>
                                </a:rPr>
                                <m:t>𝑑</m:t>
                              </m:r>
                            </m:e>
                          </m:d>
                        </m:e>
                      </m:func>
                    </m:oMath>
                  </m:oMathPara>
                </a14:m>
                <a:endParaRPr lang="tr-TR" sz="2200" dirty="0">
                  <a:latin typeface="Cambria Math" panose="02040503050406030204" pitchFamily="18" charset="0"/>
                  <a:ea typeface="Cambria Math" panose="02040503050406030204" pitchFamily="18" charset="0"/>
                  <a:cs typeface="Arial" panose="020B0604020202020204" pitchFamily="34" charset="0"/>
                </a:endParaRPr>
              </a:p>
              <a:p>
                <a:endParaRPr lang="tr-TR" sz="2200" dirty="0">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sz="2200" i="1">
                          <a:latin typeface="Cambria Math" panose="02040503050406030204" pitchFamily="18" charset="0"/>
                          <a:ea typeface="Cambria Math" panose="02040503050406030204" pitchFamily="18" charset="0"/>
                          <a:cs typeface="Arial" panose="020B0604020202020204" pitchFamily="34" charset="0"/>
                        </a:rPr>
                        <m:t>                     </m:t>
                      </m:r>
                      <m:r>
                        <a:rPr lang="tr-TR" sz="2200" b="0" i="1" smtClean="0">
                          <a:latin typeface="Cambria Math" panose="02040503050406030204" pitchFamily="18" charset="0"/>
                          <a:ea typeface="Cambria Math" panose="02040503050406030204" pitchFamily="18" charset="0"/>
                          <a:cs typeface="Arial" panose="020B0604020202020204" pitchFamily="34" charset="0"/>
                        </a:rPr>
                        <m:t>  </m:t>
                      </m:r>
                      <m:r>
                        <a:rPr lang="tr-TR" sz="2200" i="1">
                          <a:latin typeface="Cambria Math" panose="02040503050406030204" pitchFamily="18" charset="0"/>
                          <a:ea typeface="Cambria Math" panose="02040503050406030204" pitchFamily="18" charset="0"/>
                          <a:cs typeface="Arial" panose="020B0604020202020204" pitchFamily="34" charset="0"/>
                        </a:rPr>
                        <m:t>=</m:t>
                      </m:r>
                      <m:func>
                        <m:funcPr>
                          <m:ctrlPr>
                            <a:rPr lang="tr-TR" sz="2200" i="1">
                              <a:latin typeface="Cambria Math" panose="02040503050406030204" pitchFamily="18" charset="0"/>
                              <a:ea typeface="Cambria Math" panose="02040503050406030204" pitchFamily="18" charset="0"/>
                              <a:cs typeface="Arial" panose="020B0604020202020204" pitchFamily="34" charset="0"/>
                            </a:rPr>
                          </m:ctrlPr>
                        </m:funcPr>
                        <m:fName>
                          <m:limLow>
                            <m:limLowPr>
                              <m:ctrlPr>
                                <a:rPr lang="tr-TR" sz="2200" i="1">
                                  <a:latin typeface="Cambria Math" panose="02040503050406030204" pitchFamily="18" charset="0"/>
                                  <a:ea typeface="Cambria Math" panose="02040503050406030204" pitchFamily="18" charset="0"/>
                                  <a:cs typeface="Arial" panose="020B0604020202020204" pitchFamily="34" charset="0"/>
                                </a:rPr>
                              </m:ctrlPr>
                            </m:limLowPr>
                            <m:e>
                              <m:r>
                                <m:rPr>
                                  <m:sty m:val="p"/>
                                </m:rPr>
                                <a:rPr lang="tr-TR" sz="2200">
                                  <a:latin typeface="Cambria Math" panose="02040503050406030204" pitchFamily="18" charset="0"/>
                                  <a:ea typeface="Cambria Math" panose="02040503050406030204" pitchFamily="18" charset="0"/>
                                  <a:cs typeface="Arial" panose="020B0604020202020204" pitchFamily="34" charset="0"/>
                                </a:rPr>
                                <m:t>arg</m:t>
                              </m:r>
                              <m:r>
                                <a:rPr lang="tr-TR" sz="2200">
                                  <a:latin typeface="Cambria Math" panose="02040503050406030204" pitchFamily="18" charset="0"/>
                                  <a:ea typeface="Cambria Math" panose="02040503050406030204" pitchFamily="18" charset="0"/>
                                  <a:cs typeface="Arial" panose="020B0604020202020204" pitchFamily="34" charset="0"/>
                                </a:rPr>
                                <m:t> </m:t>
                              </m:r>
                              <m:r>
                                <m:rPr>
                                  <m:sty m:val="p"/>
                                </m:rPr>
                                <a:rPr lang="tr-TR" sz="2200">
                                  <a:latin typeface="Cambria Math" panose="02040503050406030204" pitchFamily="18" charset="0"/>
                                  <a:ea typeface="Cambria Math" panose="02040503050406030204" pitchFamily="18" charset="0"/>
                                  <a:cs typeface="Arial" panose="020B0604020202020204" pitchFamily="34" charset="0"/>
                                </a:rPr>
                                <m:t>max</m:t>
                              </m:r>
                            </m:e>
                            <m:lim>
                              <m:r>
                                <a:rPr lang="tr-TR" sz="2200" i="1">
                                  <a:latin typeface="Cambria Math" panose="02040503050406030204" pitchFamily="18" charset="0"/>
                                  <a:ea typeface="Cambria Math" panose="02040503050406030204" pitchFamily="18" charset="0"/>
                                  <a:cs typeface="Arial" panose="020B0604020202020204" pitchFamily="34" charset="0"/>
                                </a:rPr>
                                <m:t>h</m:t>
                              </m:r>
                              <m:r>
                                <a:rPr lang="tr-TR" sz="2200" i="1">
                                  <a:latin typeface="Cambria Math" panose="02040503050406030204" pitchFamily="18" charset="0"/>
                                  <a:ea typeface="Cambria Math" panose="02040503050406030204" pitchFamily="18" charset="0"/>
                                  <a:cs typeface="Arial" panose="020B0604020202020204" pitchFamily="34" charset="0"/>
                                </a:rPr>
                                <m:t>∈</m:t>
                              </m:r>
                              <m:r>
                                <a:rPr lang="tr-TR" sz="2200" i="1">
                                  <a:latin typeface="Cambria Math" panose="02040503050406030204" pitchFamily="18" charset="0"/>
                                  <a:ea typeface="Cambria Math" panose="02040503050406030204" pitchFamily="18" charset="0"/>
                                  <a:cs typeface="Arial" panose="020B0604020202020204" pitchFamily="34" charset="0"/>
                                </a:rPr>
                                <m:t>𝐻</m:t>
                              </m:r>
                            </m:lim>
                          </m:limLow>
                        </m:fName>
                        <m:e>
                          <m:f>
                            <m:fPr>
                              <m:ctrlPr>
                                <a:rPr lang="tr-TR" sz="2200" i="1">
                                  <a:latin typeface="Cambria Math" panose="02040503050406030204" pitchFamily="18" charset="0"/>
                                  <a:ea typeface="Cambria Math" panose="02040503050406030204" pitchFamily="18" charset="0"/>
                                  <a:cs typeface="Arial" panose="020B0604020202020204" pitchFamily="34" charset="0"/>
                                </a:rPr>
                              </m:ctrlPr>
                            </m:fPr>
                            <m:num>
                              <m:r>
                                <a:rPr lang="tr-TR" sz="2200" i="1">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latin typeface="Cambria Math" panose="02040503050406030204" pitchFamily="18" charset="0"/>
                                      <a:ea typeface="Cambria Math" panose="02040503050406030204" pitchFamily="18" charset="0"/>
                                      <a:cs typeface="Arial" panose="020B0604020202020204" pitchFamily="34" charset="0"/>
                                    </a:rPr>
                                  </m:ctrlPr>
                                </m:dPr>
                                <m:e>
                                  <m:r>
                                    <a:rPr lang="tr-TR" sz="2200" b="0" i="1" smtClean="0">
                                      <a:latin typeface="Cambria Math" panose="02040503050406030204" pitchFamily="18" charset="0"/>
                                      <a:ea typeface="Cambria Math" panose="02040503050406030204" pitchFamily="18" charset="0"/>
                                      <a:cs typeface="Arial" panose="020B0604020202020204" pitchFamily="34" charset="0"/>
                                    </a:rPr>
                                    <m:t>𝑑</m:t>
                                  </m:r>
                                </m:e>
                                <m:e>
                                  <m:r>
                                    <a:rPr lang="tr-TR" sz="2200" i="1">
                                      <a:latin typeface="Cambria Math" panose="02040503050406030204" pitchFamily="18" charset="0"/>
                                      <a:ea typeface="Cambria Math" panose="02040503050406030204" pitchFamily="18" charset="0"/>
                                      <a:cs typeface="Arial" panose="020B0604020202020204" pitchFamily="34" charset="0"/>
                                    </a:rPr>
                                    <m:t>h</m:t>
                                  </m:r>
                                </m:e>
                              </m:d>
                              <m:r>
                                <a:rPr lang="tr-TR" sz="2200" i="1">
                                  <a:latin typeface="Cambria Math" panose="02040503050406030204" pitchFamily="18" charset="0"/>
                                  <a:ea typeface="Cambria Math" panose="02040503050406030204" pitchFamily="18" charset="0"/>
                                  <a:cs typeface="Arial" panose="020B0604020202020204" pitchFamily="34" charset="0"/>
                                </a:rPr>
                                <m:t>·</m:t>
                              </m:r>
                              <m:r>
                                <a:rPr lang="tr-TR" sz="2200" i="1">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latin typeface="Cambria Math" panose="02040503050406030204" pitchFamily="18" charset="0"/>
                                      <a:ea typeface="Cambria Math" panose="02040503050406030204" pitchFamily="18" charset="0"/>
                                      <a:cs typeface="Arial" panose="020B0604020202020204" pitchFamily="34" charset="0"/>
                                    </a:rPr>
                                  </m:ctrlPr>
                                </m:dPr>
                                <m:e>
                                  <m:r>
                                    <a:rPr lang="tr-TR" sz="2200" i="1">
                                      <a:latin typeface="Cambria Math" panose="02040503050406030204" pitchFamily="18" charset="0"/>
                                      <a:ea typeface="Cambria Math" panose="02040503050406030204" pitchFamily="18" charset="0"/>
                                      <a:cs typeface="Arial" panose="020B0604020202020204" pitchFamily="34" charset="0"/>
                                    </a:rPr>
                                    <m:t>h</m:t>
                                  </m:r>
                                </m:e>
                              </m:d>
                            </m:num>
                            <m:den>
                              <m:r>
                                <a:rPr lang="tr-TR" sz="2200" i="1">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latin typeface="Cambria Math" panose="02040503050406030204" pitchFamily="18" charset="0"/>
                                      <a:ea typeface="Cambria Math" panose="02040503050406030204" pitchFamily="18" charset="0"/>
                                      <a:cs typeface="Arial" panose="020B0604020202020204" pitchFamily="34" charset="0"/>
                                    </a:rPr>
                                  </m:ctrlPr>
                                </m:dPr>
                                <m:e>
                                  <m:r>
                                    <a:rPr lang="tr-TR" sz="2200" b="0" i="1" smtClean="0">
                                      <a:latin typeface="Cambria Math" panose="02040503050406030204" pitchFamily="18" charset="0"/>
                                      <a:ea typeface="Cambria Math" panose="02040503050406030204" pitchFamily="18" charset="0"/>
                                      <a:cs typeface="Arial" panose="020B0604020202020204" pitchFamily="34" charset="0"/>
                                    </a:rPr>
                                    <m:t>𝑑</m:t>
                                  </m:r>
                                </m:e>
                              </m:d>
                            </m:den>
                          </m:f>
                        </m:e>
                      </m:func>
                    </m:oMath>
                  </m:oMathPara>
                </a14:m>
                <a:endParaRPr lang="tr-TR" sz="2200" dirty="0">
                  <a:latin typeface="Cambria Math" panose="02040503050406030204" pitchFamily="18" charset="0"/>
                  <a:ea typeface="Cambria Math" panose="02040503050406030204" pitchFamily="18" charset="0"/>
                  <a:cs typeface="Arial" panose="020B0604020202020204" pitchFamily="34" charset="0"/>
                </a:endParaRPr>
              </a:p>
              <a:p>
                <a:endParaRPr lang="tr-TR" sz="2200" dirty="0">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sz="22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                     </m:t>
                      </m:r>
                      <m:r>
                        <a:rPr lang="tr-TR" sz="22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  </m:t>
                      </m:r>
                      <m:r>
                        <a:rPr lang="tr-TR" sz="22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func>
                        <m:funcPr>
                          <m:ctrlP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funcPr>
                        <m:fName>
                          <m:limLow>
                            <m:limLowPr>
                              <m:ctrlP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limLowPr>
                            <m:e>
                              <m:r>
                                <m:rPr>
                                  <m:sty m:val="p"/>
                                </m:rPr>
                                <a:rPr lang="tr-TR" sz="2200">
                                  <a:solidFill>
                                    <a:srgbClr val="00B050"/>
                                  </a:solidFill>
                                  <a:latin typeface="Cambria Math" panose="02040503050406030204" pitchFamily="18" charset="0"/>
                                  <a:ea typeface="Cambria Math" panose="02040503050406030204" pitchFamily="18" charset="0"/>
                                  <a:cs typeface="Arial" panose="020B0604020202020204" pitchFamily="34" charset="0"/>
                                </a:rPr>
                                <m:t>arg</m:t>
                              </m:r>
                              <m:r>
                                <a:rPr lang="tr-TR" sz="2200">
                                  <a:solidFill>
                                    <a:srgbClr val="00B050"/>
                                  </a:solidFill>
                                  <a:latin typeface="Cambria Math" panose="02040503050406030204" pitchFamily="18" charset="0"/>
                                  <a:ea typeface="Cambria Math" panose="02040503050406030204" pitchFamily="18" charset="0"/>
                                  <a:cs typeface="Arial" panose="020B0604020202020204" pitchFamily="34" charset="0"/>
                                </a:rPr>
                                <m:t> </m:t>
                              </m:r>
                              <m:r>
                                <m:rPr>
                                  <m:sty m:val="p"/>
                                </m:rPr>
                                <a:rPr lang="tr-TR" sz="2200">
                                  <a:solidFill>
                                    <a:srgbClr val="00B050"/>
                                  </a:solidFill>
                                  <a:latin typeface="Cambria Math" panose="02040503050406030204" pitchFamily="18" charset="0"/>
                                  <a:ea typeface="Cambria Math" panose="02040503050406030204" pitchFamily="18" charset="0"/>
                                  <a:cs typeface="Arial" panose="020B0604020202020204" pitchFamily="34" charset="0"/>
                                </a:rPr>
                                <m:t>max</m:t>
                              </m:r>
                            </m:e>
                            <m:lim>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r>
                                <a:rPr lang="tr-TR" sz="22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𝑑</m:t>
                              </m:r>
                            </m:e>
                            <m:e>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r>
                            <a:rPr lang="tr-TR" sz="2200" i="1">
                              <a:latin typeface="Cambria Math" panose="02040503050406030204" pitchFamily="18" charset="0"/>
                              <a:ea typeface="Cambria Math" panose="02040503050406030204" pitchFamily="18" charset="0"/>
                              <a:cs typeface="Arial" panose="020B0604020202020204" pitchFamily="34" charset="0"/>
                            </a:rPr>
                            <m:t>·</m:t>
                          </m:r>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r>
                                <a:rPr lang="tr-TR" sz="22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tr-TR" sz="2200" dirty="0">
                  <a:latin typeface="Cambria Math" panose="02040503050406030204" pitchFamily="18" charset="0"/>
                  <a:ea typeface="Cambria Math" panose="02040503050406030204" pitchFamily="18" charset="0"/>
                </a:endParaRPr>
              </a:p>
              <a:p>
                <a:endParaRPr lang="tr-TR" sz="22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ea typeface="Cambria Math" panose="02040503050406030204" pitchFamily="18" charset="0"/>
                              <a:cs typeface="Arial" panose="020B0604020202020204" pitchFamily="34" charset="0"/>
                            </a:rPr>
                          </m:ctrlPr>
                        </m:sSubPr>
                        <m:e>
                          <m:r>
                            <a:rPr lang="tr-TR" sz="2200" i="1">
                              <a:latin typeface="Cambria Math" panose="02040503050406030204" pitchFamily="18" charset="0"/>
                              <a:ea typeface="Cambria Math" panose="02040503050406030204" pitchFamily="18" charset="0"/>
                              <a:cs typeface="Arial" panose="020B0604020202020204" pitchFamily="34" charset="0"/>
                            </a:rPr>
                            <m:t>h</m:t>
                          </m:r>
                        </m:e>
                        <m:sub>
                          <m:r>
                            <a:rPr lang="tr-TR" sz="2200" b="0" i="1" smtClean="0">
                              <a:latin typeface="Cambria Math" panose="02040503050406030204" pitchFamily="18" charset="0"/>
                              <a:ea typeface="Cambria Math" panose="02040503050406030204" pitchFamily="18" charset="0"/>
                              <a:cs typeface="Arial" panose="020B0604020202020204" pitchFamily="34" charset="0"/>
                            </a:rPr>
                            <m:t>𝑀𝐿</m:t>
                          </m:r>
                        </m:sub>
                      </m:sSub>
                      <m:r>
                        <a:rPr lang="tr-TR" sz="2200" i="1">
                          <a:latin typeface="Cambria Math" panose="02040503050406030204" pitchFamily="18" charset="0"/>
                          <a:ea typeface="Cambria Math" panose="02040503050406030204" pitchFamily="18" charset="0"/>
                          <a:cs typeface="Arial" panose="020B0604020202020204" pitchFamily="34" charset="0"/>
                        </a:rPr>
                        <m:t>=</m:t>
                      </m:r>
                      <m:func>
                        <m:funcPr>
                          <m:ctrlPr>
                            <a:rPr lang="tr-TR" sz="2200" i="1">
                              <a:latin typeface="Cambria Math" panose="02040503050406030204" pitchFamily="18" charset="0"/>
                              <a:ea typeface="Cambria Math" panose="02040503050406030204" pitchFamily="18" charset="0"/>
                              <a:cs typeface="Arial" panose="020B0604020202020204" pitchFamily="34" charset="0"/>
                            </a:rPr>
                          </m:ctrlPr>
                        </m:funcPr>
                        <m:fName>
                          <m:limLow>
                            <m:limLowPr>
                              <m:ctrlPr>
                                <a:rPr lang="tr-TR" sz="2200" i="1">
                                  <a:latin typeface="Cambria Math" panose="02040503050406030204" pitchFamily="18" charset="0"/>
                                  <a:ea typeface="Cambria Math" panose="02040503050406030204" pitchFamily="18" charset="0"/>
                                  <a:cs typeface="Arial" panose="020B0604020202020204" pitchFamily="34" charset="0"/>
                                </a:rPr>
                              </m:ctrlPr>
                            </m:limLowPr>
                            <m:e>
                              <m:r>
                                <m:rPr>
                                  <m:sty m:val="p"/>
                                </m:rPr>
                                <a:rPr lang="tr-TR" sz="2200">
                                  <a:latin typeface="Cambria Math" panose="02040503050406030204" pitchFamily="18" charset="0"/>
                                  <a:ea typeface="Cambria Math" panose="02040503050406030204" pitchFamily="18" charset="0"/>
                                  <a:cs typeface="Arial" panose="020B0604020202020204" pitchFamily="34" charset="0"/>
                                </a:rPr>
                                <m:t>arg</m:t>
                              </m:r>
                              <m:r>
                                <a:rPr lang="tr-TR" sz="2200">
                                  <a:latin typeface="Cambria Math" panose="02040503050406030204" pitchFamily="18" charset="0"/>
                                  <a:ea typeface="Cambria Math" panose="02040503050406030204" pitchFamily="18" charset="0"/>
                                  <a:cs typeface="Arial" panose="020B0604020202020204" pitchFamily="34" charset="0"/>
                                </a:rPr>
                                <m:t> </m:t>
                              </m:r>
                              <m:r>
                                <m:rPr>
                                  <m:sty m:val="p"/>
                                </m:rPr>
                                <a:rPr lang="tr-TR" sz="2200">
                                  <a:latin typeface="Cambria Math" panose="02040503050406030204" pitchFamily="18" charset="0"/>
                                  <a:ea typeface="Cambria Math" panose="02040503050406030204" pitchFamily="18" charset="0"/>
                                  <a:cs typeface="Arial" panose="020B0604020202020204" pitchFamily="34" charset="0"/>
                                </a:rPr>
                                <m:t>max</m:t>
                              </m:r>
                            </m:e>
                            <m:lim>
                              <m:r>
                                <a:rPr lang="tr-TR" sz="2200" i="1">
                                  <a:latin typeface="Cambria Math" panose="02040503050406030204" pitchFamily="18" charset="0"/>
                                  <a:ea typeface="Cambria Math" panose="02040503050406030204" pitchFamily="18" charset="0"/>
                                  <a:cs typeface="Arial" panose="020B0604020202020204" pitchFamily="34" charset="0"/>
                                </a:rPr>
                                <m:t>h</m:t>
                              </m:r>
                              <m:r>
                                <a:rPr lang="tr-TR" sz="2200" i="1">
                                  <a:latin typeface="Cambria Math" panose="02040503050406030204" pitchFamily="18" charset="0"/>
                                  <a:ea typeface="Cambria Math" panose="02040503050406030204" pitchFamily="18" charset="0"/>
                                  <a:cs typeface="Arial" panose="020B0604020202020204" pitchFamily="34" charset="0"/>
                                </a:rPr>
                                <m:t>∈</m:t>
                              </m:r>
                              <m:r>
                                <a:rPr lang="tr-TR" sz="2200" i="1">
                                  <a:latin typeface="Cambria Math" panose="02040503050406030204" pitchFamily="18" charset="0"/>
                                  <a:ea typeface="Cambria Math" panose="02040503050406030204" pitchFamily="18" charset="0"/>
                                  <a:cs typeface="Arial" panose="020B0604020202020204" pitchFamily="34" charset="0"/>
                                </a:rPr>
                                <m:t>𝐻</m:t>
                              </m:r>
                            </m:lim>
                          </m:limLow>
                        </m:fName>
                        <m:e>
                          <m:r>
                            <a:rPr lang="tr-TR" sz="2200" i="1">
                              <a:latin typeface="Cambria Math" panose="02040503050406030204" pitchFamily="18" charset="0"/>
                              <a:ea typeface="Cambria Math" panose="02040503050406030204" pitchFamily="18" charset="0"/>
                              <a:cs typeface="Arial" panose="020B0604020202020204" pitchFamily="34" charset="0"/>
                            </a:rPr>
                            <m:t>𝑃</m:t>
                          </m:r>
                          <m:d>
                            <m:dPr>
                              <m:ctrlPr>
                                <a:rPr lang="tr-TR" sz="2200" i="1">
                                  <a:latin typeface="Cambria Math" panose="02040503050406030204" pitchFamily="18" charset="0"/>
                                  <a:ea typeface="Cambria Math" panose="02040503050406030204" pitchFamily="18" charset="0"/>
                                  <a:cs typeface="Arial" panose="020B0604020202020204" pitchFamily="34" charset="0"/>
                                </a:rPr>
                              </m:ctrlPr>
                            </m:dPr>
                            <m:e>
                              <m:r>
                                <a:rPr lang="tr-TR" sz="2200" b="0" i="1" smtClean="0">
                                  <a:latin typeface="Cambria Math" panose="02040503050406030204" pitchFamily="18" charset="0"/>
                                  <a:ea typeface="Cambria Math" panose="02040503050406030204" pitchFamily="18" charset="0"/>
                                  <a:cs typeface="Arial" panose="020B0604020202020204" pitchFamily="34" charset="0"/>
                                </a:rPr>
                                <m:t>𝑑</m:t>
                              </m:r>
                            </m:e>
                            <m:e>
                              <m:r>
                                <a:rPr lang="tr-TR" sz="2200" b="0" i="1" smtClean="0">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sz="2200" dirty="0">
                  <a:latin typeface="Cambria Math" panose="02040503050406030204" pitchFamily="18" charset="0"/>
                  <a:ea typeface="Cambria Math" panose="020405030504060302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8200" y="1731012"/>
                <a:ext cx="6204045" cy="3658246"/>
              </a:xfrm>
              <a:prstGeom prst="rect">
                <a:avLst/>
              </a:prstGeom>
              <a:blipFill>
                <a:blip r:embed="rId2"/>
                <a:stretch>
                  <a:fillRect/>
                </a:stretch>
              </a:blipFill>
            </p:spPr>
            <p:txBody>
              <a:bodyPr/>
              <a:lstStyle/>
              <a:p>
                <a:r>
                  <a:rPr lang="en-US">
                    <a:noFill/>
                  </a:rPr>
                  <a:t> </a:t>
                </a:r>
              </a:p>
            </p:txBody>
          </p:sp>
        </mc:Fallback>
      </mc:AlternateContent>
      <p:sp>
        <p:nvSpPr>
          <p:cNvPr id="4" name="Text Box 4">
            <a:extLst>
              <a:ext uri="{FF2B5EF4-FFF2-40B4-BE49-F238E27FC236}">
                <a16:creationId xmlns:a16="http://schemas.microsoft.com/office/drawing/2014/main" id="{9264ABCB-1D0F-76EF-B2B8-AB6E895E0F0C}"/>
              </a:ext>
            </a:extLst>
          </p:cNvPr>
          <p:cNvSpPr txBox="1">
            <a:spLocks noChangeArrowheads="1"/>
          </p:cNvSpPr>
          <p:nvPr/>
        </p:nvSpPr>
        <p:spPr bwMode="auto">
          <a:xfrm>
            <a:off x="164541" y="1494677"/>
            <a:ext cx="3775681" cy="421414"/>
          </a:xfrm>
          <a:prstGeom prst="rect">
            <a:avLst/>
          </a:prstGeom>
          <a:noFill/>
          <a:ln w="9525">
            <a:solidFill>
              <a:schemeClr val="tx1"/>
            </a:solidFill>
            <a:miter lim="800000"/>
            <a:headEnd/>
            <a:tailEnd/>
          </a:ln>
          <a:effectLst/>
        </p:spPr>
        <p:txBody>
          <a:bodyPr wrap="none" lIns="82058" tIns="41029" rIns="82058" bIns="41029">
            <a:spAutoFit/>
          </a:bodyPr>
          <a:lstStyle/>
          <a:p>
            <a:pPr eaLnBrk="0" hangingPunct="0"/>
            <a:r>
              <a:rPr lang="en-US" sz="2200" dirty="0">
                <a:solidFill>
                  <a:srgbClr val="00B050"/>
                </a:solidFill>
                <a:latin typeface="Arial" panose="020B0604020202020204" pitchFamily="34" charset="0"/>
                <a:cs typeface="Arial" panose="020B0604020202020204" pitchFamily="34" charset="0"/>
              </a:rPr>
              <a:t>Maximum a Posteriori (MAP)</a:t>
            </a:r>
          </a:p>
        </p:txBody>
      </p:sp>
      <p:sp>
        <p:nvSpPr>
          <p:cNvPr id="5" name="Line 6">
            <a:extLst>
              <a:ext uri="{FF2B5EF4-FFF2-40B4-BE49-F238E27FC236}">
                <a16:creationId xmlns:a16="http://schemas.microsoft.com/office/drawing/2014/main" id="{8E7D6484-39E7-AFC9-05D8-6B626B315528}"/>
              </a:ext>
            </a:extLst>
          </p:cNvPr>
          <p:cNvSpPr>
            <a:spLocks noChangeShapeType="1"/>
          </p:cNvSpPr>
          <p:nvPr/>
        </p:nvSpPr>
        <p:spPr bwMode="auto">
          <a:xfrm>
            <a:off x="1766171" y="1916092"/>
            <a:ext cx="676404" cy="326068"/>
          </a:xfrm>
          <a:prstGeom prst="line">
            <a:avLst/>
          </a:prstGeom>
          <a:noFill/>
          <a:ln w="9525">
            <a:solidFill>
              <a:srgbClr val="0070C0"/>
            </a:solidFill>
            <a:round/>
            <a:headEnd/>
            <a:tailEnd type="triangle" w="med" len="med"/>
          </a:ln>
          <a:effectLst/>
        </p:spPr>
        <p:txBody>
          <a:bodyPr wrap="none" lIns="82058" tIns="41029" rIns="82058" bIns="41029" anchor="ctr"/>
          <a:lstStyle/>
          <a:p>
            <a:endParaRPr lang="en-US"/>
          </a:p>
        </p:txBody>
      </p:sp>
    </p:spTree>
    <p:extLst>
      <p:ext uri="{BB962C8B-B14F-4D97-AF65-F5344CB8AC3E}">
        <p14:creationId xmlns:p14="http://schemas.microsoft.com/office/powerpoint/2010/main" val="2293198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GB" b="1" dirty="0"/>
              <a:t>Naïve</a:t>
            </a:r>
            <a:r>
              <a:rPr lang="en-US" b="1" dirty="0"/>
              <a:t> Bayes Classifier</a:t>
            </a:r>
            <a:r>
              <a:rPr lang="tr-TR" b="1" dirty="0"/>
              <a:t> - I</a:t>
            </a:r>
            <a:endParaRPr lang="en-US" b="1" dirty="0"/>
          </a:p>
        </p:txBody>
      </p:sp>
      <p:sp>
        <p:nvSpPr>
          <p:cNvPr id="19" name="Content Placeholder 13"/>
          <p:cNvSpPr>
            <a:spLocks noGrp="1"/>
          </p:cNvSpPr>
          <p:nvPr>
            <p:ph idx="4294967295"/>
          </p:nvPr>
        </p:nvSpPr>
        <p:spPr>
          <a:xfrm>
            <a:off x="838200" y="1825625"/>
            <a:ext cx="10877550" cy="4771118"/>
          </a:xfrm>
          <a:prstGeom prst="rect">
            <a:avLst/>
          </a:prstGeom>
        </p:spPr>
        <p:txBody>
          <a:bodyPr>
            <a:noAutofit/>
          </a:bodyPr>
          <a:lstStyle/>
          <a:p>
            <a:r>
              <a:rPr lang="en-US" sz="2000" dirty="0">
                <a:latin typeface="Arial" panose="020B0604020202020204" pitchFamily="34" charset="0"/>
                <a:cs typeface="Arial" panose="020B0604020202020204" pitchFamily="34" charset="0"/>
              </a:rPr>
              <a:t>Want to classify a new instance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into finite number of categories from the set </a:t>
            </a:r>
            <a:r>
              <a:rPr lang="tr-TR" sz="2000" i="1" dirty="0">
                <a:latin typeface="Arial" panose="020B0604020202020204" pitchFamily="34" charset="0"/>
                <a:cs typeface="Arial" panose="020B0604020202020204" pitchFamily="34" charset="0"/>
              </a:rPr>
              <a:t>H</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Bayesian approach: Assign the most probable category </a:t>
            </a:r>
            <a:r>
              <a:rPr lang="tr-TR" sz="2000" i="1" dirty="0">
                <a:latin typeface="Arial" panose="020B0604020202020204" pitchFamily="34" charset="0"/>
                <a:cs typeface="Arial" panose="020B0604020202020204" pitchFamily="34" charset="0"/>
              </a:rPr>
              <a:t>h</a:t>
            </a:r>
            <a:r>
              <a:rPr lang="en-US" sz="2000" i="1" baseline="-25000" dirty="0">
                <a:latin typeface="Arial" panose="020B0604020202020204" pitchFamily="34" charset="0"/>
                <a:cs typeface="Arial" panose="020B0604020202020204" pitchFamily="34" charset="0"/>
              </a:rPr>
              <a:t>MAP</a:t>
            </a:r>
            <a:r>
              <a:rPr lang="en-US" sz="2000" dirty="0">
                <a:latin typeface="Arial" panose="020B0604020202020204" pitchFamily="34" charset="0"/>
                <a:cs typeface="Arial" panose="020B0604020202020204" pitchFamily="34" charset="0"/>
              </a:rPr>
              <a:t> given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a</a:t>
            </a:r>
            <a:r>
              <a:rPr lang="en-US" sz="2000" baseline="-25000"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a:t>
            </a:r>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Can we estimate the </a:t>
            </a:r>
            <a:r>
              <a:rPr lang="en-US" sz="2000" b="1" u="sng" dirty="0">
                <a:latin typeface="Arial" panose="020B0604020202020204" pitchFamily="34" charset="0"/>
                <a:cs typeface="Arial" panose="020B0604020202020204" pitchFamily="34" charset="0"/>
              </a:rPr>
              <a:t>probabilities from the training data?</a:t>
            </a:r>
          </a:p>
          <a:p>
            <a:pPr marL="457200" indent="-457200"/>
            <a:endParaRPr lang="en-US" alt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838200" y="2772694"/>
                <a:ext cx="5960806" cy="2578078"/>
              </a:xfrm>
              <a:prstGeom prst="rect">
                <a:avLst/>
              </a:prstGeom>
              <a:noFill/>
            </p:spPr>
            <p:txBody>
              <a:bodyPr wrap="square" rtlCol="0">
                <a:spAutoFit/>
              </a:bodyPr>
              <a:lstStyle/>
              <a:p>
                <a:endParaRPr lang="tr-TR"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h</m:t>
                          </m:r>
                        </m:e>
                        <m:sub>
                          <m:r>
                            <a:rPr lang="tr-TR" sz="2000" i="1">
                              <a:latin typeface="Cambria Math" panose="02040503050406030204" pitchFamily="18" charset="0"/>
                              <a:cs typeface="Arial" panose="020B0604020202020204" pitchFamily="34" charset="0"/>
                            </a:rPr>
                            <m:t>𝑀𝐴𝑃</m:t>
                          </m:r>
                        </m:sub>
                      </m:sSub>
                      <m:r>
                        <a:rPr lang="tr-TR" sz="2000" i="1">
                          <a:latin typeface="Cambria Math" panose="02040503050406030204" pitchFamily="18" charset="0"/>
                          <a:cs typeface="Arial" panose="020B0604020202020204" pitchFamily="34" charset="0"/>
                        </a:rPr>
                        <m:t>=</m:t>
                      </m:r>
                      <m:func>
                        <m:funcPr>
                          <m:ctrlPr>
                            <a:rPr lang="tr-TR" sz="2000" i="1">
                              <a:latin typeface="Cambria Math" panose="02040503050406030204" pitchFamily="18" charset="0"/>
                              <a:cs typeface="Arial" panose="020B0604020202020204" pitchFamily="34" charset="0"/>
                            </a:rPr>
                          </m:ctrlPr>
                        </m:funcPr>
                        <m:fName>
                          <m:limLow>
                            <m:limLowPr>
                              <m:ctrlPr>
                                <a:rPr lang="tr-TR" sz="2000" i="1">
                                  <a:latin typeface="Cambria Math" panose="02040503050406030204" pitchFamily="18" charset="0"/>
                                  <a:cs typeface="Arial" panose="020B0604020202020204" pitchFamily="34" charset="0"/>
                                </a:rPr>
                              </m:ctrlPr>
                            </m:limLowPr>
                            <m:e>
                              <m:r>
                                <m:rPr>
                                  <m:sty m:val="p"/>
                                </m:rPr>
                                <a:rPr lang="tr-TR" sz="2000">
                                  <a:latin typeface="Cambria Math" panose="02040503050406030204" pitchFamily="18" charset="0"/>
                                  <a:cs typeface="Arial" panose="020B0604020202020204" pitchFamily="34" charset="0"/>
                                </a:rPr>
                                <m:t>arg</m:t>
                              </m:r>
                              <m:r>
                                <a:rPr lang="tr-TR" sz="2000">
                                  <a:latin typeface="Cambria Math" panose="02040503050406030204" pitchFamily="18" charset="0"/>
                                  <a:cs typeface="Arial" panose="020B0604020202020204" pitchFamily="34" charset="0"/>
                                </a:rPr>
                                <m:t> </m:t>
                              </m:r>
                              <m:r>
                                <m:rPr>
                                  <m:sty m:val="p"/>
                                </m:rPr>
                                <a:rPr lang="tr-TR" sz="2000">
                                  <a:latin typeface="Cambria Math" panose="02040503050406030204" pitchFamily="18" charset="0"/>
                                  <a:cs typeface="Arial" panose="020B0604020202020204" pitchFamily="34" charset="0"/>
                                </a:rPr>
                                <m:t>max</m:t>
                              </m:r>
                            </m:e>
                            <m:lim>
                              <m:r>
                                <a:rPr lang="tr-TR" sz="2000" i="1">
                                  <a:latin typeface="Cambria Math" panose="02040503050406030204" pitchFamily="18" charset="0"/>
                                  <a:cs typeface="Arial" panose="020B0604020202020204" pitchFamily="34" charset="0"/>
                                </a:rPr>
                                <m:t>h</m:t>
                              </m:r>
                              <m:r>
                                <a:rPr lang="tr-TR" sz="2000" i="1">
                                  <a:latin typeface="Cambria Math" panose="02040503050406030204" pitchFamily="18" charset="0"/>
                                  <a:ea typeface="Cambria Math" panose="02040503050406030204" pitchFamily="18" charset="0"/>
                                  <a:cs typeface="Arial" panose="020B0604020202020204" pitchFamily="34" charset="0"/>
                                </a:rPr>
                                <m:t>∈</m:t>
                              </m:r>
                              <m:r>
                                <a:rPr lang="tr-TR" sz="2000" i="1">
                                  <a:latin typeface="Cambria Math" panose="02040503050406030204" pitchFamily="18" charset="0"/>
                                  <a:ea typeface="Cambria Math" panose="02040503050406030204" pitchFamily="18" charset="0"/>
                                  <a:cs typeface="Arial" panose="020B0604020202020204" pitchFamily="34" charset="0"/>
                                </a:rPr>
                                <m:t>𝐻</m:t>
                              </m:r>
                            </m:lim>
                          </m:limLow>
                        </m:fName>
                        <m:e>
                          <m:r>
                            <a:rPr lang="tr-TR" sz="2000" i="1">
                              <a:latin typeface="Cambria Math" panose="02040503050406030204" pitchFamily="18" charset="0"/>
                              <a:cs typeface="Arial" panose="020B0604020202020204" pitchFamily="34" charset="0"/>
                            </a:rPr>
                            <m:t>𝑃</m:t>
                          </m:r>
                          <m:d>
                            <m:dPr>
                              <m:ctrlPr>
                                <a:rPr lang="tr-TR" sz="2000" i="1">
                                  <a:latin typeface="Cambria Math" panose="02040503050406030204" pitchFamily="18" charset="0"/>
                                  <a:cs typeface="Arial" panose="020B0604020202020204" pitchFamily="34" charset="0"/>
                                </a:rPr>
                              </m:ctrlPr>
                            </m:dPr>
                            <m:e>
                              <m:r>
                                <a:rPr lang="tr-TR" sz="2000" i="1">
                                  <a:latin typeface="Cambria Math" panose="02040503050406030204" pitchFamily="18" charset="0"/>
                                  <a:cs typeface="Arial" panose="020B0604020202020204" pitchFamily="34" charset="0"/>
                                </a:rPr>
                                <m:t>h</m:t>
                              </m:r>
                            </m:e>
                            <m:e>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1</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2</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𝑛</m:t>
                                  </m:r>
                                </m:sub>
                              </m:sSub>
                            </m:e>
                          </m:d>
                        </m:e>
                      </m:func>
                    </m:oMath>
                  </m:oMathPara>
                </a14:m>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sz="2000" i="1">
                          <a:latin typeface="Cambria Math" panose="02040503050406030204" pitchFamily="18" charset="0"/>
                          <a:cs typeface="Arial" panose="020B0604020202020204" pitchFamily="34" charset="0"/>
                        </a:rPr>
                        <m:t>                     =</m:t>
                      </m:r>
                      <m:func>
                        <m:funcPr>
                          <m:ctrlPr>
                            <a:rPr lang="tr-TR" sz="2000" i="1">
                              <a:latin typeface="Cambria Math" panose="02040503050406030204" pitchFamily="18" charset="0"/>
                              <a:cs typeface="Arial" panose="020B0604020202020204" pitchFamily="34" charset="0"/>
                            </a:rPr>
                          </m:ctrlPr>
                        </m:funcPr>
                        <m:fName>
                          <m:limLow>
                            <m:limLowPr>
                              <m:ctrlPr>
                                <a:rPr lang="tr-TR" sz="2000" i="1">
                                  <a:latin typeface="Cambria Math" panose="02040503050406030204" pitchFamily="18" charset="0"/>
                                  <a:cs typeface="Arial" panose="020B0604020202020204" pitchFamily="34" charset="0"/>
                                </a:rPr>
                              </m:ctrlPr>
                            </m:limLowPr>
                            <m:e>
                              <m:r>
                                <m:rPr>
                                  <m:sty m:val="p"/>
                                </m:rPr>
                                <a:rPr lang="tr-TR" sz="2000">
                                  <a:latin typeface="Cambria Math" panose="02040503050406030204" pitchFamily="18" charset="0"/>
                                  <a:cs typeface="Arial" panose="020B0604020202020204" pitchFamily="34" charset="0"/>
                                </a:rPr>
                                <m:t>arg</m:t>
                              </m:r>
                              <m:r>
                                <a:rPr lang="tr-TR" sz="2000">
                                  <a:latin typeface="Cambria Math" panose="02040503050406030204" pitchFamily="18" charset="0"/>
                                  <a:cs typeface="Arial" panose="020B0604020202020204" pitchFamily="34" charset="0"/>
                                </a:rPr>
                                <m:t> </m:t>
                              </m:r>
                              <m:r>
                                <m:rPr>
                                  <m:sty m:val="p"/>
                                </m:rPr>
                                <a:rPr lang="tr-TR" sz="2000">
                                  <a:latin typeface="Cambria Math" panose="02040503050406030204" pitchFamily="18" charset="0"/>
                                  <a:cs typeface="Arial" panose="020B0604020202020204" pitchFamily="34" charset="0"/>
                                </a:rPr>
                                <m:t>max</m:t>
                              </m:r>
                            </m:e>
                            <m:lim>
                              <m:r>
                                <a:rPr lang="tr-TR" sz="2000" i="1">
                                  <a:latin typeface="Cambria Math" panose="02040503050406030204" pitchFamily="18" charset="0"/>
                                  <a:cs typeface="Arial" panose="020B0604020202020204" pitchFamily="34" charset="0"/>
                                </a:rPr>
                                <m:t>h</m:t>
                              </m:r>
                              <m:r>
                                <a:rPr lang="tr-TR" sz="2000" i="1">
                                  <a:latin typeface="Cambria Math" panose="02040503050406030204" pitchFamily="18" charset="0"/>
                                  <a:ea typeface="Cambria Math" panose="02040503050406030204" pitchFamily="18" charset="0"/>
                                  <a:cs typeface="Arial" panose="020B0604020202020204" pitchFamily="34" charset="0"/>
                                </a:rPr>
                                <m:t>∈</m:t>
                              </m:r>
                              <m:r>
                                <a:rPr lang="tr-TR" sz="2000" i="1">
                                  <a:latin typeface="Cambria Math" panose="02040503050406030204" pitchFamily="18" charset="0"/>
                                  <a:ea typeface="Cambria Math" panose="02040503050406030204" pitchFamily="18" charset="0"/>
                                  <a:cs typeface="Arial" panose="020B0604020202020204" pitchFamily="34" charset="0"/>
                                </a:rPr>
                                <m:t>𝐻</m:t>
                              </m:r>
                            </m:lim>
                          </m:limLow>
                        </m:fName>
                        <m:e>
                          <m:f>
                            <m:fPr>
                              <m:ctrlPr>
                                <a:rPr lang="tr-TR" sz="2000" i="1">
                                  <a:latin typeface="Cambria Math" panose="02040503050406030204" pitchFamily="18" charset="0"/>
                                  <a:ea typeface="Cambria Math" panose="02040503050406030204" pitchFamily="18" charset="0"/>
                                  <a:cs typeface="Arial" panose="020B0604020202020204" pitchFamily="34" charset="0"/>
                                </a:rPr>
                              </m:ctrlPr>
                            </m:fPr>
                            <m:num>
                              <m:r>
                                <a:rPr lang="tr-TR" sz="2000" i="1">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1</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2</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𝑛</m:t>
                                      </m:r>
                                    </m:sub>
                                  </m:sSub>
                                </m:e>
                                <m:e>
                                  <m:r>
                                    <a:rPr lang="tr-TR" sz="2000" i="1">
                                      <a:latin typeface="Cambria Math" panose="02040503050406030204" pitchFamily="18" charset="0"/>
                                      <a:ea typeface="Cambria Math" panose="02040503050406030204" pitchFamily="18" charset="0"/>
                                      <a:cs typeface="Arial" panose="020B0604020202020204" pitchFamily="34" charset="0"/>
                                    </a:rPr>
                                    <m:t>h</m:t>
                                  </m:r>
                                </m:e>
                              </m:d>
                              <m:r>
                                <a:rPr lang="tr-TR" sz="2000" i="1">
                                  <a:latin typeface="Cambria Math" panose="02040503050406030204" pitchFamily="18" charset="0"/>
                                  <a:ea typeface="Cambria Math" panose="02040503050406030204" pitchFamily="18" charset="0"/>
                                  <a:cs typeface="Arial" panose="020B0604020202020204" pitchFamily="34" charset="0"/>
                                </a:rPr>
                                <m:t>.</m:t>
                              </m:r>
                              <m:r>
                                <a:rPr lang="tr-TR" sz="2000" i="1">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latin typeface="Cambria Math" panose="02040503050406030204" pitchFamily="18" charset="0"/>
                                      <a:ea typeface="Cambria Math" panose="02040503050406030204" pitchFamily="18" charset="0"/>
                                      <a:cs typeface="Arial" panose="020B0604020202020204" pitchFamily="34" charset="0"/>
                                    </a:rPr>
                                  </m:ctrlPr>
                                </m:dPr>
                                <m:e>
                                  <m:r>
                                    <a:rPr lang="tr-TR" sz="2000" i="1">
                                      <a:latin typeface="Cambria Math" panose="02040503050406030204" pitchFamily="18" charset="0"/>
                                      <a:ea typeface="Cambria Math" panose="02040503050406030204" pitchFamily="18" charset="0"/>
                                      <a:cs typeface="Arial" panose="020B0604020202020204" pitchFamily="34" charset="0"/>
                                    </a:rPr>
                                    <m:t>h</m:t>
                                  </m:r>
                                </m:e>
                              </m:d>
                            </m:num>
                            <m:den>
                              <m:r>
                                <a:rPr lang="tr-TR" sz="2000" i="1">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1</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2</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𝑛</m:t>
                                      </m:r>
                                    </m:sub>
                                  </m:sSub>
                                </m:e>
                              </m:d>
                            </m:den>
                          </m:f>
                        </m:e>
                      </m:func>
                    </m:oMath>
                  </m:oMathPara>
                </a14:m>
                <a:endParaRPr lang="tr-TR" sz="2000" dirty="0">
                  <a:latin typeface="Arial" panose="020B0604020202020204" pitchFamily="34" charset="0"/>
                  <a:cs typeface="Arial" panose="020B0604020202020204" pitchFamily="34" charset="0"/>
                </a:endParaRPr>
              </a:p>
              <a:p>
                <a:endParaRPr lang="tr-TR"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sz="2000" i="1">
                          <a:latin typeface="Cambria Math" panose="02040503050406030204" pitchFamily="18" charset="0"/>
                          <a:cs typeface="Arial" panose="020B0604020202020204" pitchFamily="34" charset="0"/>
                        </a:rPr>
                        <m:t>                     </m:t>
                      </m:r>
                      <m:r>
                        <a:rPr lang="tr-TR" sz="2000" b="0" i="1" smtClean="0">
                          <a:latin typeface="Cambria Math" panose="02040503050406030204" pitchFamily="18" charset="0"/>
                          <a:cs typeface="Arial" panose="020B0604020202020204" pitchFamily="34" charset="0"/>
                        </a:rPr>
                        <m:t> </m:t>
                      </m:r>
                      <m:r>
                        <a:rPr lang="tr-TR" sz="2000" i="1">
                          <a:latin typeface="Cambria Math" panose="02040503050406030204" pitchFamily="18" charset="0"/>
                          <a:cs typeface="Arial" panose="020B0604020202020204" pitchFamily="34" charset="0"/>
                        </a:rPr>
                        <m:t>=</m:t>
                      </m:r>
                      <m:func>
                        <m:funcPr>
                          <m:ctrlPr>
                            <a:rPr lang="tr-TR" sz="2000" i="1">
                              <a:latin typeface="Cambria Math" panose="02040503050406030204" pitchFamily="18" charset="0"/>
                              <a:cs typeface="Arial" panose="020B0604020202020204" pitchFamily="34" charset="0"/>
                            </a:rPr>
                          </m:ctrlPr>
                        </m:funcPr>
                        <m:fName>
                          <m:limLow>
                            <m:limLowPr>
                              <m:ctrlPr>
                                <a:rPr lang="tr-TR" sz="2000" i="1">
                                  <a:latin typeface="Cambria Math" panose="02040503050406030204" pitchFamily="18" charset="0"/>
                                  <a:cs typeface="Arial" panose="020B0604020202020204" pitchFamily="34" charset="0"/>
                                </a:rPr>
                              </m:ctrlPr>
                            </m:limLowPr>
                            <m:e>
                              <m:r>
                                <m:rPr>
                                  <m:sty m:val="p"/>
                                </m:rPr>
                                <a:rPr lang="tr-TR" sz="2000">
                                  <a:latin typeface="Cambria Math" panose="02040503050406030204" pitchFamily="18" charset="0"/>
                                  <a:cs typeface="Arial" panose="020B0604020202020204" pitchFamily="34" charset="0"/>
                                </a:rPr>
                                <m:t>arg</m:t>
                              </m:r>
                              <m:r>
                                <a:rPr lang="tr-TR" sz="2000">
                                  <a:latin typeface="Cambria Math" panose="02040503050406030204" pitchFamily="18" charset="0"/>
                                  <a:cs typeface="Arial" panose="020B0604020202020204" pitchFamily="34" charset="0"/>
                                </a:rPr>
                                <m:t> </m:t>
                              </m:r>
                              <m:r>
                                <m:rPr>
                                  <m:sty m:val="p"/>
                                </m:rPr>
                                <a:rPr lang="tr-TR" sz="2000">
                                  <a:latin typeface="Cambria Math" panose="02040503050406030204" pitchFamily="18" charset="0"/>
                                  <a:cs typeface="Arial" panose="020B0604020202020204" pitchFamily="34" charset="0"/>
                                </a:rPr>
                                <m:t>max</m:t>
                              </m:r>
                            </m:e>
                            <m:lim>
                              <m:r>
                                <a:rPr lang="tr-TR" sz="2000" i="1">
                                  <a:latin typeface="Cambria Math" panose="02040503050406030204" pitchFamily="18" charset="0"/>
                                  <a:cs typeface="Arial" panose="020B0604020202020204" pitchFamily="34" charset="0"/>
                                </a:rPr>
                                <m:t>h</m:t>
                              </m:r>
                              <m:r>
                                <a:rPr lang="tr-TR" sz="2000" i="1">
                                  <a:latin typeface="Cambria Math" panose="02040503050406030204" pitchFamily="18" charset="0"/>
                                  <a:ea typeface="Cambria Math" panose="02040503050406030204" pitchFamily="18" charset="0"/>
                                  <a:cs typeface="Arial" panose="020B0604020202020204" pitchFamily="34" charset="0"/>
                                </a:rPr>
                                <m:t>∈</m:t>
                              </m:r>
                              <m:r>
                                <a:rPr lang="tr-TR" sz="2000" i="1">
                                  <a:latin typeface="Cambria Math" panose="02040503050406030204" pitchFamily="18" charset="0"/>
                                  <a:ea typeface="Cambria Math" panose="02040503050406030204" pitchFamily="18" charset="0"/>
                                  <a:cs typeface="Arial" panose="020B0604020202020204" pitchFamily="34" charset="0"/>
                                </a:rPr>
                                <m:t>𝐻</m:t>
                              </m:r>
                            </m:lim>
                          </m:limLow>
                        </m:fName>
                        <m:e>
                          <m:r>
                            <a:rPr lang="tr-TR" sz="2000" i="1">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1</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2</m:t>
                                  </m:r>
                                </m:sub>
                              </m:sSub>
                              <m:r>
                                <a:rPr lang="tr-TR" sz="2000" i="1">
                                  <a:latin typeface="Cambria Math" panose="02040503050406030204" pitchFamily="18" charset="0"/>
                                  <a:cs typeface="Arial" panose="020B0604020202020204" pitchFamily="34" charset="0"/>
                                </a:rPr>
                                <m:t>,…,</m:t>
                              </m:r>
                              <m:sSub>
                                <m:sSubPr>
                                  <m:ctrlPr>
                                    <a:rPr lang="tr-TR" sz="2000" i="1">
                                      <a:latin typeface="Cambria Math" panose="02040503050406030204" pitchFamily="18" charset="0"/>
                                      <a:cs typeface="Arial" panose="020B0604020202020204" pitchFamily="34" charset="0"/>
                                    </a:rPr>
                                  </m:ctrlPr>
                                </m:sSubPr>
                                <m:e>
                                  <m:r>
                                    <a:rPr lang="tr-TR" sz="2000" i="1">
                                      <a:latin typeface="Cambria Math" panose="02040503050406030204" pitchFamily="18" charset="0"/>
                                      <a:cs typeface="Arial" panose="020B0604020202020204" pitchFamily="34" charset="0"/>
                                    </a:rPr>
                                    <m:t>𝑎</m:t>
                                  </m:r>
                                </m:e>
                                <m:sub>
                                  <m:r>
                                    <a:rPr lang="tr-TR" sz="2000" i="1">
                                      <a:latin typeface="Cambria Math" panose="02040503050406030204" pitchFamily="18" charset="0"/>
                                      <a:cs typeface="Arial" panose="020B0604020202020204" pitchFamily="34" charset="0"/>
                                    </a:rPr>
                                    <m:t>𝑛</m:t>
                                  </m:r>
                                </m:sub>
                              </m:sSub>
                            </m:e>
                            <m:e>
                              <m:r>
                                <a:rPr lang="tr-TR" sz="2000" i="1">
                                  <a:latin typeface="Cambria Math" panose="02040503050406030204" pitchFamily="18" charset="0"/>
                                  <a:ea typeface="Cambria Math" panose="02040503050406030204" pitchFamily="18" charset="0"/>
                                  <a:cs typeface="Arial" panose="020B0604020202020204" pitchFamily="34" charset="0"/>
                                </a:rPr>
                                <m:t>h</m:t>
                              </m:r>
                            </m:e>
                          </m:d>
                          <m:r>
                            <a:rPr lang="tr-TR" sz="2000" i="1">
                              <a:latin typeface="Cambria Math" panose="02040503050406030204" pitchFamily="18" charset="0"/>
                              <a:ea typeface="Cambria Math" panose="02040503050406030204" pitchFamily="18" charset="0"/>
                              <a:cs typeface="Arial" panose="020B0604020202020204" pitchFamily="34" charset="0"/>
                            </a:rPr>
                            <m:t>·</m:t>
                          </m:r>
                          <m:r>
                            <a:rPr lang="tr-TR" sz="2000" i="1">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latin typeface="Cambria Math" panose="02040503050406030204" pitchFamily="18" charset="0"/>
                                  <a:ea typeface="Cambria Math" panose="02040503050406030204" pitchFamily="18" charset="0"/>
                                  <a:cs typeface="Arial" panose="020B0604020202020204" pitchFamily="34" charset="0"/>
                                </a:rPr>
                              </m:ctrlPr>
                            </m:dPr>
                            <m:e>
                              <m:r>
                                <a:rPr lang="tr-TR" sz="2000" i="1">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838200" y="2772694"/>
                <a:ext cx="5960806" cy="2578078"/>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6286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GB" b="1" dirty="0"/>
              <a:t>Naïve</a:t>
            </a:r>
            <a:r>
              <a:rPr lang="en-US" b="1" dirty="0"/>
              <a:t> Bayes Classifier</a:t>
            </a:r>
            <a:r>
              <a:rPr lang="tr-TR" b="1" dirty="0"/>
              <a:t> - II</a:t>
            </a:r>
            <a:endParaRPr lang="en-US" b="1" dirty="0"/>
          </a:p>
        </p:txBody>
      </p:sp>
      <mc:AlternateContent xmlns:mc="http://schemas.openxmlformats.org/markup-compatibility/2006" xmlns:a14="http://schemas.microsoft.com/office/drawing/2010/main">
        <mc:Choice Requires="a14">
          <p:sp>
            <p:nvSpPr>
              <p:cNvPr id="19" name="Content Placeholder 13"/>
              <p:cNvSpPr>
                <a:spLocks noGrp="1"/>
              </p:cNvSpPr>
              <p:nvPr>
                <p:ph idx="4294967295"/>
              </p:nvPr>
            </p:nvSpPr>
            <p:spPr>
              <a:xfrm>
                <a:off x="838200" y="1550053"/>
                <a:ext cx="10877550" cy="4771118"/>
              </a:xfrm>
              <a:prstGeom prst="rect">
                <a:avLst/>
              </a:prstGeom>
            </p:spPr>
            <p:txBody>
              <a:bodyPr>
                <a:noAutofit/>
              </a:bodyPr>
              <a:lstStyle/>
              <a:p>
                <a:pPr>
                  <a:lnSpc>
                    <a:spcPct val="135000"/>
                  </a:lnSpc>
                </a:pPr>
                <a:endParaRPr lang="tr-TR" sz="2000" dirty="0">
                  <a:latin typeface="Arial" panose="020B0604020202020204" pitchFamily="34" charset="0"/>
                  <a:cs typeface="Arial" panose="020B0604020202020204" pitchFamily="34" charset="0"/>
                </a:endParaRPr>
              </a:p>
              <a:p>
                <a:pPr>
                  <a:lnSpc>
                    <a:spcPct val="135000"/>
                  </a:lnSpc>
                </a:pPr>
                <a:endParaRPr lang="tr-TR" sz="2000" dirty="0">
                  <a:latin typeface="Arial" panose="020B0604020202020204" pitchFamily="34" charset="0"/>
                  <a:cs typeface="Arial" panose="020B0604020202020204" pitchFamily="34" charset="0"/>
                </a:endParaRPr>
              </a:p>
              <a:p>
                <a:pPr>
                  <a:lnSpc>
                    <a:spcPct val="135000"/>
                  </a:lnSpc>
                </a:pPr>
                <a:endParaRPr lang="tr-TR" sz="2000" dirty="0">
                  <a:latin typeface="Arial" panose="020B0604020202020204" pitchFamily="34" charset="0"/>
                  <a:cs typeface="Arial" panose="020B0604020202020204" pitchFamily="34" charset="0"/>
                </a:endParaRPr>
              </a:p>
              <a:p>
                <a:pPr>
                  <a:lnSpc>
                    <a:spcPct val="135000"/>
                  </a:lnSpc>
                </a:pPr>
                <a:endParaRPr lang="tr-TR" sz="600" dirty="0">
                  <a:latin typeface="Arial" panose="020B0604020202020204" pitchFamily="34" charset="0"/>
                  <a:cs typeface="Arial" panose="020B0604020202020204" pitchFamily="34" charset="0"/>
                </a:endParaRPr>
              </a:p>
              <a:p>
                <a:pPr>
                  <a:lnSpc>
                    <a:spcPct val="135000"/>
                  </a:lnSpc>
                </a:pPr>
                <a:r>
                  <a:rPr lang="en-US" sz="2000" dirty="0">
                    <a:latin typeface="Arial" panose="020B0604020202020204" pitchFamily="34" charset="0"/>
                    <a:cs typeface="Arial" panose="020B0604020202020204" pitchFamily="34" charset="0"/>
                  </a:rPr>
                  <a:t>Second probability easy to estimate</a:t>
                </a:r>
                <a:r>
                  <a:rPr lang="tr-TR" sz="2000" dirty="0">
                    <a:latin typeface="Arial" panose="020B0604020202020204" pitchFamily="34" charset="0"/>
                    <a:cs typeface="Arial" panose="020B0604020202020204" pitchFamily="34" charset="0"/>
                  </a:rPr>
                  <a:t> (</a:t>
                </a:r>
                <a:r>
                  <a:rPr lang="tr-TR" sz="2000" i="1" dirty="0">
                    <a:latin typeface="Arial" panose="020B0604020202020204" pitchFamily="34" charset="0"/>
                    <a:cs typeface="Arial" panose="020B0604020202020204" pitchFamily="34" charset="0"/>
                  </a:rPr>
                  <a:t>i.e., </a:t>
                </a:r>
                <a14:m>
                  <m:oMath xmlns:m="http://schemas.openxmlformats.org/officeDocument/2006/math">
                    <m: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oMath>
                </a14:m>
                <a:r>
                  <a:rPr lang="tr-TR" sz="2000" dirty="0">
                    <a:latin typeface="Arial" panose="020B0604020202020204" pitchFamily="34" charset="0"/>
                    <a:cs typeface="Arial" panose="020B0604020202020204" pitchFamily="34" charset="0"/>
                  </a:rPr>
                  <a:t>)</a:t>
                </a:r>
              </a:p>
              <a:p>
                <a:pPr>
                  <a:lnSpc>
                    <a:spcPct val="135000"/>
                  </a:lnSpc>
                </a:pPr>
                <a:r>
                  <a:rPr lang="en-US" sz="2000" dirty="0">
                    <a:latin typeface="Arial" panose="020B0604020202020204" pitchFamily="34" charset="0"/>
                    <a:cs typeface="Arial" panose="020B0604020202020204" pitchFamily="34" charset="0"/>
                  </a:rPr>
                  <a:t>How?</a:t>
                </a:r>
              </a:p>
              <a:p>
                <a:pPr>
                  <a:lnSpc>
                    <a:spcPct val="135000"/>
                  </a:lnSpc>
                </a:pPr>
                <a:r>
                  <a:rPr lang="en-US" sz="2000" dirty="0">
                    <a:latin typeface="Arial" panose="020B0604020202020204" pitchFamily="34" charset="0"/>
                    <a:cs typeface="Arial" panose="020B0604020202020204" pitchFamily="34" charset="0"/>
                  </a:rPr>
                  <a:t>The first probability difficult to estimate</a:t>
                </a:r>
                <a:r>
                  <a:rPr lang="tr-TR" sz="2000" dirty="0">
                    <a:latin typeface="Arial" panose="020B0604020202020204" pitchFamily="34" charset="0"/>
                    <a:cs typeface="Arial" panose="020B0604020202020204" pitchFamily="34" charset="0"/>
                  </a:rPr>
                  <a:t> (</a:t>
                </a:r>
                <a:r>
                  <a:rPr lang="tr-TR" sz="2000" i="1" dirty="0">
                    <a:latin typeface="Arial" panose="020B0604020202020204" pitchFamily="34" charset="0"/>
                    <a:cs typeface="Arial" panose="020B0604020202020204" pitchFamily="34" charset="0"/>
                  </a:rPr>
                  <a:t>i.e., </a:t>
                </a:r>
                <a14:m>
                  <m:oMath xmlns:m="http://schemas.openxmlformats.org/officeDocument/2006/math">
                    <m: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sz="2000" i="1">
                                <a:solidFill>
                                  <a:srgbClr val="00B050"/>
                                </a:solidFill>
                                <a:latin typeface="Cambria Math" panose="02040503050406030204" pitchFamily="18" charset="0"/>
                                <a:cs typeface="Arial" panose="020B0604020202020204" pitchFamily="34" charset="0"/>
                              </a:rPr>
                            </m:ctrlPr>
                          </m:sSubPr>
                          <m:e>
                            <m:r>
                              <a:rPr lang="tr-TR"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1</m:t>
                            </m:r>
                          </m:sub>
                        </m:sSub>
                        <m:r>
                          <a:rPr lang="tr-TR" sz="2000" i="1">
                            <a:solidFill>
                              <a:srgbClr val="00B050"/>
                            </a:solidFill>
                            <a:latin typeface="Cambria Math" panose="02040503050406030204" pitchFamily="18" charset="0"/>
                            <a:cs typeface="Arial" panose="020B0604020202020204" pitchFamily="34" charset="0"/>
                          </a:rPr>
                          <m:t>,</m:t>
                        </m:r>
                        <m:sSub>
                          <m:sSubPr>
                            <m:ctrlPr>
                              <a:rPr lang="tr-TR" sz="2000" i="1">
                                <a:solidFill>
                                  <a:srgbClr val="00B050"/>
                                </a:solidFill>
                                <a:latin typeface="Cambria Math" panose="02040503050406030204" pitchFamily="18" charset="0"/>
                                <a:cs typeface="Arial" panose="020B0604020202020204" pitchFamily="34" charset="0"/>
                              </a:rPr>
                            </m:ctrlPr>
                          </m:sSubPr>
                          <m:e>
                            <m:r>
                              <a:rPr lang="tr-TR"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2</m:t>
                            </m:r>
                          </m:sub>
                        </m:sSub>
                        <m:r>
                          <a:rPr lang="tr-TR" sz="2000" i="1">
                            <a:solidFill>
                              <a:srgbClr val="00B050"/>
                            </a:solidFill>
                            <a:latin typeface="Cambria Math" panose="02040503050406030204" pitchFamily="18" charset="0"/>
                            <a:cs typeface="Arial" panose="020B0604020202020204" pitchFamily="34" charset="0"/>
                          </a:rPr>
                          <m:t>,…,</m:t>
                        </m:r>
                        <m:sSub>
                          <m:sSubPr>
                            <m:ctrlPr>
                              <a:rPr lang="tr-TR" sz="2000" i="1">
                                <a:solidFill>
                                  <a:srgbClr val="00B050"/>
                                </a:solidFill>
                                <a:latin typeface="Cambria Math" panose="02040503050406030204" pitchFamily="18" charset="0"/>
                                <a:cs typeface="Arial" panose="020B0604020202020204" pitchFamily="34" charset="0"/>
                              </a:rPr>
                            </m:ctrlPr>
                          </m:sSubPr>
                          <m:e>
                            <m:r>
                              <a:rPr lang="tr-TR"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𝑛</m:t>
                            </m:r>
                          </m:sub>
                        </m:sSub>
                      </m:e>
                      <m:e>
                        <m:r>
                          <a:rPr lang="tr-TR"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oMath>
                </a14:m>
                <a:r>
                  <a:rPr lang="tr-T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a:lnSpc>
                    <a:spcPct val="135000"/>
                  </a:lnSpc>
                </a:pPr>
                <a:r>
                  <a:rPr lang="en-US" sz="2000" dirty="0">
                    <a:latin typeface="Arial" panose="020B0604020202020204" pitchFamily="34" charset="0"/>
                    <a:cs typeface="Arial" panose="020B0604020202020204" pitchFamily="34" charset="0"/>
                  </a:rPr>
                  <a:t>Why?</a:t>
                </a:r>
              </a:p>
              <a:p>
                <a:pPr>
                  <a:lnSpc>
                    <a:spcPct val="135000"/>
                  </a:lnSpc>
                </a:pPr>
                <a:r>
                  <a:rPr lang="en-US" sz="2000" dirty="0">
                    <a:latin typeface="Arial" panose="020B0604020202020204" pitchFamily="34" charset="0"/>
                    <a:cs typeface="Arial" panose="020B0604020202020204" pitchFamily="34" charset="0"/>
                  </a:rPr>
                  <a:t>Assume independence (</a:t>
                </a:r>
                <a:r>
                  <a:rPr lang="en-US" sz="2000" i="1" dirty="0">
                    <a:solidFill>
                      <a:srgbClr val="0070C0"/>
                    </a:solidFill>
                    <a:latin typeface="Arial" panose="020B0604020202020204" pitchFamily="34" charset="0"/>
                    <a:cs typeface="Arial" panose="020B0604020202020204" pitchFamily="34" charset="0"/>
                  </a:rPr>
                  <a:t>This is the naϊvety assumption!</a:t>
                </a:r>
                <a:r>
                  <a:rPr lang="en-US" sz="2000" dirty="0">
                    <a:latin typeface="Arial" panose="020B0604020202020204" pitchFamily="34" charset="0"/>
                    <a:cs typeface="Arial" panose="020B0604020202020204" pitchFamily="34" charset="0"/>
                  </a:rPr>
                  <a:t>)</a:t>
                </a:r>
              </a:p>
              <a:p>
                <a:pPr marL="0" indent="0">
                  <a:buNone/>
                </a:pPr>
                <a:endParaRPr lang="en-US" altLang="en-US" sz="1800" dirty="0">
                  <a:latin typeface="Arial" panose="020B0604020202020204" pitchFamily="34" charset="0"/>
                  <a:cs typeface="Arial" panose="020B0604020202020204" pitchFamily="34" charset="0"/>
                </a:endParaRPr>
              </a:p>
            </p:txBody>
          </p:sp>
        </mc:Choice>
        <mc:Fallback xmlns="">
          <p:sp>
            <p:nvSpPr>
              <p:cNvPr id="19" name="Content Placeholder 13"/>
              <p:cNvSpPr>
                <a:spLocks noGrp="1" noRot="1" noChangeAspect="1" noMove="1" noResize="1" noEditPoints="1" noAdjustHandles="1" noChangeArrowheads="1" noChangeShapeType="1" noTextEdit="1"/>
              </p:cNvSpPr>
              <p:nvPr>
                <p:ph idx="4294967295"/>
              </p:nvPr>
            </p:nvSpPr>
            <p:spPr>
              <a:xfrm>
                <a:off x="838200" y="1550053"/>
                <a:ext cx="10877550" cy="4771118"/>
              </a:xfrm>
              <a:prstGeom prst="rect">
                <a:avLst/>
              </a:prstGeom>
              <a:blipFill>
                <a:blip r:embed="rId2"/>
                <a:stretch>
                  <a:fillRect l="-583"/>
                </a:stretch>
              </a:blipFill>
            </p:spPr>
            <p:txBody>
              <a:bodyPr/>
              <a:lstStyle/>
              <a:p>
                <a:r>
                  <a:rPr lang="en-T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38200" y="1427070"/>
                <a:ext cx="5163627" cy="1960345"/>
              </a:xfrm>
              <a:prstGeom prst="rect">
                <a:avLst/>
              </a:prstGeom>
              <a:noFill/>
            </p:spPr>
            <p:txBody>
              <a:bodyPr wrap="square" rtlCol="0">
                <a:spAutoFit/>
              </a:bodyPr>
              <a:lstStyle/>
              <a:p>
                <a:endParaRPr lang="tr-TR"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latin typeface="Cambria Math" panose="02040503050406030204" pitchFamily="18" charset="0"/>
                              <a:cs typeface="Arial" panose="020B0604020202020204" pitchFamily="34" charset="0"/>
                            </a:rPr>
                          </m:ctrlPr>
                        </m:funcPr>
                        <m:fName>
                          <m:limLow>
                            <m:limLowPr>
                              <m:ctrlPr>
                                <a:rPr lang="tr-TR" i="1">
                                  <a:latin typeface="Cambria Math" panose="02040503050406030204" pitchFamily="18" charset="0"/>
                                  <a:cs typeface="Arial" panose="020B0604020202020204" pitchFamily="34" charset="0"/>
                                </a:rPr>
                              </m:ctrlPr>
                            </m:limLowPr>
                            <m:e>
                              <m:r>
                                <m:rPr>
                                  <m:sty m:val="p"/>
                                </m:rPr>
                                <a:rPr lang="tr-TR">
                                  <a:latin typeface="Cambria Math" panose="02040503050406030204" pitchFamily="18" charset="0"/>
                                  <a:cs typeface="Arial" panose="020B0604020202020204" pitchFamily="34" charset="0"/>
                                </a:rPr>
                                <m:t>arg</m:t>
                              </m:r>
                              <m:r>
                                <a:rPr lang="tr-TR">
                                  <a:latin typeface="Cambria Math" panose="02040503050406030204" pitchFamily="18" charset="0"/>
                                  <a:cs typeface="Arial" panose="020B0604020202020204" pitchFamily="34" charset="0"/>
                                </a:rPr>
                                <m:t> </m:t>
                              </m:r>
                              <m:r>
                                <m:rPr>
                                  <m:sty m:val="p"/>
                                </m:rPr>
                                <a:rPr lang="tr-TR">
                                  <a:latin typeface="Cambria Math" panose="02040503050406030204" pitchFamily="18" charset="0"/>
                                  <a:cs typeface="Arial" panose="020B0604020202020204" pitchFamily="34" charset="0"/>
                                </a:rPr>
                                <m:t>max</m:t>
                              </m:r>
                            </m:e>
                            <m:lim>
                              <m:r>
                                <a:rPr lang="tr-TR" i="1">
                                  <a:latin typeface="Cambria Math" panose="02040503050406030204" pitchFamily="18" charset="0"/>
                                  <a:cs typeface="Arial" panose="020B0604020202020204" pitchFamily="34" charset="0"/>
                                </a:rPr>
                                <m:t>h</m:t>
                              </m:r>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a:latin typeface="Cambria Math" panose="02040503050406030204" pitchFamily="18" charset="0"/>
                              <a:cs typeface="Arial" panose="020B0604020202020204" pitchFamily="34" charset="0"/>
                            </a:rPr>
                            <m:t>𝑃</m:t>
                          </m:r>
                          <m:d>
                            <m:dPr>
                              <m:ctrlPr>
                                <a:rPr lang="tr-TR" i="1">
                                  <a:latin typeface="Cambria Math" panose="02040503050406030204" pitchFamily="18" charset="0"/>
                                  <a:cs typeface="Arial" panose="020B0604020202020204" pitchFamily="34" charset="0"/>
                                </a:rPr>
                              </m:ctrlPr>
                            </m:dPr>
                            <m:e>
                              <m:r>
                                <a:rPr lang="tr-TR" i="1">
                                  <a:latin typeface="Cambria Math" panose="02040503050406030204" pitchFamily="18" charset="0"/>
                                  <a:cs typeface="Arial" panose="020B0604020202020204" pitchFamily="34" charset="0"/>
                                </a:rPr>
                                <m:t>h</m:t>
                              </m:r>
                            </m:e>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d>
                        </m:e>
                      </m:func>
                    </m:oMath>
                  </m:oMathPara>
                </a14:m>
                <a:endParaRPr lang="tr-TR" dirty="0">
                  <a:latin typeface="Arial" panose="020B0604020202020204" pitchFamily="34" charset="0"/>
                  <a:cs typeface="Arial" panose="020B0604020202020204" pitchFamily="34" charset="0"/>
                </a:endParaRPr>
              </a:p>
              <a:p>
                <a:endParaRPr lang="tr-TR" sz="6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cs typeface="Arial" panose="020B0604020202020204" pitchFamily="34" charset="0"/>
                        </a:rPr>
                        <m:t>                     </m:t>
                      </m:r>
                      <m:r>
                        <a:rPr lang="tr-TR" b="0" i="1" smtClean="0">
                          <a:latin typeface="Cambria Math" panose="02040503050406030204" pitchFamily="18" charset="0"/>
                          <a:cs typeface="Arial" panose="020B0604020202020204" pitchFamily="34" charset="0"/>
                        </a:rPr>
                        <m:t>  </m:t>
                      </m:r>
                      <m:r>
                        <a:rPr lang="tr-TR" i="1">
                          <a:latin typeface="Cambria Math" panose="02040503050406030204" pitchFamily="18" charset="0"/>
                          <a:cs typeface="Arial" panose="020B0604020202020204" pitchFamily="34" charset="0"/>
                        </a:rPr>
                        <m:t>=</m:t>
                      </m:r>
                      <m:func>
                        <m:funcPr>
                          <m:ctrlPr>
                            <a:rPr lang="tr-TR" i="1">
                              <a:latin typeface="Cambria Math" panose="02040503050406030204" pitchFamily="18" charset="0"/>
                              <a:cs typeface="Arial" panose="020B0604020202020204" pitchFamily="34" charset="0"/>
                            </a:rPr>
                          </m:ctrlPr>
                        </m:funcPr>
                        <m:fName>
                          <m:limLow>
                            <m:limLowPr>
                              <m:ctrlPr>
                                <a:rPr lang="tr-TR" i="1">
                                  <a:latin typeface="Cambria Math" panose="02040503050406030204" pitchFamily="18" charset="0"/>
                                  <a:cs typeface="Arial" panose="020B0604020202020204" pitchFamily="34" charset="0"/>
                                </a:rPr>
                              </m:ctrlPr>
                            </m:limLowPr>
                            <m:e>
                              <m:r>
                                <m:rPr>
                                  <m:sty m:val="p"/>
                                </m:rPr>
                                <a:rPr lang="tr-TR">
                                  <a:latin typeface="Cambria Math" panose="02040503050406030204" pitchFamily="18" charset="0"/>
                                  <a:cs typeface="Arial" panose="020B0604020202020204" pitchFamily="34" charset="0"/>
                                </a:rPr>
                                <m:t>arg</m:t>
                              </m:r>
                              <m:r>
                                <a:rPr lang="tr-TR">
                                  <a:latin typeface="Cambria Math" panose="02040503050406030204" pitchFamily="18" charset="0"/>
                                  <a:cs typeface="Arial" panose="020B0604020202020204" pitchFamily="34" charset="0"/>
                                </a:rPr>
                                <m:t> </m:t>
                              </m:r>
                              <m:r>
                                <m:rPr>
                                  <m:sty m:val="p"/>
                                </m:rPr>
                                <a:rPr lang="tr-TR">
                                  <a:latin typeface="Cambria Math" panose="02040503050406030204" pitchFamily="18" charset="0"/>
                                  <a:cs typeface="Arial" panose="020B0604020202020204" pitchFamily="34" charset="0"/>
                                </a:rPr>
                                <m:t>max</m:t>
                              </m:r>
                            </m:e>
                            <m:lim>
                              <m:r>
                                <a:rPr lang="tr-TR" i="1">
                                  <a:latin typeface="Cambria Math" panose="02040503050406030204" pitchFamily="18" charset="0"/>
                                  <a:cs typeface="Arial" panose="020B0604020202020204" pitchFamily="34" charset="0"/>
                                </a:rPr>
                                <m:t>h</m:t>
                              </m:r>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𝐻</m:t>
                              </m:r>
                            </m:lim>
                          </m:limLow>
                        </m:fName>
                        <m:e>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r>
                                    <a:rPr lang="tr-TR" i="1">
                                      <a:latin typeface="Cambria Math" panose="02040503050406030204" pitchFamily="18" charset="0"/>
                                      <a:ea typeface="Cambria Math" panose="02040503050406030204" pitchFamily="18" charset="0"/>
                                      <a:cs typeface="Arial" panose="020B0604020202020204" pitchFamily="34" charset="0"/>
                                    </a:rPr>
                                    <m:t>h</m:t>
                                  </m:r>
                                </m:e>
                              </m:d>
                            </m:num>
                            <m:den>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d>
                            </m:den>
                          </m:f>
                        </m:e>
                      </m:func>
                    </m:oMath>
                  </m:oMathPara>
                </a14:m>
                <a:endParaRPr lang="tr-TR" dirty="0">
                  <a:latin typeface="Arial" panose="020B0604020202020204" pitchFamily="34" charset="0"/>
                  <a:cs typeface="Arial" panose="020B0604020202020204" pitchFamily="34" charset="0"/>
                </a:endParaRPr>
              </a:p>
              <a:p>
                <a:endParaRPr lang="tr-TR" sz="6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smtClean="0">
                          <a:solidFill>
                            <a:srgbClr val="00B050"/>
                          </a:solidFill>
                          <a:latin typeface="Cambria Math" panose="02040503050406030204" pitchFamily="18" charset="0"/>
                          <a:cs typeface="Arial" panose="020B0604020202020204" pitchFamily="34" charset="0"/>
                        </a:rPr>
                        <m:t>                     </m:t>
                      </m:r>
                      <m:r>
                        <a:rPr lang="tr-TR" b="0" i="1" smtClean="0">
                          <a:solidFill>
                            <a:srgbClr val="00B050"/>
                          </a:solidFill>
                          <a:latin typeface="Cambria Math" panose="02040503050406030204" pitchFamily="18" charset="0"/>
                          <a:cs typeface="Arial" panose="020B0604020202020204" pitchFamily="34" charset="0"/>
                        </a:rPr>
                        <m:t>  </m:t>
                      </m:r>
                      <m:r>
                        <a:rPr lang="tr-TR" i="1" smtClean="0">
                          <a:solidFill>
                            <a:srgbClr val="00B050"/>
                          </a:solidFill>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00B050"/>
                                      </a:solidFill>
                                      <a:latin typeface="Cambria Math" panose="02040503050406030204" pitchFamily="18" charset="0"/>
                                      <a:cs typeface="Arial" panose="020B0604020202020204" pitchFamily="34" charset="0"/>
                                    </a:rPr>
                                  </m:ctrlPr>
                                </m:sSubPr>
                                <m:e>
                                  <m:r>
                                    <a:rPr lang="tr-TR" i="1">
                                      <a:solidFill>
                                        <a:srgbClr val="00B050"/>
                                      </a:solidFill>
                                      <a:latin typeface="Cambria Math" panose="02040503050406030204" pitchFamily="18" charset="0"/>
                                      <a:cs typeface="Arial" panose="020B0604020202020204" pitchFamily="34" charset="0"/>
                                    </a:rPr>
                                    <m:t>𝑎</m:t>
                                  </m:r>
                                </m:e>
                                <m:sub>
                                  <m:r>
                                    <a:rPr lang="tr-TR" i="1">
                                      <a:solidFill>
                                        <a:srgbClr val="00B050"/>
                                      </a:solidFill>
                                      <a:latin typeface="Cambria Math" panose="02040503050406030204" pitchFamily="18" charset="0"/>
                                      <a:cs typeface="Arial" panose="020B0604020202020204" pitchFamily="34" charset="0"/>
                                    </a:rPr>
                                    <m:t>1</m:t>
                                  </m:r>
                                </m:sub>
                              </m:sSub>
                              <m:r>
                                <a:rPr lang="tr-TR" i="1">
                                  <a:solidFill>
                                    <a:srgbClr val="00B050"/>
                                  </a:solidFill>
                                  <a:latin typeface="Cambria Math" panose="02040503050406030204" pitchFamily="18" charset="0"/>
                                  <a:cs typeface="Arial" panose="020B0604020202020204" pitchFamily="34" charset="0"/>
                                </a:rPr>
                                <m:t>,</m:t>
                              </m:r>
                              <m:sSub>
                                <m:sSubPr>
                                  <m:ctrlPr>
                                    <a:rPr lang="tr-TR" i="1">
                                      <a:solidFill>
                                        <a:srgbClr val="00B050"/>
                                      </a:solidFill>
                                      <a:latin typeface="Cambria Math" panose="02040503050406030204" pitchFamily="18" charset="0"/>
                                      <a:cs typeface="Arial" panose="020B0604020202020204" pitchFamily="34" charset="0"/>
                                    </a:rPr>
                                  </m:ctrlPr>
                                </m:sSubPr>
                                <m:e>
                                  <m:r>
                                    <a:rPr lang="tr-TR" i="1">
                                      <a:solidFill>
                                        <a:srgbClr val="00B050"/>
                                      </a:solidFill>
                                      <a:latin typeface="Cambria Math" panose="02040503050406030204" pitchFamily="18" charset="0"/>
                                      <a:cs typeface="Arial" panose="020B0604020202020204" pitchFamily="34" charset="0"/>
                                    </a:rPr>
                                    <m:t>𝑎</m:t>
                                  </m:r>
                                </m:e>
                                <m:sub>
                                  <m:r>
                                    <a:rPr lang="tr-TR" i="1">
                                      <a:solidFill>
                                        <a:srgbClr val="00B050"/>
                                      </a:solidFill>
                                      <a:latin typeface="Cambria Math" panose="02040503050406030204" pitchFamily="18" charset="0"/>
                                      <a:cs typeface="Arial" panose="020B0604020202020204" pitchFamily="34" charset="0"/>
                                    </a:rPr>
                                    <m:t>2</m:t>
                                  </m:r>
                                </m:sub>
                              </m:sSub>
                              <m:r>
                                <a:rPr lang="tr-TR" i="1">
                                  <a:solidFill>
                                    <a:srgbClr val="00B050"/>
                                  </a:solidFill>
                                  <a:latin typeface="Cambria Math" panose="02040503050406030204" pitchFamily="18" charset="0"/>
                                  <a:cs typeface="Arial" panose="020B0604020202020204" pitchFamily="34" charset="0"/>
                                </a:rPr>
                                <m:t>,…,</m:t>
                              </m:r>
                              <m:sSub>
                                <m:sSubPr>
                                  <m:ctrlPr>
                                    <a:rPr lang="tr-TR" i="1">
                                      <a:solidFill>
                                        <a:srgbClr val="00B050"/>
                                      </a:solidFill>
                                      <a:latin typeface="Cambria Math" panose="02040503050406030204" pitchFamily="18" charset="0"/>
                                      <a:cs typeface="Arial" panose="020B0604020202020204" pitchFamily="34" charset="0"/>
                                    </a:rPr>
                                  </m:ctrlPr>
                                </m:sSubPr>
                                <m:e>
                                  <m:r>
                                    <a:rPr lang="tr-TR" i="1">
                                      <a:solidFill>
                                        <a:srgbClr val="00B050"/>
                                      </a:solidFill>
                                      <a:latin typeface="Cambria Math" panose="02040503050406030204" pitchFamily="18" charset="0"/>
                                      <a:cs typeface="Arial" panose="020B0604020202020204" pitchFamily="34" charset="0"/>
                                    </a:rPr>
                                    <m:t>𝑎</m:t>
                                  </m:r>
                                </m:e>
                                <m:sub>
                                  <m:r>
                                    <a:rPr lang="tr-TR" i="1">
                                      <a:solidFill>
                                        <a:srgbClr val="00B050"/>
                                      </a:solidFill>
                                      <a:latin typeface="Cambria Math" panose="02040503050406030204" pitchFamily="18" charset="0"/>
                                      <a:cs typeface="Arial" panose="020B0604020202020204" pitchFamily="34" charset="0"/>
                                    </a:rPr>
                                    <m:t>𝑛</m:t>
                                  </m:r>
                                </m:sub>
                              </m:sSub>
                            </m:e>
                            <m:e>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838200" y="1427070"/>
                <a:ext cx="5163627" cy="196034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838200" y="5993454"/>
                <a:ext cx="6241026" cy="7857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r>
                            <a:rPr lang="tr-TR" b="1" i="1">
                              <a:latin typeface="Cambria Math" panose="02040503050406030204" pitchFamily="18" charset="0"/>
                              <a:ea typeface="Cambria Math" panose="02040503050406030204" pitchFamily="18" charset="0"/>
                              <a:cs typeface="Arial" panose="020B0604020202020204" pitchFamily="34" charset="0"/>
                            </a:rPr>
                            <m:t>𝒅</m:t>
                          </m:r>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nary>
                        <m:naryPr>
                          <m:chr m:val="∏"/>
                          <m:supHide m:val="on"/>
                          <m:ctrlPr>
                            <a:rPr lang="tr-TR" i="1">
                              <a:latin typeface="Cambria Math" panose="02040503050406030204" pitchFamily="18" charset="0"/>
                              <a:ea typeface="Cambria Math" panose="02040503050406030204" pitchFamily="18" charset="0"/>
                              <a:cs typeface="Arial" panose="020B0604020202020204" pitchFamily="34" charset="0"/>
                            </a:rPr>
                          </m:ctrlPr>
                        </m:naryPr>
                        <m:sub>
                          <m:r>
                            <m:rPr>
                              <m:brk m:alnAt="7"/>
                            </m:rPr>
                            <a:rPr lang="tr-TR" i="1">
                              <a:latin typeface="Cambria Math" panose="02040503050406030204" pitchFamily="18" charset="0"/>
                              <a:ea typeface="Cambria Math" panose="02040503050406030204" pitchFamily="18" charset="0"/>
                              <a:cs typeface="Arial" panose="020B0604020202020204" pitchFamily="34" charset="0"/>
                            </a:rPr>
                            <m:t>𝑖</m:t>
                          </m:r>
                          <m:r>
                            <a:rPr lang="tr-TR" i="1">
                              <a:latin typeface="Cambria Math" panose="02040503050406030204" pitchFamily="18" charset="0"/>
                              <a:ea typeface="Cambria Math" panose="02040503050406030204" pitchFamily="18" charset="0"/>
                              <a:cs typeface="Arial" panose="020B0604020202020204" pitchFamily="34" charset="0"/>
                            </a:rPr>
                            <m:t>=1,…,</m:t>
                          </m:r>
                          <m:r>
                            <a:rPr lang="tr-TR" i="1">
                              <a:latin typeface="Cambria Math" panose="02040503050406030204" pitchFamily="18" charset="0"/>
                              <a:ea typeface="Cambria Math" panose="02040503050406030204" pitchFamily="18" charset="0"/>
                              <a:cs typeface="Arial" panose="020B0604020202020204" pitchFamily="34" charset="0"/>
                            </a:rPr>
                            <m:t>𝑛</m:t>
                          </m:r>
                        </m:sub>
                        <m:sup/>
                        <m:e>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ea typeface="Cambria Math" panose="02040503050406030204" pitchFamily="18" charset="0"/>
                                      <a:cs typeface="Arial" panose="020B0604020202020204" pitchFamily="34" charset="0"/>
                                    </a:rPr>
                                  </m:ctrlPr>
                                </m:sSubPr>
                                <m:e>
                                  <m:r>
                                    <a:rPr lang="tr-TR" i="1">
                                      <a:latin typeface="Cambria Math" panose="02040503050406030204" pitchFamily="18" charset="0"/>
                                      <a:ea typeface="Cambria Math" panose="02040503050406030204" pitchFamily="18" charset="0"/>
                                      <a:cs typeface="Arial" panose="020B0604020202020204" pitchFamily="34" charset="0"/>
                                    </a:rPr>
                                    <m:t>𝑎</m:t>
                                  </m:r>
                                </m:e>
                                <m:sub>
                                  <m:r>
                                    <a:rPr lang="tr-TR" i="1">
                                      <a:latin typeface="Cambria Math" panose="02040503050406030204" pitchFamily="18" charset="0"/>
                                      <a:ea typeface="Cambria Math" panose="02040503050406030204" pitchFamily="18" charset="0"/>
                                      <a:cs typeface="Arial" panose="020B0604020202020204" pitchFamily="34" charset="0"/>
                                    </a:rPr>
                                    <m:t>𝑖</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e>
                      </m:nary>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838200" y="5993454"/>
                <a:ext cx="6241026" cy="78572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6123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GB" b="1" dirty="0"/>
              <a:t>Naïve</a:t>
            </a:r>
            <a:r>
              <a:rPr lang="en-US" b="1" dirty="0"/>
              <a:t> Bayes Classifier</a:t>
            </a:r>
            <a:r>
              <a:rPr lang="tr-TR" b="1" dirty="0"/>
              <a:t> - III</a:t>
            </a:r>
            <a:endParaRPr lang="en-US" b="1" dirty="0"/>
          </a:p>
        </p:txBody>
      </p:sp>
      <mc:AlternateContent xmlns:mc="http://schemas.openxmlformats.org/markup-compatibility/2006" xmlns:a14="http://schemas.microsoft.com/office/drawing/2010/main">
        <mc:Choice Requires="a14">
          <p:sp>
            <p:nvSpPr>
              <p:cNvPr id="19" name="Content Placeholder 13"/>
              <p:cNvSpPr>
                <a:spLocks noGrp="1"/>
              </p:cNvSpPr>
              <p:nvPr>
                <p:ph idx="4294967295"/>
              </p:nvPr>
            </p:nvSpPr>
            <p:spPr>
              <a:xfrm>
                <a:off x="838200" y="1825625"/>
                <a:ext cx="10877550" cy="4771118"/>
              </a:xfrm>
              <a:prstGeom prst="rect">
                <a:avLst/>
              </a:prstGeo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Data has multiple features (</a:t>
                </a:r>
                <a14:m>
                  <m:oMath xmlns:m="http://schemas.openxmlformats.org/officeDocument/2006/math">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oMath>
                </a14:m>
                <a:r>
                  <a:rPr lang="en-US" sz="2000" dirty="0">
                    <a:latin typeface="Arial" panose="020B0604020202020204" pitchFamily="34" charset="0"/>
                    <a:cs typeface="Arial" panose="020B0604020202020204" pitchFamily="34" charset="0"/>
                  </a:rPr>
                  <a:t>), therefore </a:t>
                </a:r>
                <a14:m>
                  <m:oMath xmlns:m="http://schemas.openxmlformats.org/officeDocument/2006/math">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e>
                      <m:e>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oMath>
                </a14:m>
                <a:r>
                  <a:rPr lang="en-US" sz="2000" dirty="0">
                    <a:latin typeface="Arial" panose="020B0604020202020204" pitchFamily="34" charset="0"/>
                    <a:cs typeface="Arial" panose="020B0604020202020204" pitchFamily="34" charset="0"/>
                  </a:rPr>
                  <a:t> is not easy to calculate.</a:t>
                </a:r>
              </a:p>
              <a:p>
                <a:pPr>
                  <a:lnSpc>
                    <a:spcPct val="120000"/>
                  </a:lnSpc>
                  <a:spcBef>
                    <a:spcPts val="600"/>
                  </a:spcBef>
                </a:pPr>
                <a:r>
                  <a:rPr lang="en-US" sz="2000" b="1" i="1" u="sng" dirty="0">
                    <a:latin typeface="Arial" panose="020B0604020202020204" pitchFamily="34" charset="0"/>
                    <a:cs typeface="Arial" panose="020B0604020202020204" pitchFamily="34" charset="0"/>
                  </a:rPr>
                  <a:t>Naïve Bayes assumption</a:t>
                </a:r>
                <a:r>
                  <a:rPr lang="en-US" sz="2000" dirty="0">
                    <a:latin typeface="Arial" panose="020B0604020202020204" pitchFamily="34" charset="0"/>
                    <a:cs typeface="Arial" panose="020B0604020202020204" pitchFamily="34" charset="0"/>
                  </a:rPr>
                  <a:t>: Attributes that describe data instances are </a:t>
                </a:r>
                <a:r>
                  <a:rPr lang="en-US" sz="2000" b="1" i="1" dirty="0">
                    <a:latin typeface="Arial" panose="020B0604020202020204" pitchFamily="34" charset="0"/>
                    <a:cs typeface="Arial" panose="020B0604020202020204" pitchFamily="34" charset="0"/>
                  </a:rPr>
                  <a:t>conditionally independent </a:t>
                </a:r>
                <a:r>
                  <a:rPr lang="en-US" sz="2000" dirty="0">
                    <a:latin typeface="Arial" panose="020B0604020202020204" pitchFamily="34" charset="0"/>
                    <a:cs typeface="Arial" panose="020B0604020202020204" pitchFamily="34" charset="0"/>
                  </a:rPr>
                  <a:t>given the classification hypothesis</a:t>
                </a:r>
              </a:p>
              <a:p>
                <a:pPr>
                  <a:lnSpc>
                    <a:spcPct val="120000"/>
                  </a:lnSpc>
                  <a:spcBef>
                    <a:spcPts val="600"/>
                  </a:spcBef>
                </a:pPr>
                <a:endParaRPr lang="en-US" sz="2000" dirty="0">
                  <a:latin typeface="Arial" panose="020B0604020202020204" pitchFamily="34" charset="0"/>
                  <a:cs typeface="Arial" panose="020B0604020202020204" pitchFamily="34" charset="0"/>
                </a:endParaRPr>
              </a:p>
              <a:p>
                <a:pPr>
                  <a:lnSpc>
                    <a:spcPct val="120000"/>
                  </a:lnSpc>
                  <a:spcBef>
                    <a:spcPts val="600"/>
                  </a:spcBef>
                </a:pPr>
                <a:endParaRPr lang="en-US" sz="2000" dirty="0">
                  <a:latin typeface="Arial" panose="020B0604020202020204" pitchFamily="34" charset="0"/>
                  <a:cs typeface="Arial" panose="020B0604020202020204" pitchFamily="34" charset="0"/>
                </a:endParaRPr>
              </a:p>
              <a:p>
                <a:pPr>
                  <a:lnSpc>
                    <a:spcPct val="120000"/>
                  </a:lnSpc>
                  <a:spcBef>
                    <a:spcPts val="600"/>
                  </a:spcBef>
                </a:pPr>
                <a:endParaRPr lang="tr-TR"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It is a simplifying assumption, obviously it may be violated in reality. In spite of that, </a:t>
                </a:r>
                <a:r>
                  <a:rPr lang="tr-TR" sz="2000" dirty="0">
                    <a:latin typeface="Arial" panose="020B0604020202020204" pitchFamily="34" charset="0"/>
                    <a:cs typeface="Arial" panose="020B0604020202020204" pitchFamily="34" charset="0"/>
                  </a:rPr>
                  <a:t>in </a:t>
                </a:r>
                <a:r>
                  <a:rPr lang="tr-TR" sz="2000" dirty="0" err="1">
                    <a:latin typeface="Arial" panose="020B0604020202020204" pitchFamily="34" charset="0"/>
                    <a:cs typeface="Arial" panose="020B0604020202020204" pitchFamily="34" charset="0"/>
                  </a:rPr>
                  <a:t>some</a:t>
                </a:r>
                <a:r>
                  <a:rPr lang="tr-TR" sz="2000" dirty="0">
                    <a:latin typeface="Arial" panose="020B0604020202020204" pitchFamily="34" charset="0"/>
                    <a:cs typeface="Arial" panose="020B0604020202020204" pitchFamily="34" charset="0"/>
                  </a:rPr>
                  <a:t> </a:t>
                </a:r>
                <a:r>
                  <a:rPr lang="tr-TR" sz="2000" dirty="0" err="1">
                    <a:latin typeface="Arial" panose="020B0604020202020204" pitchFamily="34" charset="0"/>
                    <a:cs typeface="Arial" panose="020B0604020202020204" pitchFamily="34" charset="0"/>
                  </a:rPr>
                  <a:t>context</a:t>
                </a:r>
                <a:r>
                  <a:rPr lang="tr-T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it works well </a:t>
                </a:r>
                <a:r>
                  <a:rPr lang="tr-TR" sz="2000" dirty="0">
                    <a:latin typeface="Arial" panose="020B0604020202020204" pitchFamily="34" charset="0"/>
                    <a:cs typeface="Arial" panose="020B0604020202020204" pitchFamily="34" charset="0"/>
                  </a:rPr>
                  <a:t>in</a:t>
                </a:r>
                <a:r>
                  <a:rPr lang="en-US" sz="2000" dirty="0">
                    <a:latin typeface="Arial" panose="020B0604020202020204" pitchFamily="34" charset="0"/>
                    <a:cs typeface="Arial" panose="020B0604020202020204" pitchFamily="34" charset="0"/>
                  </a:rPr>
                  <a:t> practice.</a:t>
                </a:r>
                <a:endParaRPr lang="tr-TR"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The Bayesian classifier that uses the Naïve Bayes assumption and computes the MAP hypothesis is called </a:t>
                </a:r>
                <a:r>
                  <a:rPr lang="en-US" sz="2000" b="1" u="sng" dirty="0">
                    <a:latin typeface="Arial" panose="020B0604020202020204" pitchFamily="34" charset="0"/>
                    <a:cs typeface="Arial" panose="020B0604020202020204" pitchFamily="34" charset="0"/>
                  </a:rPr>
                  <a:t>Naïve Bayes classifier</a:t>
                </a:r>
                <a:r>
                  <a:rPr lang="en-US" sz="2000" b="1" dirty="0">
                    <a:latin typeface="Arial" panose="020B0604020202020204" pitchFamily="34" charset="0"/>
                    <a:cs typeface="Arial" panose="020B0604020202020204" pitchFamily="34" charset="0"/>
                  </a:rPr>
                  <a:t>. </a:t>
                </a:r>
              </a:p>
              <a:p>
                <a:pPr>
                  <a:lnSpc>
                    <a:spcPct val="120000"/>
                  </a:lnSpc>
                  <a:spcBef>
                    <a:spcPts val="600"/>
                  </a:spcBef>
                </a:pP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It has various successful application in Text Classification, Medical Diagnosis, etc. But generally has poor performance.</a:t>
                </a:r>
              </a:p>
              <a:p>
                <a:pPr>
                  <a:lnSpc>
                    <a:spcPct val="135000"/>
                  </a:lnSpc>
                </a:pPr>
                <a:endParaRPr lang="tr-TR" sz="2000" dirty="0">
                  <a:latin typeface="Arial" panose="020B0604020202020204" pitchFamily="34" charset="0"/>
                  <a:cs typeface="Arial" panose="020B0604020202020204" pitchFamily="34" charset="0"/>
                </a:endParaRPr>
              </a:p>
              <a:p>
                <a:pPr>
                  <a:lnSpc>
                    <a:spcPct val="135000"/>
                  </a:lnSpc>
                </a:pPr>
                <a:endParaRPr lang="en-GB" sz="2000" dirty="0">
                  <a:latin typeface="Arial" panose="020B0604020202020204" pitchFamily="34" charset="0"/>
                  <a:cs typeface="Arial" panose="020B0604020202020204" pitchFamily="34" charset="0"/>
                </a:endParaRPr>
              </a:p>
              <a:p>
                <a:pPr>
                  <a:lnSpc>
                    <a:spcPct val="135000"/>
                  </a:lnSpc>
                </a:pPr>
                <a:endParaRPr lang="tr-TR" sz="2000" dirty="0">
                  <a:latin typeface="Arial" panose="020B0604020202020204" pitchFamily="34" charset="0"/>
                  <a:cs typeface="Arial" panose="020B0604020202020204" pitchFamily="34" charset="0"/>
                </a:endParaRPr>
              </a:p>
              <a:p>
                <a:pPr marL="0" indent="0">
                  <a:buNone/>
                </a:pPr>
                <a:endParaRPr lang="en-US" altLang="en-US" sz="1800" dirty="0">
                  <a:latin typeface="Arial" panose="020B0604020202020204" pitchFamily="34" charset="0"/>
                  <a:cs typeface="Arial" panose="020B0604020202020204" pitchFamily="34" charset="0"/>
                </a:endParaRPr>
              </a:p>
            </p:txBody>
          </p:sp>
        </mc:Choice>
        <mc:Fallback xmlns="">
          <p:sp>
            <p:nvSpPr>
              <p:cNvPr id="19" name="Content Placeholder 13"/>
              <p:cNvSpPr>
                <a:spLocks noGrp="1" noRot="1" noChangeAspect="1" noMove="1" noResize="1" noEditPoints="1" noAdjustHandles="1" noChangeArrowheads="1" noChangeShapeType="1" noTextEdit="1"/>
              </p:cNvSpPr>
              <p:nvPr>
                <p:ph idx="4294967295"/>
              </p:nvPr>
            </p:nvSpPr>
            <p:spPr>
              <a:xfrm>
                <a:off x="838200" y="1825625"/>
                <a:ext cx="10877550" cy="4771118"/>
              </a:xfrm>
              <a:prstGeom prst="rect">
                <a:avLst/>
              </a:prstGeom>
              <a:blipFill>
                <a:blip r:embed="rId2"/>
                <a:stretch>
                  <a:fillRect l="-504" b="-6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838200" y="3425456"/>
                <a:ext cx="5252883" cy="7857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r>
                            <a:rPr lang="tr-TR" b="1" i="1">
                              <a:latin typeface="Cambria Math" panose="02040503050406030204" pitchFamily="18" charset="0"/>
                              <a:ea typeface="Cambria Math" panose="02040503050406030204" pitchFamily="18" charset="0"/>
                              <a:cs typeface="Arial" panose="020B0604020202020204" pitchFamily="34" charset="0"/>
                            </a:rPr>
                            <m:t>𝒅</m:t>
                          </m:r>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nary>
                        <m:naryPr>
                          <m:chr m:val="∏"/>
                          <m:supHide m:val="on"/>
                          <m:ctrlPr>
                            <a:rPr lang="tr-TR" i="1">
                              <a:latin typeface="Cambria Math" panose="02040503050406030204" pitchFamily="18" charset="0"/>
                              <a:ea typeface="Cambria Math" panose="02040503050406030204" pitchFamily="18" charset="0"/>
                              <a:cs typeface="Arial" panose="020B0604020202020204" pitchFamily="34" charset="0"/>
                            </a:rPr>
                          </m:ctrlPr>
                        </m:naryPr>
                        <m:sub>
                          <m:r>
                            <m:rPr>
                              <m:brk m:alnAt="7"/>
                            </m:rPr>
                            <a:rPr lang="tr-TR" i="1">
                              <a:latin typeface="Cambria Math" panose="02040503050406030204" pitchFamily="18" charset="0"/>
                              <a:ea typeface="Cambria Math" panose="02040503050406030204" pitchFamily="18" charset="0"/>
                              <a:cs typeface="Arial" panose="020B0604020202020204" pitchFamily="34" charset="0"/>
                            </a:rPr>
                            <m:t>𝑖</m:t>
                          </m:r>
                          <m:r>
                            <a:rPr lang="tr-TR" i="1">
                              <a:latin typeface="Cambria Math" panose="02040503050406030204" pitchFamily="18" charset="0"/>
                              <a:ea typeface="Cambria Math" panose="02040503050406030204" pitchFamily="18" charset="0"/>
                              <a:cs typeface="Arial" panose="020B0604020202020204" pitchFamily="34" charset="0"/>
                            </a:rPr>
                            <m:t>=1,…,</m:t>
                          </m:r>
                          <m:r>
                            <a:rPr lang="tr-TR" i="1">
                              <a:latin typeface="Cambria Math" panose="02040503050406030204" pitchFamily="18" charset="0"/>
                              <a:ea typeface="Cambria Math" panose="02040503050406030204" pitchFamily="18" charset="0"/>
                              <a:cs typeface="Arial" panose="020B0604020202020204" pitchFamily="34" charset="0"/>
                            </a:rPr>
                            <m:t>𝑛</m:t>
                          </m:r>
                        </m:sub>
                        <m:sup/>
                        <m:e>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ea typeface="Cambria Math" panose="02040503050406030204" pitchFamily="18" charset="0"/>
                                      <a:cs typeface="Arial" panose="020B0604020202020204" pitchFamily="34" charset="0"/>
                                    </a:rPr>
                                  </m:ctrlPr>
                                </m:sSubPr>
                                <m:e>
                                  <m:r>
                                    <a:rPr lang="tr-TR" i="1">
                                      <a:latin typeface="Cambria Math" panose="02040503050406030204" pitchFamily="18" charset="0"/>
                                      <a:ea typeface="Cambria Math" panose="02040503050406030204" pitchFamily="18" charset="0"/>
                                      <a:cs typeface="Arial" panose="020B0604020202020204" pitchFamily="34" charset="0"/>
                                    </a:rPr>
                                    <m:t>𝑎</m:t>
                                  </m:r>
                                </m:e>
                                <m:sub>
                                  <m:r>
                                    <a:rPr lang="tr-TR" i="1">
                                      <a:latin typeface="Cambria Math" panose="02040503050406030204" pitchFamily="18" charset="0"/>
                                      <a:ea typeface="Cambria Math" panose="02040503050406030204" pitchFamily="18" charset="0"/>
                                      <a:cs typeface="Arial" panose="020B0604020202020204" pitchFamily="34" charset="0"/>
                                    </a:rPr>
                                    <m:t>𝑖</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e>
                      </m:nary>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838200" y="3425456"/>
                <a:ext cx="5252883" cy="7857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5404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428625" y="6403975"/>
          <a:ext cx="9466263" cy="319088"/>
        </p:xfrm>
        <a:graphic>
          <a:graphicData uri="http://schemas.openxmlformats.org/presentationml/2006/ole">
            <mc:AlternateContent xmlns:mc="http://schemas.openxmlformats.org/markup-compatibility/2006">
              <mc:Choice xmlns:v="urn:schemas-microsoft-com:vml" Requires="v">
                <p:oleObj name="Worksheet" r:id="rId2" imgW="4772018" imgH="238061" progId="Excel.Sheet.8">
                  <p:embed/>
                </p:oleObj>
              </mc:Choice>
              <mc:Fallback>
                <p:oleObj name="Worksheet" r:id="rId2" imgW="4772018" imgH="238061" progId="Excel.Sheet.8">
                  <p:embed/>
                  <p:pic>
                    <p:nvPicPr>
                      <p:cNvPr id="4" name="Object 2"/>
                      <p:cNvPicPr>
                        <a:picLocks noChangeAspect="1" noChangeArrowheads="1"/>
                      </p:cNvPicPr>
                      <p:nvPr/>
                    </p:nvPicPr>
                    <p:blipFill>
                      <a:blip r:embed="rId3"/>
                      <a:srcRect/>
                      <a:stretch>
                        <a:fillRect/>
                      </a:stretch>
                    </p:blipFill>
                    <p:spPr bwMode="auto">
                      <a:xfrm>
                        <a:off x="428625" y="6403975"/>
                        <a:ext cx="9466263" cy="319088"/>
                      </a:xfrm>
                      <a:prstGeom prst="rect">
                        <a:avLst/>
                      </a:prstGeom>
                      <a:noFill/>
                      <a:ln>
                        <a:noFill/>
                      </a:ln>
                      <a:effectLst/>
                    </p:spPr>
                  </p:pic>
                </p:oleObj>
              </mc:Fallback>
            </mc:AlternateContent>
          </a:graphicData>
        </a:graphic>
      </p:graphicFrame>
      <p:graphicFrame>
        <p:nvGraphicFramePr>
          <p:cNvPr id="5" name="Table 4"/>
          <p:cNvGraphicFramePr>
            <a:graphicFrameLocks noGrp="1"/>
          </p:cNvGraphicFramePr>
          <p:nvPr/>
        </p:nvGraphicFramePr>
        <p:xfrm>
          <a:off x="838200" y="1662369"/>
          <a:ext cx="8836742" cy="4628958"/>
        </p:xfrm>
        <a:graphic>
          <a:graphicData uri="http://schemas.openxmlformats.org/drawingml/2006/table">
            <a:tbl>
              <a:tblPr firstRow="1" bandRow="1">
                <a:tableStyleId>{10A1B5D5-9B99-4C35-A422-299274C87663}</a:tableStyleId>
              </a:tblPr>
              <a:tblGrid>
                <a:gridCol w="663519">
                  <a:extLst>
                    <a:ext uri="{9D8B030D-6E8A-4147-A177-3AD203B41FA5}">
                      <a16:colId xmlns:a16="http://schemas.microsoft.com/office/drawing/2014/main" val="4151893868"/>
                    </a:ext>
                  </a:extLst>
                </a:gridCol>
                <a:gridCol w="1237941">
                  <a:extLst>
                    <a:ext uri="{9D8B030D-6E8A-4147-A177-3AD203B41FA5}">
                      <a16:colId xmlns:a16="http://schemas.microsoft.com/office/drawing/2014/main" val="2331074717"/>
                    </a:ext>
                  </a:extLst>
                </a:gridCol>
                <a:gridCol w="1941317">
                  <a:extLst>
                    <a:ext uri="{9D8B030D-6E8A-4147-A177-3AD203B41FA5}">
                      <a16:colId xmlns:a16="http://schemas.microsoft.com/office/drawing/2014/main" val="3641374271"/>
                    </a:ext>
                  </a:extLst>
                </a:gridCol>
                <a:gridCol w="1350481">
                  <a:extLst>
                    <a:ext uri="{9D8B030D-6E8A-4147-A177-3AD203B41FA5}">
                      <a16:colId xmlns:a16="http://schemas.microsoft.com/office/drawing/2014/main" val="3905258309"/>
                    </a:ext>
                  </a:extLst>
                </a:gridCol>
                <a:gridCol w="2447746">
                  <a:extLst>
                    <a:ext uri="{9D8B030D-6E8A-4147-A177-3AD203B41FA5}">
                      <a16:colId xmlns:a16="http://schemas.microsoft.com/office/drawing/2014/main" val="1282154045"/>
                    </a:ext>
                  </a:extLst>
                </a:gridCol>
                <a:gridCol w="1195738">
                  <a:extLst>
                    <a:ext uri="{9D8B030D-6E8A-4147-A177-3AD203B41FA5}">
                      <a16:colId xmlns:a16="http://schemas.microsoft.com/office/drawing/2014/main" val="3683188331"/>
                    </a:ext>
                  </a:extLst>
                </a:gridCol>
              </a:tblGrid>
              <a:tr h="361758">
                <a:tc>
                  <a:txBody>
                    <a:bodyPr/>
                    <a:lstStyle/>
                    <a:p>
                      <a:pPr marL="0" algn="ctr" defTabSz="914400" rtl="0" eaLnBrk="1" latinLnBrk="0" hangingPunct="1"/>
                      <a:r>
                        <a:rPr lang="tr-TR" sz="14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4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Age</a:t>
                      </a:r>
                      <a:endParaRPr lang="en-US" sz="14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Body Mass</a:t>
                      </a:r>
                      <a:r>
                        <a:rPr lang="tr-TR" sz="1400" u="none" strike="noStrike" kern="1200" baseline="0" dirty="0">
                          <a:latin typeface="Arial" panose="020B0604020202020204" pitchFamily="34" charset="0"/>
                          <a:cs typeface="Arial" panose="020B0604020202020204" pitchFamily="34" charset="0"/>
                        </a:rPr>
                        <a:t> Index</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Gender</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Intensity of Symptoms</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Disease</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277855">
                <a:tc>
                  <a:txBody>
                    <a:bodyPr/>
                    <a:lstStyle/>
                    <a:p>
                      <a:pPr algn="ctr"/>
                      <a:r>
                        <a:rPr lang="tr-TR" sz="1400" noProof="0" dirty="0">
                          <a:latin typeface="Arial" panose="020B0604020202020204" pitchFamily="34" charset="0"/>
                          <a:cs typeface="Arial" panose="020B0604020202020204" pitchFamily="34" charset="0"/>
                        </a:rPr>
                        <a:t>14</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Tree>
    <p:extLst>
      <p:ext uri="{BB962C8B-B14F-4D97-AF65-F5344CB8AC3E}">
        <p14:creationId xmlns:p14="http://schemas.microsoft.com/office/powerpoint/2010/main" val="36087137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flipH="1">
            <a:off x="8232151" y="3810317"/>
            <a:ext cx="852900" cy="1080818"/>
          </a:xfrm>
          <a:prstGeom prst="rightBrace">
            <a:avLst>
              <a:gd name="adj1" fmla="val 8333"/>
              <a:gd name="adj2" fmla="val 46538"/>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p:cNvCxnSpPr/>
          <p:nvPr/>
        </p:nvCxnSpPr>
        <p:spPr>
          <a:xfrm flipH="1">
            <a:off x="3259394" y="4416836"/>
            <a:ext cx="235976" cy="5404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mc:AlternateContent xmlns:mc="http://schemas.openxmlformats.org/markup-compatibility/2006" xmlns:a14="http://schemas.microsoft.com/office/drawing/2010/main">
        <mc:Choice Requires="a14">
          <p:sp>
            <p:nvSpPr>
              <p:cNvPr id="12" name="TextBox 11"/>
              <p:cNvSpPr txBox="1"/>
              <p:nvPr/>
            </p:nvSpPr>
            <p:spPr>
              <a:xfrm>
                <a:off x="838200" y="5129423"/>
                <a:ext cx="4262284" cy="757130"/>
              </a:xfrm>
              <a:prstGeom prst="rect">
                <a:avLst/>
              </a:prstGeom>
              <a:noFill/>
              <a:ln>
                <a:solidFill>
                  <a:srgbClr val="C00000"/>
                </a:solidFill>
              </a:ln>
            </p:spPr>
            <p:txBody>
              <a:bodyPr wrap="square" rtlCol="0">
                <a:spAutoFit/>
              </a:bodyPr>
              <a:lstStyle/>
              <a:p>
                <a:pPr>
                  <a:lnSpc>
                    <a:spcPct val="120000"/>
                  </a:lnSpc>
                  <a:spcBef>
                    <a:spcPts val="600"/>
                  </a:spcBef>
                </a:pPr>
                <a14:m>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oMath>
                </a14:m>
                <a:r>
                  <a:rPr lang="tr-TR" b="0" i="1" dirty="0">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𝐻𝑒𝑎𝑙𝑡h𝑦</m:t>
                        </m:r>
                      </m:e>
                    </m:d>
                    <m:r>
                      <a:rPr lang="tr-TR" i="1">
                        <a:latin typeface="Cambria Math" panose="02040503050406030204" pitchFamily="18" charset="0"/>
                        <a:ea typeface="Cambria Math" panose="02040503050406030204" pitchFamily="18" charset="0"/>
                        <a:cs typeface="Arial" panose="020B0604020202020204" pitchFamily="34" charset="0"/>
                      </a:rPr>
                      <m:t>=?</m:t>
                    </m:r>
                  </m:oMath>
                </a14:m>
                <a:endParaRPr lang="tr-TR"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838200" y="5129423"/>
                <a:ext cx="4262284" cy="757130"/>
              </a:xfrm>
              <a:prstGeom prst="rect">
                <a:avLst/>
              </a:prstGeom>
              <a:blipFill>
                <a:blip r:embed="rId5"/>
                <a:stretch>
                  <a:fillRect b="-2362"/>
                </a:stretch>
              </a:blipFill>
              <a:ln>
                <a:solidFill>
                  <a:srgbClr val="C00000"/>
                </a:solidFill>
              </a:ln>
            </p:spPr>
            <p:txBody>
              <a:bodyPr/>
              <a:lstStyle/>
              <a:p>
                <a:r>
                  <a:rPr lang="en-US">
                    <a:noFill/>
                  </a:rPr>
                  <a:t> </a:t>
                </a:r>
              </a:p>
            </p:txBody>
          </p:sp>
        </mc:Fallback>
      </mc:AlternateContent>
      <p:cxnSp>
        <p:nvCxnSpPr>
          <p:cNvPr id="17" name="Straight Arrow Connector 16"/>
          <p:cNvCxnSpPr/>
          <p:nvPr/>
        </p:nvCxnSpPr>
        <p:spPr>
          <a:xfrm>
            <a:off x="4967749" y="4326198"/>
            <a:ext cx="3055374" cy="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85051" y="3774030"/>
                <a:ext cx="1952842" cy="11533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tr-TR"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en-US" dirty="0">
                  <a:solidFill>
                    <a:srgbClr val="0070C0"/>
                  </a:solidFill>
                  <a:latin typeface="Cambria Math" panose="02040503050406030204" pitchFamily="18" charset="0"/>
                  <a:ea typeface="Cambria Math"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9085051" y="3774030"/>
                <a:ext cx="1952842" cy="11533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032159" y="5119449"/>
                <a:ext cx="5252883" cy="785728"/>
              </a:xfrm>
              <a:prstGeom prst="rect">
                <a:avLst/>
              </a:prstGeom>
              <a:noFill/>
              <a:ln>
                <a:solidFill>
                  <a:srgbClr val="C0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r>
                            <a:rPr lang="tr-TR" b="1" i="1">
                              <a:latin typeface="Cambria Math" panose="02040503050406030204" pitchFamily="18" charset="0"/>
                              <a:ea typeface="Cambria Math" panose="02040503050406030204" pitchFamily="18" charset="0"/>
                              <a:cs typeface="Arial" panose="020B0604020202020204" pitchFamily="34" charset="0"/>
                            </a:rPr>
                            <m:t>𝒅</m:t>
                          </m:r>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1</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2</m:t>
                              </m:r>
                            </m:sub>
                          </m:sSub>
                          <m:r>
                            <a:rPr lang="tr-TR" i="1">
                              <a:latin typeface="Cambria Math" panose="02040503050406030204" pitchFamily="18" charset="0"/>
                              <a:cs typeface="Arial" panose="020B0604020202020204" pitchFamily="34" charset="0"/>
                            </a:rPr>
                            <m:t>,…,</m:t>
                          </m:r>
                          <m:sSub>
                            <m:sSubPr>
                              <m:ctrlPr>
                                <a:rPr lang="tr-TR"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𝑎</m:t>
                              </m:r>
                            </m:e>
                            <m:sub>
                              <m:r>
                                <a:rPr lang="tr-TR" i="1">
                                  <a:latin typeface="Cambria Math" panose="02040503050406030204" pitchFamily="18" charset="0"/>
                                  <a:cs typeface="Arial" panose="020B0604020202020204" pitchFamily="34" charset="0"/>
                                </a:rPr>
                                <m:t>𝑛</m:t>
                              </m:r>
                            </m:sub>
                          </m:sSub>
                        </m:e>
                        <m:e>
                          <m:r>
                            <a:rPr lang="tr-TR" i="1">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nary>
                        <m:naryPr>
                          <m:chr m:val="∏"/>
                          <m:supHide m:val="on"/>
                          <m:ctrlPr>
                            <a:rPr lang="tr-TR" i="1" smtClean="0">
                              <a:solidFill>
                                <a:srgbClr val="7030A0"/>
                              </a:solidFill>
                              <a:latin typeface="Cambria Math" panose="02040503050406030204" pitchFamily="18" charset="0"/>
                              <a:ea typeface="Cambria Math" panose="02040503050406030204" pitchFamily="18" charset="0"/>
                              <a:cs typeface="Arial" panose="020B0604020202020204" pitchFamily="34" charset="0"/>
                            </a:rPr>
                          </m:ctrlPr>
                        </m:naryPr>
                        <m:sub>
                          <m:r>
                            <m:rPr>
                              <m:brk m:alnAt="7"/>
                            </m:rP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𝑖</m:t>
                          </m:r>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=1,…,</m:t>
                          </m:r>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𝑛</m:t>
                          </m:r>
                        </m:sub>
                        <m:sup/>
                        <m:e>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sSubPr>
                                <m:e>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𝑎</m:t>
                                  </m:r>
                                </m:e>
                                <m:sub>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𝑖</m:t>
                                  </m:r>
                                </m:sub>
                              </m:sSub>
                            </m:e>
                            <m:e>
                              <m:r>
                                <a:rPr lang="tr-TR" i="1">
                                  <a:solidFill>
                                    <a:srgbClr val="7030A0"/>
                                  </a:solidFill>
                                  <a:latin typeface="Cambria Math" panose="02040503050406030204" pitchFamily="18" charset="0"/>
                                  <a:ea typeface="Cambria Math" panose="02040503050406030204" pitchFamily="18" charset="0"/>
                                  <a:cs typeface="Arial" panose="020B0604020202020204" pitchFamily="34" charset="0"/>
                                </a:rPr>
                                <m:t>h</m:t>
                              </m:r>
                            </m:e>
                          </m:d>
                        </m:e>
                      </m:nary>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6032159" y="5119449"/>
                <a:ext cx="5252883" cy="785728"/>
              </a:xfrm>
              <a:prstGeom prst="rect">
                <a:avLst/>
              </a:prstGeom>
              <a:blipFill>
                <a:blip r:embed="rId7"/>
                <a:stretch>
                  <a:fillRect/>
                </a:stretch>
              </a:blipFill>
              <a:ln>
                <a:solidFill>
                  <a:srgbClr val="C00000"/>
                </a:solidFill>
              </a:ln>
            </p:spPr>
            <p:txBody>
              <a:bodyPr/>
              <a:lstStyle/>
              <a:p>
                <a:r>
                  <a:rPr lang="en-US">
                    <a:noFill/>
                  </a:rPr>
                  <a:t> </a:t>
                </a:r>
              </a:p>
            </p:txBody>
          </p:sp>
        </mc:Fallback>
      </mc:AlternateContent>
      <p:sp>
        <p:nvSpPr>
          <p:cNvPr id="28" name="Right Arrow 27"/>
          <p:cNvSpPr/>
          <p:nvPr/>
        </p:nvSpPr>
        <p:spPr>
          <a:xfrm>
            <a:off x="5349983" y="5377813"/>
            <a:ext cx="501434" cy="2603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Explosion 1 35"/>
          <p:cNvSpPr/>
          <p:nvPr/>
        </p:nvSpPr>
        <p:spPr>
          <a:xfrm>
            <a:off x="6483213" y="5948623"/>
            <a:ext cx="4350773" cy="846354"/>
          </a:xfrm>
          <a:prstGeom prst="irregularSeal1">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dirty="0">
                <a:solidFill>
                  <a:srgbClr val="7030A0"/>
                </a:solidFill>
                <a:latin typeface="Arial" panose="020B0604020202020204" pitchFamily="34" charset="0"/>
                <a:cs typeface="Arial" panose="020B0604020202020204" pitchFamily="34" charset="0"/>
              </a:rPr>
              <a:t>Naϊvety Assumption</a:t>
            </a:r>
            <a:r>
              <a:rPr lang="tr-TR" i="1" dirty="0">
                <a:solidFill>
                  <a:srgbClr val="7030A0"/>
                </a:solidFill>
                <a:latin typeface="Arial" panose="020B0604020202020204" pitchFamily="34" charset="0"/>
                <a:cs typeface="Arial" panose="020B0604020202020204" pitchFamily="34" charset="0"/>
              </a:rPr>
              <a:t>!</a:t>
            </a:r>
            <a:endParaRPr lang="en-US" dirty="0">
              <a:solidFill>
                <a:srgbClr val="7030A0"/>
              </a:solidFill>
            </a:endParaRPr>
          </a:p>
        </p:txBody>
      </p:sp>
      <mc:AlternateContent xmlns:mc="http://schemas.openxmlformats.org/markup-compatibility/2006" xmlns:a14="http://schemas.microsoft.com/office/drawing/2010/main">
        <mc:Choice Requires="a14">
          <p:sp>
            <p:nvSpPr>
              <p:cNvPr id="37" name="TextBox 36"/>
              <p:cNvSpPr txBox="1"/>
              <p:nvPr/>
            </p:nvSpPr>
            <p:spPr>
              <a:xfrm>
                <a:off x="813619" y="4074526"/>
                <a:ext cx="4249700" cy="5033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813619" y="4074526"/>
                <a:ext cx="4249700" cy="503343"/>
              </a:xfrm>
              <a:prstGeom prst="rect">
                <a:avLst/>
              </a:prstGeom>
              <a:blipFill>
                <a:blip r:embed="rId8"/>
                <a:stretch>
                  <a:fillRect b="-2410"/>
                </a:stretch>
              </a:blipFill>
            </p:spPr>
            <p:txBody>
              <a:bodyPr/>
              <a:lstStyle/>
              <a:p>
                <a:r>
                  <a:rPr lang="en-US">
                    <a:noFill/>
                  </a:rPr>
                  <a:t> </a:t>
                </a:r>
              </a:p>
            </p:txBody>
          </p:sp>
        </mc:Fallback>
      </mc:AlternateContent>
    </p:spTree>
    <p:extLst>
      <p:ext uri="{BB962C8B-B14F-4D97-AF65-F5344CB8AC3E}">
        <p14:creationId xmlns:p14="http://schemas.microsoft.com/office/powerpoint/2010/main" val="42398543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flipH="1">
            <a:off x="8232151" y="3810317"/>
            <a:ext cx="852900" cy="1080818"/>
          </a:xfrm>
          <a:prstGeom prst="rightBrace">
            <a:avLst>
              <a:gd name="adj1" fmla="val 8333"/>
              <a:gd name="adj2" fmla="val 46538"/>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p:cNvCxnSpPr/>
          <p:nvPr/>
        </p:nvCxnSpPr>
        <p:spPr>
          <a:xfrm flipH="1">
            <a:off x="3259394" y="4416836"/>
            <a:ext cx="235976" cy="5404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p:cxnSp>
        <p:nvCxnSpPr>
          <p:cNvPr id="17" name="Straight Arrow Connector 16"/>
          <p:cNvCxnSpPr>
            <a:stCxn id="13" idx="3"/>
          </p:cNvCxnSpPr>
          <p:nvPr/>
        </p:nvCxnSpPr>
        <p:spPr>
          <a:xfrm>
            <a:off x="4967749" y="4326198"/>
            <a:ext cx="3055374" cy="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85051" y="3774030"/>
                <a:ext cx="1952842" cy="11533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tr-TR"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en-US" dirty="0">
                  <a:solidFill>
                    <a:srgbClr val="0070C0"/>
                  </a:solidFill>
                  <a:latin typeface="Cambria Math" panose="02040503050406030204" pitchFamily="18" charset="0"/>
                  <a:ea typeface="Cambria Math"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9085051" y="3774030"/>
                <a:ext cx="1952842" cy="1153393"/>
              </a:xfrm>
              <a:prstGeom prst="rect">
                <a:avLst/>
              </a:prstGeom>
              <a:blipFill>
                <a:blip r:embed="rId5"/>
                <a:stretch>
                  <a:fillRect/>
                </a:stretch>
              </a:blipFill>
            </p:spPr>
            <p:txBody>
              <a:bodyPr/>
              <a:lstStyle/>
              <a:p>
                <a:r>
                  <a:rPr lang="en-US">
                    <a:noFill/>
                  </a:rPr>
                  <a:t> </a:t>
                </a:r>
              </a:p>
            </p:txBody>
          </p:sp>
        </mc:Fallback>
      </mc:AlternateContent>
      <p:grpSp>
        <p:nvGrpSpPr>
          <p:cNvPr id="3" name="Group 2"/>
          <p:cNvGrpSpPr/>
          <p:nvPr/>
        </p:nvGrpSpPr>
        <p:grpSpPr>
          <a:xfrm>
            <a:off x="651202" y="5954291"/>
            <a:ext cx="8548198" cy="634209"/>
            <a:chOff x="1424498" y="5717577"/>
            <a:chExt cx="8548198" cy="634209"/>
          </a:xfrm>
        </p:grpSpPr>
        <mc:AlternateContent xmlns:mc="http://schemas.openxmlformats.org/markup-compatibility/2006" xmlns:a14="http://schemas.microsoft.com/office/drawing/2010/main">
          <mc:Choice Requires="a14">
            <p:sp>
              <p:nvSpPr>
                <p:cNvPr id="20" name="Rectangle 19"/>
                <p:cNvSpPr/>
                <p:nvPr/>
              </p:nvSpPr>
              <p:spPr>
                <a:xfrm>
                  <a:off x="3707944" y="5723258"/>
                  <a:ext cx="2034468"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9</m:t>
                            </m:r>
                          </m:den>
                        </m:f>
                      </m:oMath>
                    </m:oMathPara>
                  </a14:m>
                  <a:endParaRPr lang="en-US" dirty="0">
                    <a:solidFill>
                      <a:schemeClr val="tx1"/>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3707944" y="5723258"/>
                  <a:ext cx="2034468"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5739677" y="5719373"/>
                  <a:ext cx="2042482"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9</m:t>
                            </m:r>
                          </m:den>
                        </m:f>
                      </m:oMath>
                    </m:oMathPara>
                  </a14:m>
                  <a:endParaRPr lang="en-US" dirty="0">
                    <a:solidFill>
                      <a:schemeClr val="tx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5739677" y="5719373"/>
                  <a:ext cx="2042482" cy="6127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8023123" y="5717577"/>
                  <a:ext cx="1949573"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9</m:t>
                            </m:r>
                          </m:den>
                        </m:f>
                      </m:oMath>
                    </m:oMathPara>
                  </a14:m>
                  <a:endParaRPr lang="en-US" dirty="0">
                    <a:solidFill>
                      <a:schemeClr val="tx1"/>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8023123" y="5717577"/>
                  <a:ext cx="1949573" cy="6127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424498" y="5740850"/>
                  <a:ext cx="2283446"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2</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9</m:t>
                            </m:r>
                          </m:den>
                        </m:f>
                      </m:oMath>
                    </m:oMathPara>
                  </a14:m>
                  <a:endParaRPr lang="en-US"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424498" y="5740850"/>
                  <a:ext cx="2283446" cy="610936"/>
                </a:xfrm>
                <a:prstGeom prst="rect">
                  <a:avLst/>
                </a:prstGeom>
                <a:blipFill>
                  <a:blip r:embed="rId9"/>
                  <a:stretch>
                    <a:fillRect/>
                  </a:stretch>
                </a:blipFill>
              </p:spPr>
              <p:txBody>
                <a:bodyPr/>
                <a:lstStyle/>
                <a:p>
                  <a:r>
                    <a:rPr lang="en-US">
                      <a:noFill/>
                    </a:rPr>
                    <a:t> </a:t>
                  </a:r>
                </a:p>
              </p:txBody>
            </p:sp>
          </mc:Fallback>
        </mc:AlternateContent>
      </p:grpSp>
      <p:cxnSp>
        <p:nvCxnSpPr>
          <p:cNvPr id="6" name="Straight Arrow Connector 5"/>
          <p:cNvCxnSpPr/>
          <p:nvPr/>
        </p:nvCxnSpPr>
        <p:spPr>
          <a:xfrm flipH="1">
            <a:off x="2890685" y="5490083"/>
            <a:ext cx="2319395" cy="61562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4949774" y="5452147"/>
            <a:ext cx="1834484" cy="52541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6930849" y="5474287"/>
            <a:ext cx="1092274" cy="50327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9080691" y="5490083"/>
            <a:ext cx="584278" cy="46988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813619" y="4074526"/>
                <a:ext cx="4249700" cy="5033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813619" y="4074526"/>
                <a:ext cx="4249700" cy="503343"/>
              </a:xfrm>
              <a:prstGeom prst="rect">
                <a:avLst/>
              </a:prstGeom>
              <a:blipFill>
                <a:blip r:embed="rId10"/>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38199" y="5129423"/>
                <a:ext cx="9647903" cy="424732"/>
              </a:xfrm>
              <a:prstGeom prst="rect">
                <a:avLst/>
              </a:prstGeom>
              <a:noFill/>
              <a:ln>
                <a:solidFill>
                  <a:srgbClr val="C00000"/>
                </a:solidFill>
              </a:ln>
            </p:spPr>
            <p:txBody>
              <a:bodyPr wrap="square" rtlCol="0">
                <a:spAutoFit/>
              </a:bodyPr>
              <a:lstStyle/>
              <a:p>
                <a:pPr>
                  <a:lnSpc>
                    <a:spcPct val="120000"/>
                  </a:lnSpc>
                  <a:spcBef>
                    <a:spcPts val="600"/>
                  </a:spcBef>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oMath>
                  </m:oMathPara>
                </a14:m>
                <a:endParaRPr lang="tr-TR"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838199" y="5129423"/>
                <a:ext cx="9647903" cy="424732"/>
              </a:xfrm>
              <a:prstGeom prst="rect">
                <a:avLst/>
              </a:prstGeom>
              <a:blipFill>
                <a:blip r:embed="rId11"/>
                <a:stretch>
                  <a:fillRect b="-4167"/>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1340466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flipH="1">
            <a:off x="8232151" y="3810317"/>
            <a:ext cx="852900" cy="1080818"/>
          </a:xfrm>
          <a:prstGeom prst="rightBrace">
            <a:avLst>
              <a:gd name="adj1" fmla="val 8333"/>
              <a:gd name="adj2" fmla="val 46538"/>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p:cNvCxnSpPr/>
          <p:nvPr/>
        </p:nvCxnSpPr>
        <p:spPr>
          <a:xfrm flipH="1">
            <a:off x="3259394" y="4416836"/>
            <a:ext cx="235976" cy="5404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mc:AlternateContent xmlns:mc="http://schemas.openxmlformats.org/markup-compatibility/2006" xmlns:a14="http://schemas.microsoft.com/office/drawing/2010/main">
        <mc:Choice Requires="a14">
          <p:sp>
            <p:nvSpPr>
              <p:cNvPr id="13" name="TextBox 12"/>
              <p:cNvSpPr txBox="1"/>
              <p:nvPr/>
            </p:nvSpPr>
            <p:spPr>
              <a:xfrm>
                <a:off x="813619" y="4074526"/>
                <a:ext cx="4249700" cy="5033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813619" y="4074526"/>
                <a:ext cx="4249700" cy="503343"/>
              </a:xfrm>
              <a:prstGeom prst="rect">
                <a:avLst/>
              </a:prstGeom>
              <a:blipFill>
                <a:blip r:embed="rId7"/>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38199" y="5129423"/>
                <a:ext cx="9647903" cy="424732"/>
              </a:xfrm>
              <a:prstGeom prst="rect">
                <a:avLst/>
              </a:prstGeom>
              <a:noFill/>
              <a:ln>
                <a:solidFill>
                  <a:srgbClr val="C00000"/>
                </a:solidFill>
              </a:ln>
            </p:spPr>
            <p:txBody>
              <a:bodyPr wrap="square" rtlCol="0">
                <a:spAutoFit/>
              </a:bodyPr>
              <a:lstStyle/>
              <a:p>
                <a:pPr>
                  <a:lnSpc>
                    <a:spcPct val="120000"/>
                  </a:lnSpc>
                  <a:spcBef>
                    <a:spcPts val="600"/>
                  </a:spcBef>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oMath>
                  </m:oMathPara>
                </a14:m>
                <a:endParaRPr lang="tr-TR"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838199" y="5129423"/>
                <a:ext cx="9647903" cy="424732"/>
              </a:xfrm>
              <a:prstGeom prst="rect">
                <a:avLst/>
              </a:prstGeom>
              <a:blipFill>
                <a:blip r:embed="rId8"/>
                <a:stretch>
                  <a:fillRect b="-4167"/>
                </a:stretch>
              </a:blipFill>
              <a:ln>
                <a:solidFill>
                  <a:srgbClr val="C00000"/>
                </a:solidFill>
              </a:ln>
            </p:spPr>
            <p:txBody>
              <a:bodyPr/>
              <a:lstStyle/>
              <a:p>
                <a:r>
                  <a:rPr lang="en-US">
                    <a:noFill/>
                  </a:rPr>
                  <a:t> </a:t>
                </a:r>
              </a:p>
            </p:txBody>
          </p:sp>
        </mc:Fallback>
      </mc:AlternateContent>
      <p:cxnSp>
        <p:nvCxnSpPr>
          <p:cNvPr id="17" name="Straight Arrow Connector 16"/>
          <p:cNvCxnSpPr>
            <a:stCxn id="13" idx="3"/>
          </p:cNvCxnSpPr>
          <p:nvPr/>
        </p:nvCxnSpPr>
        <p:spPr>
          <a:xfrm>
            <a:off x="4967749" y="4326198"/>
            <a:ext cx="3055374" cy="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85051" y="3774030"/>
                <a:ext cx="1952842" cy="11533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tr-TR"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en-US" dirty="0">
                  <a:solidFill>
                    <a:srgbClr val="0070C0"/>
                  </a:solidFill>
                  <a:latin typeface="Cambria Math" panose="02040503050406030204" pitchFamily="18" charset="0"/>
                  <a:ea typeface="Cambria Math"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9085051" y="3774030"/>
                <a:ext cx="1952842" cy="115339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838199" y="5903003"/>
                <a:ext cx="7429983"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b="0" i="1" dirty="0"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2</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r>
                        <a:rPr lang="tr-TR"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=0.00530</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838199" y="5903003"/>
                <a:ext cx="7429983" cy="61273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832915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flipH="1">
            <a:off x="8232151" y="3810317"/>
            <a:ext cx="852900" cy="1080818"/>
          </a:xfrm>
          <a:prstGeom prst="rightBrace">
            <a:avLst>
              <a:gd name="adj1" fmla="val 8333"/>
              <a:gd name="adj2" fmla="val 46538"/>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p:cNvCxnSpPr/>
          <p:nvPr/>
        </p:nvCxnSpPr>
        <p:spPr>
          <a:xfrm flipH="1">
            <a:off x="3259394" y="4416836"/>
            <a:ext cx="235976" cy="5404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p:cxnSp>
        <p:nvCxnSpPr>
          <p:cNvPr id="17" name="Straight Arrow Connector 16"/>
          <p:cNvCxnSpPr>
            <a:stCxn id="13" idx="3"/>
          </p:cNvCxnSpPr>
          <p:nvPr/>
        </p:nvCxnSpPr>
        <p:spPr>
          <a:xfrm>
            <a:off x="4967749" y="4326198"/>
            <a:ext cx="3055374" cy="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85051" y="3774030"/>
                <a:ext cx="1952842" cy="11533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tr-TR"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en-US" dirty="0">
                  <a:solidFill>
                    <a:srgbClr val="0070C0"/>
                  </a:solidFill>
                  <a:latin typeface="Cambria Math" panose="02040503050406030204" pitchFamily="18" charset="0"/>
                  <a:ea typeface="Cambria Math"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9085051" y="3774030"/>
                <a:ext cx="1952842" cy="1153393"/>
              </a:xfrm>
              <a:prstGeom prst="rect">
                <a:avLst/>
              </a:prstGeom>
              <a:blipFill>
                <a:blip r:embed="rId5"/>
                <a:stretch>
                  <a:fillRect/>
                </a:stretch>
              </a:blipFill>
            </p:spPr>
            <p:txBody>
              <a:bodyPr/>
              <a:lstStyle/>
              <a:p>
                <a:r>
                  <a:rPr lang="en-US">
                    <a:noFill/>
                  </a:rPr>
                  <a:t> </a:t>
                </a:r>
              </a:p>
            </p:txBody>
          </p:sp>
        </mc:Fallback>
      </mc:AlternateContent>
      <p:grpSp>
        <p:nvGrpSpPr>
          <p:cNvPr id="3" name="Group 2"/>
          <p:cNvGrpSpPr/>
          <p:nvPr/>
        </p:nvGrpSpPr>
        <p:grpSpPr>
          <a:xfrm>
            <a:off x="651202" y="5954291"/>
            <a:ext cx="10544537" cy="634209"/>
            <a:chOff x="1424498" y="5717577"/>
            <a:chExt cx="8421955" cy="634209"/>
          </a:xfrm>
        </p:grpSpPr>
        <mc:AlternateContent xmlns:mc="http://schemas.openxmlformats.org/markup-compatibility/2006" xmlns:a14="http://schemas.microsoft.com/office/drawing/2010/main">
          <mc:Choice Requires="a14">
            <p:sp>
              <p:nvSpPr>
                <p:cNvPr id="20" name="Rectangle 19"/>
                <p:cNvSpPr/>
                <p:nvPr/>
              </p:nvSpPr>
              <p:spPr>
                <a:xfrm>
                  <a:off x="3640675" y="5722044"/>
                  <a:ext cx="1954714"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1</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5</m:t>
                            </m:r>
                          </m:den>
                        </m:f>
                      </m:oMath>
                    </m:oMathPara>
                  </a14:m>
                  <a:endParaRPr lang="en-US" dirty="0">
                    <a:solidFill>
                      <a:schemeClr val="tx1"/>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3640675" y="5722044"/>
                  <a:ext cx="1954714" cy="61093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5796691" y="5717577"/>
                  <a:ext cx="2007899" cy="6117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4</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5</m:t>
                            </m:r>
                          </m:den>
                        </m:f>
                      </m:oMath>
                    </m:oMathPara>
                  </a14:m>
                  <a:endParaRPr lang="en-US" dirty="0">
                    <a:solidFill>
                      <a:schemeClr val="tx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5796691" y="5717577"/>
                  <a:ext cx="2007899" cy="61170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7956696" y="5717577"/>
                  <a:ext cx="1889757"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5</m:t>
                            </m:r>
                          </m:den>
                        </m:f>
                      </m:oMath>
                    </m:oMathPara>
                  </a14:m>
                  <a:endParaRPr lang="en-US" dirty="0">
                    <a:solidFill>
                      <a:schemeClr val="tx1"/>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7956696" y="5717577"/>
                  <a:ext cx="1889757" cy="61093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424498" y="5740850"/>
                  <a:ext cx="2050133"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5</m:t>
                            </m:r>
                          </m:den>
                        </m:f>
                      </m:oMath>
                    </m:oMathPara>
                  </a14:m>
                  <a:endParaRPr lang="en-US"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424498" y="5740850"/>
                  <a:ext cx="2050133" cy="610936"/>
                </a:xfrm>
                <a:prstGeom prst="rect">
                  <a:avLst/>
                </a:prstGeom>
                <a:blipFill>
                  <a:blip r:embed="rId9"/>
                  <a:stretch>
                    <a:fillRect/>
                  </a:stretch>
                </a:blipFill>
              </p:spPr>
              <p:txBody>
                <a:bodyPr/>
                <a:lstStyle/>
                <a:p>
                  <a:r>
                    <a:rPr lang="en-US">
                      <a:noFill/>
                    </a:rPr>
                    <a:t> </a:t>
                  </a:r>
                </a:p>
              </p:txBody>
            </p:sp>
          </mc:Fallback>
        </mc:AlternateContent>
      </p:grpSp>
      <p:cxnSp>
        <p:nvCxnSpPr>
          <p:cNvPr id="6" name="Straight Arrow Connector 5"/>
          <p:cNvCxnSpPr/>
          <p:nvPr/>
        </p:nvCxnSpPr>
        <p:spPr>
          <a:xfrm flipH="1">
            <a:off x="1978505" y="5490083"/>
            <a:ext cx="3231576" cy="56704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4807610" y="5525425"/>
            <a:ext cx="2574682" cy="45213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21" idx="0"/>
          </p:cNvCxnSpPr>
          <p:nvPr/>
        </p:nvCxnSpPr>
        <p:spPr>
          <a:xfrm flipH="1">
            <a:off x="7382292" y="5490083"/>
            <a:ext cx="1702759" cy="464208"/>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10241036" y="5587243"/>
            <a:ext cx="584278" cy="46988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651201" y="5130511"/>
                <a:ext cx="11386123" cy="424732"/>
              </a:xfrm>
              <a:prstGeom prst="rect">
                <a:avLst/>
              </a:prstGeom>
              <a:noFill/>
              <a:ln>
                <a:solidFill>
                  <a:srgbClr val="C00000"/>
                </a:solidFill>
              </a:ln>
            </p:spPr>
            <p:txBody>
              <a:bodyPr wrap="square" rtlCol="0">
                <a:spAutoFit/>
              </a:bodyPr>
              <a:lstStyle/>
              <a:p>
                <a:pPr>
                  <a:lnSpc>
                    <a:spcPct val="120000"/>
                  </a:lnSpc>
                  <a:spcBef>
                    <a:spcPts val="600"/>
                  </a:spcBef>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oMath>
                  </m:oMathPara>
                </a14:m>
                <a:endParaRPr lang="tr-TR"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51201" y="5130511"/>
                <a:ext cx="11386123" cy="424732"/>
              </a:xfrm>
              <a:prstGeom prst="rect">
                <a:avLst/>
              </a:prstGeom>
              <a:blipFill>
                <a:blip r:embed="rId10"/>
                <a:stretch>
                  <a:fillRect b="-5634"/>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813619" y="4074526"/>
                <a:ext cx="4249700" cy="5033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13619" y="4074526"/>
                <a:ext cx="4249700" cy="503343"/>
              </a:xfrm>
              <a:prstGeom prst="rect">
                <a:avLst/>
              </a:prstGeom>
              <a:blipFill>
                <a:blip r:embed="rId11"/>
                <a:stretch>
                  <a:fillRect b="-2410"/>
                </a:stretch>
              </a:blipFill>
            </p:spPr>
            <p:txBody>
              <a:bodyPr/>
              <a:lstStyle/>
              <a:p>
                <a:r>
                  <a:rPr lang="en-US">
                    <a:noFill/>
                  </a:rPr>
                  <a:t> </a:t>
                </a:r>
              </a:p>
            </p:txBody>
          </p:sp>
        </mc:Fallback>
      </mc:AlternateContent>
    </p:spTree>
    <p:extLst>
      <p:ext uri="{BB962C8B-B14F-4D97-AF65-F5344CB8AC3E}">
        <p14:creationId xmlns:p14="http://schemas.microsoft.com/office/powerpoint/2010/main" val="12959456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ight Brace 7"/>
          <p:cNvSpPr/>
          <p:nvPr/>
        </p:nvSpPr>
        <p:spPr>
          <a:xfrm flipH="1">
            <a:off x="8232151" y="3810317"/>
            <a:ext cx="852900" cy="1080818"/>
          </a:xfrm>
          <a:prstGeom prst="rightBrace">
            <a:avLst>
              <a:gd name="adj1" fmla="val 8333"/>
              <a:gd name="adj2" fmla="val 46538"/>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p:cNvCxnSpPr/>
          <p:nvPr/>
        </p:nvCxnSpPr>
        <p:spPr>
          <a:xfrm flipH="1">
            <a:off x="3259394" y="4416836"/>
            <a:ext cx="235976" cy="5404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mc:AlternateContent xmlns:mc="http://schemas.openxmlformats.org/markup-compatibility/2006" xmlns:a14="http://schemas.microsoft.com/office/drawing/2010/main">
        <mc:Choice Requires="a14">
          <p:sp>
            <p:nvSpPr>
              <p:cNvPr id="12" name="TextBox 11"/>
              <p:cNvSpPr txBox="1"/>
              <p:nvPr/>
            </p:nvSpPr>
            <p:spPr>
              <a:xfrm>
                <a:off x="651201" y="5130511"/>
                <a:ext cx="11386123" cy="424732"/>
              </a:xfrm>
              <a:prstGeom prst="rect">
                <a:avLst/>
              </a:prstGeom>
              <a:noFill/>
              <a:ln>
                <a:solidFill>
                  <a:srgbClr val="C00000"/>
                </a:solidFill>
              </a:ln>
            </p:spPr>
            <p:txBody>
              <a:bodyPr wrap="square" rtlCol="0">
                <a:spAutoFit/>
              </a:bodyPr>
              <a:lstStyle/>
              <a:p>
                <a:pPr>
                  <a:lnSpc>
                    <a:spcPct val="120000"/>
                  </a:lnSpc>
                  <a:spcBef>
                    <a:spcPts val="600"/>
                  </a:spcBef>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b="0"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oMath>
                  </m:oMathPara>
                </a14:m>
                <a:endParaRPr lang="tr-TR" i="1" dirty="0">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651201" y="5130511"/>
                <a:ext cx="11386123" cy="424732"/>
              </a:xfrm>
              <a:prstGeom prst="rect">
                <a:avLst/>
              </a:prstGeom>
              <a:blipFill>
                <a:blip r:embed="rId5"/>
                <a:stretch>
                  <a:fillRect b="-5634"/>
                </a:stretch>
              </a:blipFill>
              <a:ln>
                <a:solidFill>
                  <a:srgbClr val="C00000"/>
                </a:solidFill>
              </a:ln>
            </p:spPr>
            <p:txBody>
              <a:bodyPr/>
              <a:lstStyle/>
              <a:p>
                <a:r>
                  <a:rPr lang="en-US">
                    <a:noFill/>
                  </a:rPr>
                  <a:t> </a:t>
                </a:r>
              </a:p>
            </p:txBody>
          </p:sp>
        </mc:Fallback>
      </mc:AlternateContent>
      <p:cxnSp>
        <p:nvCxnSpPr>
          <p:cNvPr id="17" name="Straight Arrow Connector 16"/>
          <p:cNvCxnSpPr>
            <a:stCxn id="13" idx="3"/>
          </p:cNvCxnSpPr>
          <p:nvPr/>
        </p:nvCxnSpPr>
        <p:spPr>
          <a:xfrm>
            <a:off x="4967749" y="4326198"/>
            <a:ext cx="3055374" cy="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85051" y="3774030"/>
                <a:ext cx="1952842" cy="11533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tr-TR"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 </m:t>
                          </m:r>
                        </m:e>
                      </m:d>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oMath>
                  </m:oMathPara>
                </a14:m>
                <a:endParaRPr lang="en-US" dirty="0">
                  <a:solidFill>
                    <a:srgbClr val="0070C0"/>
                  </a:solidFill>
                  <a:latin typeface="Cambria Math" panose="02040503050406030204" pitchFamily="18" charset="0"/>
                  <a:ea typeface="Cambria Math" panose="020405030504060302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9085051" y="3774030"/>
                <a:ext cx="1952842" cy="11533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838198" y="5903003"/>
                <a:ext cx="8910485" cy="61837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b="0" i="1" dirty="0"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b="0" i="1" smtClean="0">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b="0" i="1" smtClean="0">
                              <a:latin typeface="Cambria Math" panose="02040503050406030204" pitchFamily="18" charset="0"/>
                              <a:ea typeface="Cambria Math" panose="02040503050406030204" pitchFamily="18" charset="0"/>
                              <a:cs typeface="Arial" panose="020B0604020202020204" pitchFamily="34" charset="0"/>
                            </a:rPr>
                            <m:t>1</m:t>
                          </m:r>
                        </m:num>
                        <m:den>
                          <m:r>
                            <a:rPr lang="tr-TR" b="0" i="1" smtClean="0">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b="0" i="1" smtClean="0">
                              <a:latin typeface="Cambria Math" panose="02040503050406030204" pitchFamily="18" charset="0"/>
                              <a:ea typeface="Cambria Math" panose="02040503050406030204" pitchFamily="18" charset="0"/>
                              <a:cs typeface="Arial" panose="020B0604020202020204" pitchFamily="34" charset="0"/>
                            </a:rPr>
                            <m:t>4</m:t>
                          </m:r>
                        </m:num>
                        <m:den>
                          <m:r>
                            <a:rPr lang="tr-TR" b="0" i="1" smtClean="0">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b="0" i="1" smtClean="0">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r>
                        <a:rPr lang="tr-TR"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=0.00206</m:t>
                      </m:r>
                    </m:oMath>
                  </m:oMathPara>
                </a14:m>
                <a:endParaRPr lang="en-US" dirty="0"/>
              </a:p>
            </p:txBody>
          </p:sp>
        </mc:Choice>
        <mc:Fallback xmlns="">
          <p:sp>
            <p:nvSpPr>
              <p:cNvPr id="25" name="Rectangle 24"/>
              <p:cNvSpPr>
                <a:spLocks noRot="1" noChangeAspect="1" noMove="1" noResize="1" noEditPoints="1" noAdjustHandles="1" noChangeArrowheads="1" noChangeShapeType="1" noTextEdit="1"/>
              </p:cNvSpPr>
              <p:nvPr/>
            </p:nvSpPr>
            <p:spPr>
              <a:xfrm>
                <a:off x="838198" y="5903003"/>
                <a:ext cx="8910485" cy="61837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813619" y="4074526"/>
                <a:ext cx="4249700" cy="5033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813619" y="4074526"/>
                <a:ext cx="4249700" cy="503343"/>
              </a:xfrm>
              <a:prstGeom prst="rect">
                <a:avLst/>
              </a:prstGeom>
              <a:blipFill>
                <a:blip r:embed="rId8"/>
                <a:stretch>
                  <a:fillRect b="-2410"/>
                </a:stretch>
              </a:blipFill>
            </p:spPr>
            <p:txBody>
              <a:bodyPr/>
              <a:lstStyle/>
              <a:p>
                <a:r>
                  <a:rPr lang="en-US">
                    <a:noFill/>
                  </a:rPr>
                  <a:t> </a:t>
                </a:r>
              </a:p>
            </p:txBody>
          </p:sp>
        </mc:Fallback>
      </mc:AlternateContent>
    </p:spTree>
    <p:extLst>
      <p:ext uri="{BB962C8B-B14F-4D97-AF65-F5344CB8AC3E}">
        <p14:creationId xmlns:p14="http://schemas.microsoft.com/office/powerpoint/2010/main" val="34029703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813619" y="3596994"/>
          <a:ext cx="6248400" cy="268287"/>
        </p:xfrm>
        <a:graphic>
          <a:graphicData uri="http://schemas.openxmlformats.org/presentationml/2006/ole">
            <mc:AlternateContent xmlns:mc="http://schemas.openxmlformats.org/markup-compatibility/2006">
              <mc:Choice xmlns:v="urn:schemas-microsoft-com:vml" Requires="v">
                <p:oleObj name="Worksheet" r:id="rId2" imgW="3714846" imgH="199997" progId="Excel.Sheet.8">
                  <p:embed/>
                </p:oleObj>
              </mc:Choice>
              <mc:Fallback>
                <p:oleObj name="Worksheet" r:id="rId2" imgW="3714846" imgH="199997" progId="Excel.Sheet.8">
                  <p:embed/>
                  <p:pic>
                    <p:nvPicPr>
                      <p:cNvPr id="4" name="Object 2"/>
                      <p:cNvPicPr>
                        <a:picLocks noChangeAspect="1" noChangeArrowheads="1"/>
                      </p:cNvPicPr>
                      <p:nvPr/>
                    </p:nvPicPr>
                    <p:blipFill>
                      <a:blip r:embed="rId3"/>
                      <a:srcRect/>
                      <a:stretch>
                        <a:fillRect/>
                      </a:stretch>
                    </p:blipFill>
                    <p:spPr bwMode="auto">
                      <a:xfrm>
                        <a:off x="813619" y="3596994"/>
                        <a:ext cx="62484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Table 1"/>
          <p:cNvGraphicFramePr>
            <a:graphicFrameLocks noGrp="1"/>
          </p:cNvGraphicFramePr>
          <p:nvPr/>
        </p:nvGraphicFramePr>
        <p:xfrm>
          <a:off x="838200" y="1716741"/>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mc:AlternateContent xmlns:mc="http://schemas.openxmlformats.org/markup-compatibility/2006" xmlns:a14="http://schemas.microsoft.com/office/drawing/2010/main">
        <mc:Choice Requires="a14">
          <p:sp>
            <p:nvSpPr>
              <p:cNvPr id="13" name="TextBox 12"/>
              <p:cNvSpPr txBox="1"/>
              <p:nvPr/>
            </p:nvSpPr>
            <p:spPr>
              <a:xfrm>
                <a:off x="838199" y="4146812"/>
                <a:ext cx="9043220" cy="15497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tr-TR" i="1">
                              <a:latin typeface="Cambria Math" panose="02040503050406030204" pitchFamily="18" charset="0"/>
                              <a:cs typeface="Arial" panose="020B0604020202020204" pitchFamily="34" charset="0"/>
                            </a:rPr>
                            <m:t>h</m:t>
                          </m:r>
                        </m:e>
                        <m:sub>
                          <m:r>
                            <a:rPr lang="tr-TR" i="1">
                              <a:latin typeface="Cambria Math" panose="02040503050406030204" pitchFamily="18" charset="0"/>
                              <a:cs typeface="Arial" panose="020B0604020202020204" pitchFamily="34" charset="0"/>
                            </a:rPr>
                            <m:t>𝑀𝐴𝑃</m:t>
                          </m:r>
                        </m:sub>
                      </m:sSub>
                      <m:r>
                        <a:rPr lang="tr-TR" i="1">
                          <a:latin typeface="Cambria Math" panose="02040503050406030204" pitchFamily="18" charset="0"/>
                          <a:cs typeface="Arial" panose="020B0604020202020204" pitchFamily="34" charset="0"/>
                        </a:rPr>
                        <m:t>=</m:t>
                      </m:r>
                      <m:func>
                        <m:funcPr>
                          <m:ctrlPr>
                            <a:rPr lang="tr-TR" i="1">
                              <a:solidFill>
                                <a:srgbClr val="00B050"/>
                              </a:solidFill>
                              <a:latin typeface="Cambria Math" panose="02040503050406030204" pitchFamily="18" charset="0"/>
                              <a:cs typeface="Arial" panose="020B0604020202020204" pitchFamily="34" charset="0"/>
                            </a:rPr>
                          </m:ctrlPr>
                        </m:funcPr>
                        <m:fName>
                          <m:limLow>
                            <m:limLowPr>
                              <m:ctrlPr>
                                <a:rPr lang="tr-TR" i="1">
                                  <a:solidFill>
                                    <a:srgbClr val="00B050"/>
                                  </a:solidFill>
                                  <a:latin typeface="Cambria Math" panose="02040503050406030204" pitchFamily="18" charset="0"/>
                                  <a:cs typeface="Arial" panose="020B0604020202020204" pitchFamily="34" charset="0"/>
                                </a:rPr>
                              </m:ctrlPr>
                            </m:limLowPr>
                            <m:e>
                              <m:r>
                                <m:rPr>
                                  <m:sty m:val="p"/>
                                </m:rPr>
                                <a:rPr lang="tr-TR">
                                  <a:solidFill>
                                    <a:srgbClr val="00B050"/>
                                  </a:solidFill>
                                  <a:latin typeface="Cambria Math" panose="02040503050406030204" pitchFamily="18" charset="0"/>
                                  <a:cs typeface="Arial" panose="020B0604020202020204" pitchFamily="34" charset="0"/>
                                </a:rPr>
                                <m:t>arg</m:t>
                              </m:r>
                              <m:r>
                                <a:rPr lang="tr-TR">
                                  <a:solidFill>
                                    <a:srgbClr val="00B050"/>
                                  </a:solidFill>
                                  <a:latin typeface="Cambria Math" panose="02040503050406030204" pitchFamily="18" charset="0"/>
                                  <a:cs typeface="Arial" panose="020B0604020202020204" pitchFamily="34" charset="0"/>
                                </a:rPr>
                                <m:t> </m:t>
                              </m:r>
                              <m:r>
                                <m:rPr>
                                  <m:sty m:val="p"/>
                                </m:rPr>
                                <a:rPr lang="tr-TR">
                                  <a:solidFill>
                                    <a:srgbClr val="00B050"/>
                                  </a:solidFill>
                                  <a:latin typeface="Cambria Math" panose="02040503050406030204" pitchFamily="18" charset="0"/>
                                  <a:cs typeface="Arial" panose="020B0604020202020204" pitchFamily="34" charset="0"/>
                                </a:rPr>
                                <m:t>max</m:t>
                              </m:r>
                            </m:e>
                            <m:lim>
                              <m:r>
                                <a:rPr lang="tr-TR" i="1">
                                  <a:solidFill>
                                    <a:srgbClr val="00B050"/>
                                  </a:solidFill>
                                  <a:latin typeface="Cambria Math" panose="02040503050406030204" pitchFamily="18" charset="0"/>
                                  <a:cs typeface="Arial" panose="020B0604020202020204" pitchFamily="34" charset="0"/>
                                </a:rPr>
                                <m:t>h</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B050"/>
                                  </a:solidFill>
                                  <a:latin typeface="Cambria Math" panose="02040503050406030204" pitchFamily="18" charset="0"/>
                                  <a:ea typeface="Cambria Math" panose="02040503050406030204" pitchFamily="18" charset="0"/>
                                  <a:cs typeface="Arial" panose="020B0604020202020204" pitchFamily="34" charset="0"/>
                                </a:rPr>
                                <m:t>𝐻</m:t>
                              </m:r>
                            </m:lim>
                          </m:limLow>
                        </m:fNa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1</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2</m:t>
                                  </m:r>
                                </m:sub>
                              </m:sSub>
                              <m:r>
                                <a:rPr lang="tr-TR" i="1">
                                  <a:solidFill>
                                    <a:srgbClr val="C00000"/>
                                  </a:solidFill>
                                  <a:latin typeface="Cambria Math" panose="02040503050406030204" pitchFamily="18" charset="0"/>
                                  <a:cs typeface="Arial" panose="020B0604020202020204" pitchFamily="34" charset="0"/>
                                </a:rPr>
                                <m:t>,…,</m:t>
                              </m:r>
                              <m:sSub>
                                <m:sSubPr>
                                  <m:ctrlPr>
                                    <a:rPr lang="tr-TR" i="1">
                                      <a:solidFill>
                                        <a:srgbClr val="C00000"/>
                                      </a:solidFill>
                                      <a:latin typeface="Cambria Math" panose="02040503050406030204" pitchFamily="18" charset="0"/>
                                      <a:cs typeface="Arial" panose="020B0604020202020204" pitchFamily="34" charset="0"/>
                                    </a:rPr>
                                  </m:ctrlPr>
                                </m:sSubPr>
                                <m:e>
                                  <m:r>
                                    <a:rPr lang="tr-TR" i="1">
                                      <a:solidFill>
                                        <a:srgbClr val="C00000"/>
                                      </a:solidFill>
                                      <a:latin typeface="Cambria Math" panose="02040503050406030204" pitchFamily="18" charset="0"/>
                                      <a:cs typeface="Arial" panose="020B0604020202020204" pitchFamily="34" charset="0"/>
                                    </a:rPr>
                                    <m:t>𝑎</m:t>
                                  </m:r>
                                </m:e>
                                <m:sub>
                                  <m:r>
                                    <a:rPr lang="tr-TR" i="1">
                                      <a:solidFill>
                                        <a:srgbClr val="C00000"/>
                                      </a:solidFill>
                                      <a:latin typeface="Cambria Math" panose="02040503050406030204" pitchFamily="18" charset="0"/>
                                      <a:cs typeface="Arial" panose="020B0604020202020204" pitchFamily="34" charset="0"/>
                                    </a:rPr>
                                    <m:t>𝑛</m:t>
                                  </m:r>
                                </m:sub>
                              </m:sSub>
                            </m:e>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h</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e>
                      </m:func>
                    </m:oMath>
                  </m:oMathPara>
                </a14:m>
                <a:endParaRPr lang="tr-TR" i="1" dirty="0">
                  <a:solidFill>
                    <a:srgbClr val="0070C0"/>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a:rPr lang="tr-TR" i="1">
                              <a:solidFill>
                                <a:srgbClr val="FF0000"/>
                              </a:solidFill>
                              <a:latin typeface="Cambria Math" panose="02040503050406030204" pitchFamily="18" charset="0"/>
                              <a:ea typeface="Cambria Math" panose="02040503050406030204" pitchFamily="18" charset="0"/>
                              <a:cs typeface="Arial" panose="020B0604020202020204" pitchFamily="34" charset="0"/>
                            </a:rPr>
                            <m:t>𝑆𝑖𝑐𝑘</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 </m:t>
                          </m:r>
                        </m:e>
                      </m:d>
                      <m:r>
                        <a:rPr lang="tr-TR" i="1" dirty="0">
                          <a:solidFill>
                            <a:srgbClr val="FF000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2</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9</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9</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r>
                        <a:rPr lang="tr-TR" i="1">
                          <a:latin typeface="Cambria Math" panose="02040503050406030204" pitchFamily="18" charset="0"/>
                          <a:ea typeface="Cambria Math" panose="02040503050406030204" pitchFamily="18" charset="0"/>
                          <a:cs typeface="Arial" panose="020B0604020202020204" pitchFamily="34" charset="0"/>
                        </a:rPr>
                        <m:t>=</m:t>
                      </m:r>
                      <m:r>
                        <a:rPr lang="tr-TR" b="1" i="1" smtClean="0">
                          <a:ln w="12700">
                            <a:solidFill>
                              <a:schemeClr val="accent1">
                                <a:shade val="50000"/>
                              </a:schemeClr>
                            </a:solidFill>
                          </a:ln>
                          <a:solidFill>
                            <a:srgbClr val="00B050"/>
                          </a:solidFill>
                          <a:latin typeface="Cambria Math" panose="02040503050406030204" pitchFamily="18" charset="0"/>
                          <a:ea typeface="Cambria Math" panose="02040503050406030204" pitchFamily="18" charset="0"/>
                          <a:cs typeface="Arial" panose="020B0604020202020204" pitchFamily="34" charset="0"/>
                        </a:rPr>
                        <m:t>𝟎</m:t>
                      </m:r>
                      <m:r>
                        <a:rPr lang="tr-TR" b="1" i="1" smtClean="0">
                          <a:ln w="12700">
                            <a:solidFill>
                              <a:schemeClr val="accent1">
                                <a:shade val="50000"/>
                              </a:schemeClr>
                            </a:solidFill>
                          </a:ln>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tr-TR" b="1" i="1" smtClean="0">
                          <a:ln w="12700">
                            <a:solidFill>
                              <a:schemeClr val="accent1">
                                <a:shade val="50000"/>
                              </a:schemeClr>
                            </a:solidFill>
                          </a:ln>
                          <a:solidFill>
                            <a:srgbClr val="00B050"/>
                          </a:solidFill>
                          <a:latin typeface="Cambria Math" panose="02040503050406030204" pitchFamily="18" charset="0"/>
                          <a:ea typeface="Cambria Math" panose="02040503050406030204" pitchFamily="18" charset="0"/>
                          <a:cs typeface="Arial" panose="020B0604020202020204" pitchFamily="34" charset="0"/>
                        </a:rPr>
                        <m:t>𝟎𝟎𝟓𝟑𝟎</m:t>
                      </m:r>
                    </m:oMath>
                  </m:oMathPara>
                </a14:m>
                <a:endParaRPr lang="tr-TR" b="1" dirty="0">
                  <a:ln w="12700">
                    <a:solidFill>
                      <a:schemeClr val="accent1">
                        <a:shade val="50000"/>
                      </a:schemeClr>
                    </a:solidFill>
                  </a:ln>
                  <a:solidFill>
                    <a:srgbClr val="00B050"/>
                  </a:solidFill>
                </a:endParaRPr>
              </a:p>
              <a:p>
                <a:pPr/>
                <a14:m>
                  <m:oMathPara xmlns:m="http://schemas.openxmlformats.org/officeDocument/2006/math">
                    <m:oMathParaPr>
                      <m:jc m:val="left"/>
                    </m:oMathParaPr>
                    <m:oMath xmlns:m="http://schemas.openxmlformats.org/officeDocument/2006/math">
                      <m:r>
                        <a:rPr lang="tr-TR" i="1">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𝑌𝑜𝑢𝑛𝑔</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𝑂𝑣𝑒𝑟</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𝑀𝑎𝑙𝑒</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tr-TR" i="1">
                              <a:solidFill>
                                <a:srgbClr val="C00000"/>
                              </a:solidFill>
                              <a:latin typeface="Cambria Math" panose="02040503050406030204" pitchFamily="18" charset="0"/>
                              <a:ea typeface="Cambria Math" panose="02040503050406030204" pitchFamily="18" charset="0"/>
                              <a:cs typeface="Arial" panose="020B0604020202020204" pitchFamily="34" charset="0"/>
                            </a:rPr>
                            <m:t>𝐿𝑜𝑤</m:t>
                          </m:r>
                        </m:e>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a:latin typeface="Cambria Math" panose="02040503050406030204" pitchFamily="18" charset="0"/>
                          <a:ea typeface="Cambria Math" panose="02040503050406030204" pitchFamily="18" charset="0"/>
                          <a:cs typeface="Arial" panose="020B0604020202020204" pitchFamily="34" charset="0"/>
                        </a:rPr>
                        <m:t>·</m:t>
                      </m:r>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m:rPr>
                              <m:nor/>
                            </m:rPr>
                            <a:rPr lang="en-US" dirty="0">
                              <a:solidFill>
                                <a:srgbClr val="00B050"/>
                              </a:solidFill>
                              <a:latin typeface="Cambria Math" panose="02040503050406030204" pitchFamily="18" charset="0"/>
                              <a:ea typeface="Cambria Math" panose="02040503050406030204" pitchFamily="18" charset="0"/>
                              <a:cs typeface="Arial" panose="020B0604020202020204" pitchFamily="34" charset="0"/>
                            </a:rPr>
                            <m:t>Healthy</m:t>
                          </m:r>
                        </m:e>
                      </m:d>
                      <m:r>
                        <a:rPr lang="tr-TR" i="1" dirty="0">
                          <a:solidFill>
                            <a:srgbClr val="FF0000"/>
                          </a:solidFill>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1</m:t>
                          </m:r>
                        </m:num>
                        <m:den>
                          <m:r>
                            <a:rPr lang="tr-TR" i="1">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4</m:t>
                          </m:r>
                        </m:num>
                        <m:den>
                          <m:r>
                            <a:rPr lang="tr-TR" i="1">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latin typeface="Cambria Math" panose="02040503050406030204" pitchFamily="18" charset="0"/>
                              <a:ea typeface="Cambria Math" panose="02040503050406030204" pitchFamily="18" charset="0"/>
                              <a:cs typeface="Arial" panose="020B0604020202020204" pitchFamily="34" charset="0"/>
                            </a:rPr>
                          </m:ctrlPr>
                        </m:fPr>
                        <m:num>
                          <m:r>
                            <a:rPr lang="tr-TR" i="1">
                              <a:latin typeface="Cambria Math" panose="02040503050406030204" pitchFamily="18" charset="0"/>
                              <a:ea typeface="Cambria Math" panose="02040503050406030204" pitchFamily="18" charset="0"/>
                              <a:cs typeface="Arial" panose="020B0604020202020204" pitchFamily="34" charset="0"/>
                            </a:rPr>
                            <m:t>3</m:t>
                          </m:r>
                        </m:num>
                        <m:den>
                          <m:r>
                            <a:rPr lang="tr-TR" i="1">
                              <a:latin typeface="Cambria Math" panose="02040503050406030204" pitchFamily="18" charset="0"/>
                              <a:ea typeface="Cambria Math" panose="02040503050406030204" pitchFamily="18" charset="0"/>
                              <a:cs typeface="Arial" panose="020B0604020202020204" pitchFamily="34" charset="0"/>
                            </a:rPr>
                            <m:t>5</m:t>
                          </m:r>
                        </m:den>
                      </m:f>
                      <m:r>
                        <a:rPr lang="tr-TR" i="1">
                          <a:latin typeface="Cambria Math" panose="02040503050406030204" pitchFamily="18" charset="0"/>
                          <a:ea typeface="Cambria Math" panose="02040503050406030204" pitchFamily="18" charset="0"/>
                          <a:cs typeface="Arial" panose="020B0604020202020204" pitchFamily="34" charset="0"/>
                        </a:rPr>
                        <m:t>·</m:t>
                      </m:r>
                      <m:f>
                        <m:fPr>
                          <m:ctrlP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5</m:t>
                          </m:r>
                        </m:num>
                        <m:den>
                          <m:r>
                            <a:rPr lang="tr-TR" i="1">
                              <a:solidFill>
                                <a:srgbClr val="0070C0"/>
                              </a:solidFill>
                              <a:latin typeface="Cambria Math" panose="02040503050406030204" pitchFamily="18" charset="0"/>
                              <a:ea typeface="Cambria Math" panose="02040503050406030204" pitchFamily="18" charset="0"/>
                              <a:cs typeface="Arial" panose="020B0604020202020204" pitchFamily="34" charset="0"/>
                            </a:rPr>
                            <m:t>14</m:t>
                          </m:r>
                        </m:den>
                      </m:f>
                      <m:r>
                        <a:rPr lang="tr-TR" i="1">
                          <a:latin typeface="Cambria Math" panose="02040503050406030204" pitchFamily="18" charset="0"/>
                          <a:ea typeface="Cambria Math" panose="02040503050406030204" pitchFamily="18" charset="0"/>
                          <a:cs typeface="Arial" panose="020B0604020202020204" pitchFamily="34" charset="0"/>
                        </a:rPr>
                        <m:t>=0.00206</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838199" y="4146812"/>
                <a:ext cx="9043220" cy="1549783"/>
              </a:xfrm>
              <a:prstGeom prst="rect">
                <a:avLst/>
              </a:prstGeom>
              <a:blipFill>
                <a:blip r:embed="rId5"/>
                <a:stretch>
                  <a:fillRect/>
                </a:stretch>
              </a:blipFill>
            </p:spPr>
            <p:txBody>
              <a:bodyPr/>
              <a:lstStyle/>
              <a:p>
                <a:r>
                  <a:rPr lang="en-US">
                    <a:noFill/>
                  </a:rPr>
                  <a:t> </a:t>
                </a:r>
              </a:p>
            </p:txBody>
          </p:sp>
        </mc:Fallback>
      </mc:AlternateContent>
      <p:sp>
        <p:nvSpPr>
          <p:cNvPr id="6" name="Right Arrow 5"/>
          <p:cNvSpPr/>
          <p:nvPr/>
        </p:nvSpPr>
        <p:spPr>
          <a:xfrm>
            <a:off x="8244347" y="4736361"/>
            <a:ext cx="634181" cy="2464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Explosion 1 6"/>
              <p:cNvSpPr/>
              <p:nvPr/>
            </p:nvSpPr>
            <p:spPr>
              <a:xfrm>
                <a:off x="9173496" y="4516122"/>
                <a:ext cx="2698955" cy="811161"/>
              </a:xfrm>
              <a:prstGeom prst="irregularSeal1">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cs typeface="Arial" panose="020B0604020202020204" pitchFamily="34" charset="0"/>
                            </a:rPr>
                          </m:ctrlPr>
                        </m:sSubPr>
                        <m:e>
                          <m:r>
                            <a:rPr lang="tr-TR" i="1">
                              <a:solidFill>
                                <a:schemeClr val="tx1"/>
                              </a:solidFill>
                              <a:latin typeface="Cambria Math" panose="02040503050406030204" pitchFamily="18" charset="0"/>
                              <a:cs typeface="Arial" panose="020B0604020202020204" pitchFamily="34" charset="0"/>
                            </a:rPr>
                            <m:t>h</m:t>
                          </m:r>
                        </m:e>
                        <m:sub>
                          <m:r>
                            <a:rPr lang="tr-TR" i="1">
                              <a:solidFill>
                                <a:schemeClr val="tx1"/>
                              </a:solidFill>
                              <a:latin typeface="Cambria Math" panose="02040503050406030204" pitchFamily="18" charset="0"/>
                              <a:cs typeface="Arial" panose="020B0604020202020204" pitchFamily="34" charset="0"/>
                            </a:rPr>
                            <m:t>𝑀𝐴𝑃</m:t>
                          </m:r>
                        </m:sub>
                      </m:sSub>
                      <m:r>
                        <a:rPr lang="tr-TR" i="1">
                          <a:solidFill>
                            <a:schemeClr val="tx1"/>
                          </a:solidFill>
                          <a:latin typeface="Cambria Math" panose="02040503050406030204" pitchFamily="18" charset="0"/>
                          <a:cs typeface="Arial" panose="020B0604020202020204" pitchFamily="34" charset="0"/>
                        </a:rPr>
                        <m:t>=</m:t>
                      </m:r>
                      <m:r>
                        <m:rPr>
                          <m:nor/>
                        </m:rPr>
                        <a:rPr lang="en-US" dirty="0">
                          <a:solidFill>
                            <a:srgbClr val="FF0000"/>
                          </a:solidFill>
                          <a:latin typeface="Cambria Math" panose="02040503050406030204" pitchFamily="18" charset="0"/>
                          <a:ea typeface="Cambria Math" panose="02040503050406030204" pitchFamily="18" charset="0"/>
                          <a:cs typeface="Arial" panose="020B0604020202020204" pitchFamily="34" charset="0"/>
                        </a:rPr>
                        <m:t>Sick</m:t>
                      </m:r>
                      <m:r>
                        <m:rPr>
                          <m:nor/>
                        </m:rPr>
                        <a:rPr lang="tr-TR" dirty="0">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n-US" dirty="0"/>
              </a:p>
            </p:txBody>
          </p:sp>
        </mc:Choice>
        <mc:Fallback xmlns="">
          <p:sp>
            <p:nvSpPr>
              <p:cNvPr id="7" name="Explosion 1 6"/>
              <p:cNvSpPr>
                <a:spLocks noRot="1" noChangeAspect="1" noMove="1" noResize="1" noEditPoints="1" noAdjustHandles="1" noChangeArrowheads="1" noChangeShapeType="1" noTextEdit="1"/>
              </p:cNvSpPr>
              <p:nvPr/>
            </p:nvSpPr>
            <p:spPr>
              <a:xfrm>
                <a:off x="9173496" y="4516122"/>
                <a:ext cx="2698955" cy="811161"/>
              </a:xfrm>
              <a:prstGeom prst="irregularSeal1">
                <a:avLst/>
              </a:prstGeom>
              <a:blipFill>
                <a:blip r:embed="rId6"/>
                <a:stretch>
                  <a:fillRect/>
                </a:stretch>
              </a:blipFill>
              <a:ln w="28575">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38198" y="5990358"/>
                <a:ext cx="10813802" cy="77450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Note that </a:t>
                </a:r>
                <a14:m>
                  <m:oMath xmlns:m="http://schemas.openxmlformats.org/officeDocument/2006/math">
                    <m: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1</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2</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𝑛</m:t>
                            </m:r>
                          </m:sub>
                        </m:sSub>
                      </m:e>
                      <m:e>
                        <m: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r>
                      <a:rPr lang="en-US"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oMath>
                </a14:m>
                <a:r>
                  <a:rPr lang="en-US" sz="1600" dirty="0">
                    <a:latin typeface="Arial" panose="020B0604020202020204" pitchFamily="34" charset="0"/>
                    <a:cs typeface="Arial" panose="020B0604020202020204" pitchFamily="34" charset="0"/>
                  </a:rPr>
                  <a:t> is </a:t>
                </a:r>
                <a:r>
                  <a:rPr lang="en-US" sz="1600" b="1" dirty="0">
                    <a:latin typeface="Arial" panose="020B0604020202020204" pitchFamily="34" charset="0"/>
                    <a:cs typeface="Arial" panose="020B0604020202020204" pitchFamily="34" charset="0"/>
                  </a:rPr>
                  <a:t>not a probability. </a:t>
                </a:r>
                <a:r>
                  <a:rPr lang="en-US" sz="1600" dirty="0">
                    <a:latin typeface="Arial" panose="020B0604020202020204" pitchFamily="34" charset="0"/>
                    <a:cs typeface="Arial" panose="020B0604020202020204" pitchFamily="34" charset="0"/>
                  </a:rPr>
                  <a:t>Thus a summation over the arguments (i.e., </a:t>
                </a:r>
                <a:r>
                  <a:rPr lang="en-US" sz="1600" i="1" dirty="0">
                    <a:latin typeface="Arial" panose="020B0604020202020204" pitchFamily="34" charset="0"/>
                    <a:cs typeface="Arial" panose="020B0604020202020204" pitchFamily="34" charset="0"/>
                  </a:rPr>
                  <a:t>h</a:t>
                </a:r>
                <a:r>
                  <a:rPr lang="en-US" sz="1600" dirty="0">
                    <a:latin typeface="Arial" panose="020B0604020202020204" pitchFamily="34" charset="0"/>
                    <a:cs typeface="Arial" panose="020B0604020202020204" pitchFamily="34" charset="0"/>
                  </a:rPr>
                  <a:t>) doesn’t yield 1. However, </a:t>
                </a:r>
                <a14:m>
                  <m:oMath xmlns:m="http://schemas.openxmlformats.org/officeDocument/2006/math">
                    <m:f>
                      <m:fPr>
                        <m:ctrlPr>
                          <a:rPr lang="en-US" sz="1600" i="1">
                            <a:latin typeface="Cambria Math" panose="02040503050406030204" pitchFamily="18" charset="0"/>
                            <a:ea typeface="Cambria Math" panose="02040503050406030204" pitchFamily="18" charset="0"/>
                            <a:cs typeface="Arial" panose="020B0604020202020204" pitchFamily="34" charset="0"/>
                          </a:rPr>
                        </m:ctrlPr>
                      </m:fPr>
                      <m:num>
                        <m: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1</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2</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𝑛</m:t>
                                </m:r>
                              </m:sub>
                            </m:sSub>
                          </m:e>
                          <m:e>
                            <m: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t>h</m:t>
                            </m:r>
                          </m:e>
                        </m:d>
                        <m:r>
                          <a:rPr lang="en-US" sz="1600" i="1">
                            <a:latin typeface="Cambria Math" panose="02040503050406030204" pitchFamily="18" charset="0"/>
                            <a:ea typeface="Cambria Math" panose="02040503050406030204" pitchFamily="18" charset="0"/>
                            <a:cs typeface="Arial" panose="020B0604020202020204" pitchFamily="34" charset="0"/>
                          </a:rPr>
                          <m:t>·</m:t>
                        </m:r>
                        <m: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dPr>
                          <m:e>
                            <m:r>
                              <a:rPr lang="en-US" sz="1600" i="1">
                                <a:solidFill>
                                  <a:srgbClr val="0070C0"/>
                                </a:solidFill>
                                <a:latin typeface="Cambria Math" panose="02040503050406030204" pitchFamily="18" charset="0"/>
                                <a:ea typeface="Cambria Math" panose="02040503050406030204" pitchFamily="18" charset="0"/>
                                <a:cs typeface="Arial" panose="020B0604020202020204" pitchFamily="34" charset="0"/>
                              </a:rPr>
                              <m:t>h</m:t>
                            </m:r>
                          </m:e>
                        </m:d>
                      </m:num>
                      <m:den>
                        <m:r>
                          <a:rPr lang="en-US" sz="1600" i="1">
                            <a:solidFill>
                              <a:srgbClr val="00B050"/>
                            </a:solidFill>
                            <a:latin typeface="Cambria Math" panose="02040503050406030204" pitchFamily="18" charset="0"/>
                            <a:ea typeface="Cambria Math" panose="02040503050406030204" pitchFamily="18" charset="0"/>
                            <a:cs typeface="Arial" panose="020B0604020202020204" pitchFamily="34" charset="0"/>
                          </a:rPr>
                          <m:t>𝑃</m:t>
                        </m:r>
                        <m:d>
                          <m:dPr>
                            <m:ctrlPr>
                              <a:rPr lang="en-US" sz="16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ctrlPr>
                          </m:dPr>
                          <m:e>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1</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2</m:t>
                                </m:r>
                              </m:sub>
                            </m:sSub>
                            <m:r>
                              <a:rPr lang="en-US" sz="1600" i="1">
                                <a:solidFill>
                                  <a:srgbClr val="00B050"/>
                                </a:solidFill>
                                <a:latin typeface="Cambria Math" panose="02040503050406030204" pitchFamily="18" charset="0"/>
                                <a:cs typeface="Arial" panose="020B0604020202020204" pitchFamily="34" charset="0"/>
                              </a:rPr>
                              <m:t>,…,</m:t>
                            </m:r>
                            <m:sSub>
                              <m:sSubPr>
                                <m:ctrlPr>
                                  <a:rPr lang="en-US" sz="1600" i="1">
                                    <a:solidFill>
                                      <a:srgbClr val="00B050"/>
                                    </a:solidFill>
                                    <a:latin typeface="Cambria Math" panose="02040503050406030204" pitchFamily="18" charset="0"/>
                                    <a:cs typeface="Arial" panose="020B0604020202020204" pitchFamily="34" charset="0"/>
                                  </a:rPr>
                                </m:ctrlPr>
                              </m:sSubPr>
                              <m:e>
                                <m:r>
                                  <a:rPr lang="en-US" sz="1600" i="1">
                                    <a:solidFill>
                                      <a:srgbClr val="00B050"/>
                                    </a:solidFill>
                                    <a:latin typeface="Cambria Math" panose="02040503050406030204" pitchFamily="18" charset="0"/>
                                    <a:cs typeface="Arial" panose="020B0604020202020204" pitchFamily="34" charset="0"/>
                                  </a:rPr>
                                  <m:t>𝑎</m:t>
                                </m:r>
                              </m:e>
                              <m:sub>
                                <m:r>
                                  <a:rPr lang="en-US" sz="1600" i="1">
                                    <a:solidFill>
                                      <a:srgbClr val="00B050"/>
                                    </a:solidFill>
                                    <a:latin typeface="Cambria Math" panose="02040503050406030204" pitchFamily="18" charset="0"/>
                                    <a:cs typeface="Arial" panose="020B0604020202020204" pitchFamily="34" charset="0"/>
                                  </a:rPr>
                                  <m:t>𝑛</m:t>
                                </m:r>
                              </m:sub>
                            </m:sSub>
                          </m:e>
                        </m:d>
                      </m:den>
                    </m:f>
                  </m:oMath>
                </a14:m>
                <a:r>
                  <a:rPr lang="en-US" sz="1600" dirty="0">
                    <a:latin typeface="Arial" panose="020B0604020202020204" pitchFamily="34" charset="0"/>
                    <a:cs typeface="Arial" panose="020B0604020202020204" pitchFamily="34" charset="0"/>
                  </a:rPr>
                  <a:t> is a </a:t>
                </a:r>
                <a:r>
                  <a:rPr lang="tr-TR" sz="1600" dirty="0">
                    <a:latin typeface="Arial" panose="020B0604020202020204" pitchFamily="34" charset="0"/>
                    <a:cs typeface="Arial" panose="020B0604020202020204" pitchFamily="34" charset="0"/>
                  </a:rPr>
                  <a:t>(</a:t>
                </a:r>
                <a:r>
                  <a:rPr lang="en-US" sz="1600" i="1" dirty="0">
                    <a:latin typeface="Arial" panose="020B0604020202020204" pitchFamily="34" charset="0"/>
                    <a:cs typeface="Arial" panose="020B0604020202020204" pitchFamily="34" charset="0"/>
                  </a:rPr>
                  <a:t>conditional</a:t>
                </a:r>
                <a:r>
                  <a:rPr lang="tr-TR"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probability (i.e., </a:t>
                </a:r>
                <a14:m>
                  <m:oMath xmlns:m="http://schemas.openxmlformats.org/officeDocument/2006/math">
                    <m:r>
                      <a:rPr lang="en-US" sz="1600" i="1">
                        <a:latin typeface="Cambria Math" panose="02040503050406030204" pitchFamily="18" charset="0"/>
                        <a:ea typeface="Cambria Math" panose="02040503050406030204" pitchFamily="18" charset="0"/>
                        <a:cs typeface="Arial" panose="020B0604020202020204" pitchFamily="34" charset="0"/>
                      </a:rPr>
                      <m:t>𝑃</m:t>
                    </m:r>
                    <m:d>
                      <m:dPr>
                        <m:ctrlPr>
                          <a:rPr lang="en-US" sz="1600" i="1">
                            <a:latin typeface="Cambria Math" panose="02040503050406030204" pitchFamily="18" charset="0"/>
                            <a:ea typeface="Cambria Math" panose="02040503050406030204" pitchFamily="18" charset="0"/>
                            <a:cs typeface="Arial" panose="020B0604020202020204" pitchFamily="34" charset="0"/>
                          </a:rPr>
                        </m:ctrlPr>
                      </m:dPr>
                      <m:e>
                        <m:r>
                          <a:rPr lang="en-US" sz="1600" i="1">
                            <a:latin typeface="Cambria Math" panose="02040503050406030204" pitchFamily="18" charset="0"/>
                            <a:ea typeface="Cambria Math" panose="02040503050406030204" pitchFamily="18" charset="0"/>
                            <a:cs typeface="Arial" panose="020B0604020202020204" pitchFamily="34" charset="0"/>
                          </a:rPr>
                          <m:t>h</m:t>
                        </m:r>
                      </m:e>
                      <m:e>
                        <m:sSub>
                          <m:sSubPr>
                            <m:ctrlPr>
                              <a:rPr lang="en-US" sz="1600" i="1">
                                <a:latin typeface="Cambria Math" panose="02040503050406030204" pitchFamily="18" charset="0"/>
                                <a:cs typeface="Arial" panose="020B0604020202020204" pitchFamily="34" charset="0"/>
                              </a:rPr>
                            </m:ctrlPr>
                          </m:sSubPr>
                          <m:e>
                            <m:r>
                              <a:rPr lang="en-US" sz="1600" i="1">
                                <a:latin typeface="Cambria Math" panose="02040503050406030204" pitchFamily="18" charset="0"/>
                                <a:cs typeface="Arial" panose="020B0604020202020204" pitchFamily="34" charset="0"/>
                              </a:rPr>
                              <m:t>𝑎</m:t>
                            </m:r>
                          </m:e>
                          <m:sub>
                            <m:r>
                              <a:rPr lang="en-US" sz="1600" i="1">
                                <a:latin typeface="Cambria Math" panose="02040503050406030204" pitchFamily="18" charset="0"/>
                                <a:cs typeface="Arial" panose="020B0604020202020204" pitchFamily="34" charset="0"/>
                              </a:rPr>
                              <m:t>1</m:t>
                            </m:r>
                          </m:sub>
                        </m:sSub>
                        <m:r>
                          <a:rPr lang="en-US" sz="1600" i="1">
                            <a:latin typeface="Cambria Math" panose="02040503050406030204" pitchFamily="18" charset="0"/>
                            <a:cs typeface="Arial" panose="020B0604020202020204" pitchFamily="34" charset="0"/>
                          </a:rPr>
                          <m:t>,</m:t>
                        </m:r>
                        <m:sSub>
                          <m:sSubPr>
                            <m:ctrlPr>
                              <a:rPr lang="en-US" sz="1600" i="1">
                                <a:latin typeface="Cambria Math" panose="02040503050406030204" pitchFamily="18" charset="0"/>
                                <a:cs typeface="Arial" panose="020B0604020202020204" pitchFamily="34" charset="0"/>
                              </a:rPr>
                            </m:ctrlPr>
                          </m:sSubPr>
                          <m:e>
                            <m:r>
                              <a:rPr lang="en-US" sz="1600" i="1">
                                <a:latin typeface="Cambria Math" panose="02040503050406030204" pitchFamily="18" charset="0"/>
                                <a:cs typeface="Arial" panose="020B0604020202020204" pitchFamily="34" charset="0"/>
                              </a:rPr>
                              <m:t>𝑎</m:t>
                            </m:r>
                          </m:e>
                          <m:sub>
                            <m:r>
                              <a:rPr lang="en-US" sz="1600" i="1">
                                <a:latin typeface="Cambria Math" panose="02040503050406030204" pitchFamily="18" charset="0"/>
                                <a:cs typeface="Arial" panose="020B0604020202020204" pitchFamily="34" charset="0"/>
                              </a:rPr>
                              <m:t>2</m:t>
                            </m:r>
                          </m:sub>
                        </m:sSub>
                        <m:r>
                          <a:rPr lang="en-US" sz="1600" i="1">
                            <a:latin typeface="Cambria Math" panose="02040503050406030204" pitchFamily="18" charset="0"/>
                            <a:cs typeface="Arial" panose="020B0604020202020204" pitchFamily="34" charset="0"/>
                          </a:rPr>
                          <m:t>,…,</m:t>
                        </m:r>
                        <m:sSub>
                          <m:sSubPr>
                            <m:ctrlPr>
                              <a:rPr lang="en-US" sz="1600" i="1">
                                <a:latin typeface="Cambria Math" panose="02040503050406030204" pitchFamily="18" charset="0"/>
                                <a:cs typeface="Arial" panose="020B0604020202020204" pitchFamily="34" charset="0"/>
                              </a:rPr>
                            </m:ctrlPr>
                          </m:sSubPr>
                          <m:e>
                            <m:r>
                              <a:rPr lang="en-US" sz="1600" i="1">
                                <a:latin typeface="Cambria Math" panose="02040503050406030204" pitchFamily="18" charset="0"/>
                                <a:cs typeface="Arial" panose="020B0604020202020204" pitchFamily="34" charset="0"/>
                              </a:rPr>
                              <m:t>𝑎</m:t>
                            </m:r>
                          </m:e>
                          <m:sub>
                            <m:r>
                              <a:rPr lang="en-US" sz="1600" i="1">
                                <a:latin typeface="Cambria Math" panose="02040503050406030204" pitchFamily="18" charset="0"/>
                                <a:cs typeface="Arial" panose="020B0604020202020204" pitchFamily="34" charset="0"/>
                              </a:rPr>
                              <m:t>𝑛</m:t>
                            </m:r>
                          </m:sub>
                        </m:sSub>
                      </m:e>
                    </m:d>
                  </m:oMath>
                </a14:m>
                <a:r>
                  <a:rPr lang="en-US" sz="1600" dirty="0">
                    <a:latin typeface="Arial" panose="020B0604020202020204" pitchFamily="34" charset="0"/>
                    <a:cs typeface="Arial" panose="020B0604020202020204" pitchFamily="34" charset="0"/>
                  </a:rPr>
                  <a:t>)  and it would sum up to 1</a:t>
                </a:r>
                <a:r>
                  <a:rPr lang="tr-TR"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8198" y="5990358"/>
                <a:ext cx="10813802" cy="774507"/>
              </a:xfrm>
              <a:prstGeom prst="rect">
                <a:avLst/>
              </a:prstGeom>
              <a:blipFill>
                <a:blip r:embed="rId7"/>
                <a:stretch>
                  <a:fillRect l="-282" t="-2362"/>
                </a:stretch>
              </a:blipFill>
            </p:spPr>
            <p:txBody>
              <a:bodyPr/>
              <a:lstStyle/>
              <a:p>
                <a:r>
                  <a:rPr lang="en-US">
                    <a:noFill/>
                  </a:rPr>
                  <a:t> </a:t>
                </a:r>
              </a:p>
            </p:txBody>
          </p:sp>
        </mc:Fallback>
      </mc:AlternateContent>
    </p:spTree>
    <p:extLst>
      <p:ext uri="{BB962C8B-B14F-4D97-AF65-F5344CB8AC3E}">
        <p14:creationId xmlns:p14="http://schemas.microsoft.com/office/powerpoint/2010/main" val="14318799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b="1" dirty="0"/>
              <a:t>Naïve Bayes Classifier - Remarks</a:t>
            </a:r>
          </a:p>
        </p:txBody>
      </p:sp>
      <p:sp>
        <p:nvSpPr>
          <p:cNvPr id="19" name="Content Placeholder 13"/>
          <p:cNvSpPr>
            <a:spLocks noGrp="1"/>
          </p:cNvSpPr>
          <p:nvPr>
            <p:ph idx="4294967295"/>
          </p:nvPr>
        </p:nvSpPr>
        <p:spPr>
          <a:xfrm>
            <a:off x="838199" y="1825625"/>
            <a:ext cx="10612273" cy="4771118"/>
          </a:xfrm>
          <a:prstGeom prst="rect">
            <a:avLst/>
          </a:prstGeom>
        </p:spPr>
        <p:txBody>
          <a:bodyPr>
            <a:noAutofit/>
          </a:bodyPr>
          <a:lstStyle/>
          <a:p>
            <a:pPr>
              <a:lnSpc>
                <a:spcPct val="120000"/>
              </a:lnSpc>
              <a:spcBef>
                <a:spcPts val="600"/>
              </a:spcBef>
            </a:pPr>
            <a:r>
              <a:rPr lang="en-US" sz="1800" dirty="0">
                <a:latin typeface="Arial" panose="020B0604020202020204" pitchFamily="34" charset="0"/>
                <a:cs typeface="Arial" panose="020B0604020202020204" pitchFamily="34" charset="0"/>
              </a:rPr>
              <a:t>Naïve Bayes Classifier </a:t>
            </a:r>
            <a:r>
              <a:rPr lang="en-US" sz="1800" b="1" u="sng" dirty="0">
                <a:latin typeface="Arial" panose="020B0604020202020204" pitchFamily="34" charset="0"/>
                <a:cs typeface="Arial" panose="020B0604020202020204" pitchFamily="34" charset="0"/>
              </a:rPr>
              <a:t>assumes all attributes equally important</a:t>
            </a:r>
            <a:r>
              <a:rPr lang="en-US" sz="1800" dirty="0">
                <a:latin typeface="Arial" panose="020B0604020202020204" pitchFamily="34" charset="0"/>
                <a:cs typeface="Arial" panose="020B0604020202020204" pitchFamily="34" charset="0"/>
              </a:rPr>
              <a:t>.</a:t>
            </a:r>
            <a:r>
              <a:rPr lang="tr-TR" sz="1800" dirty="0">
                <a:latin typeface="Arial" panose="020B0604020202020204" pitchFamily="34" charset="0"/>
                <a:cs typeface="Arial" panose="020B0604020202020204" pitchFamily="34" charset="0"/>
              </a:rPr>
              <a:t> </a:t>
            </a:r>
          </a:p>
          <a:p>
            <a:pPr>
              <a:lnSpc>
                <a:spcPct val="120000"/>
              </a:lnSpc>
              <a:spcBef>
                <a:spcPts val="600"/>
              </a:spcBef>
            </a:pPr>
            <a:r>
              <a:rPr lang="en-US" sz="1800" dirty="0">
                <a:latin typeface="Arial" panose="020B0604020202020204" pitchFamily="34" charset="0"/>
                <a:cs typeface="Arial" panose="020B0604020202020204" pitchFamily="34" charset="0"/>
              </a:rPr>
              <a:t>It also assumes that all of the attributes are </a:t>
            </a:r>
            <a:r>
              <a:rPr lang="en-US" sz="1800" b="1" i="1" u="sng" dirty="0">
                <a:latin typeface="Arial" panose="020B0604020202020204" pitchFamily="34" charset="0"/>
                <a:cs typeface="Arial" panose="020B0604020202020204" pitchFamily="34" charset="0"/>
              </a:rPr>
              <a:t>independent</a:t>
            </a:r>
            <a:r>
              <a:rPr lang="en-US" sz="1800" dirty="0">
                <a:latin typeface="Arial" panose="020B0604020202020204" pitchFamily="34" charset="0"/>
                <a:cs typeface="Arial" panose="020B0604020202020204" pitchFamily="34" charset="0"/>
              </a:rPr>
              <a:t>. But this is not realistic in many cases.</a:t>
            </a:r>
          </a:p>
          <a:p>
            <a:pPr>
              <a:lnSpc>
                <a:spcPct val="120000"/>
              </a:lnSpc>
              <a:spcBef>
                <a:spcPts val="600"/>
              </a:spcBef>
            </a:pPr>
            <a:r>
              <a:rPr lang="en-US" sz="1800" dirty="0">
                <a:latin typeface="Arial" panose="020B0604020202020204" pitchFamily="34" charset="0"/>
                <a:cs typeface="Arial" panose="020B0604020202020204" pitchFamily="34" charset="0"/>
              </a:rPr>
              <a:t>Therefore, selection of attributes (Feature Subset Selection) where only relevant features (those that really matters &amp; those that are not redundant) should be considered in the model.</a:t>
            </a:r>
          </a:p>
          <a:p>
            <a:pPr>
              <a:lnSpc>
                <a:spcPct val="120000"/>
              </a:lnSpc>
              <a:spcBef>
                <a:spcPts val="600"/>
              </a:spcBef>
            </a:pPr>
            <a:r>
              <a:rPr lang="en-US" sz="1800" dirty="0">
                <a:latin typeface="Arial" panose="020B0604020202020204" pitchFamily="34" charset="0"/>
                <a:cs typeface="Arial" panose="020B0604020202020204" pitchFamily="34" charset="0"/>
              </a:rPr>
              <a:t>Also there is an issue regarding the "Zero" entries…</a:t>
            </a:r>
          </a:p>
          <a:p>
            <a:pPr>
              <a:lnSpc>
                <a:spcPct val="120000"/>
              </a:lnSpc>
              <a:spcBef>
                <a:spcPts val="600"/>
              </a:spcBef>
            </a:pPr>
            <a:r>
              <a:rPr lang="en-US" sz="1800" dirty="0">
                <a:latin typeface="Arial" panose="020B0604020202020204" pitchFamily="34" charset="0"/>
                <a:cs typeface="Arial" panose="020B0604020202020204" pitchFamily="34" charset="0"/>
              </a:rPr>
              <a:t>Due to multiplication in the calculations, if only one of the features have no example in the sample, there is a risk for nullifying the whole! → </a:t>
            </a:r>
            <a:r>
              <a:rPr lang="en-US" sz="1800" b="1" dirty="0">
                <a:latin typeface="Arial" panose="020B0604020202020204" pitchFamily="34" charset="0"/>
                <a:cs typeface="Arial" panose="020B0604020202020204" pitchFamily="34" charset="0"/>
              </a:rPr>
              <a:t>Laplace Correction (Smoothing)</a:t>
            </a:r>
            <a:r>
              <a:rPr lang="en-US" sz="1800" dirty="0">
                <a:latin typeface="Arial" panose="020B0604020202020204" pitchFamily="34" charset="0"/>
                <a:cs typeface="Arial" panose="020B0604020202020204" pitchFamily="34" charset="0"/>
              </a:rPr>
              <a:t> (Add +1 To All Bins)</a:t>
            </a:r>
          </a:p>
          <a:p>
            <a:pPr>
              <a:lnSpc>
                <a:spcPct val="135000"/>
              </a:lnSpc>
            </a:pPr>
            <a:endParaRPr lang="tr-TR" sz="2000" dirty="0">
              <a:latin typeface="Arial" panose="020B0604020202020204" pitchFamily="34" charset="0"/>
              <a:cs typeface="Arial" panose="020B0604020202020204" pitchFamily="34" charset="0"/>
            </a:endParaRPr>
          </a:p>
          <a:p>
            <a:pPr>
              <a:lnSpc>
                <a:spcPct val="135000"/>
              </a:lnSpc>
            </a:pPr>
            <a:endParaRPr lang="en-GB" sz="2000" dirty="0">
              <a:latin typeface="Arial" panose="020B0604020202020204" pitchFamily="34" charset="0"/>
              <a:cs typeface="Arial" panose="020B0604020202020204" pitchFamily="34" charset="0"/>
            </a:endParaRPr>
          </a:p>
          <a:p>
            <a:pPr>
              <a:lnSpc>
                <a:spcPct val="135000"/>
              </a:lnSpc>
            </a:pPr>
            <a:endParaRPr lang="tr-TR" sz="2000" dirty="0">
              <a:latin typeface="Arial" panose="020B0604020202020204" pitchFamily="34" charset="0"/>
              <a:cs typeface="Arial" panose="020B0604020202020204" pitchFamily="34" charset="0"/>
            </a:endParaRPr>
          </a:p>
          <a:p>
            <a:pPr marL="0" indent="0">
              <a:buNone/>
            </a:pPr>
            <a:endParaRPr lang="en-US" altLang="en-US" sz="1800" dirty="0">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1102443" y="4742543"/>
          <a:ext cx="9987114" cy="1854200"/>
        </p:xfrm>
        <a:graphic>
          <a:graphicData uri="http://schemas.openxmlformats.org/drawingml/2006/table">
            <a:tbl>
              <a:tblPr firstRow="1" bandRow="1">
                <a:tableStyleId>{0E3FDE45-AF77-4B5C-9715-49D594BDF05E}</a:tableStyleId>
              </a:tblPr>
              <a:tblGrid>
                <a:gridCol w="820991">
                  <a:extLst>
                    <a:ext uri="{9D8B030D-6E8A-4147-A177-3AD203B41FA5}">
                      <a16:colId xmlns:a16="http://schemas.microsoft.com/office/drawing/2014/main" val="354897302"/>
                    </a:ext>
                  </a:extLst>
                </a:gridCol>
                <a:gridCol w="809156">
                  <a:extLst>
                    <a:ext uri="{9D8B030D-6E8A-4147-A177-3AD203B41FA5}">
                      <a16:colId xmlns:a16="http://schemas.microsoft.com/office/drawing/2014/main" val="3301027810"/>
                    </a:ext>
                  </a:extLst>
                </a:gridCol>
                <a:gridCol w="542495">
                  <a:extLst>
                    <a:ext uri="{9D8B030D-6E8A-4147-A177-3AD203B41FA5}">
                      <a16:colId xmlns:a16="http://schemas.microsoft.com/office/drawing/2014/main" val="1363309788"/>
                    </a:ext>
                  </a:extLst>
                </a:gridCol>
                <a:gridCol w="897479">
                  <a:extLst>
                    <a:ext uri="{9D8B030D-6E8A-4147-A177-3AD203B41FA5}">
                      <a16:colId xmlns:a16="http://schemas.microsoft.com/office/drawing/2014/main" val="2080753366"/>
                    </a:ext>
                  </a:extLst>
                </a:gridCol>
                <a:gridCol w="796412">
                  <a:extLst>
                    <a:ext uri="{9D8B030D-6E8A-4147-A177-3AD203B41FA5}">
                      <a16:colId xmlns:a16="http://schemas.microsoft.com/office/drawing/2014/main" val="3531819690"/>
                    </a:ext>
                  </a:extLst>
                </a:gridCol>
                <a:gridCol w="516194">
                  <a:extLst>
                    <a:ext uri="{9D8B030D-6E8A-4147-A177-3AD203B41FA5}">
                      <a16:colId xmlns:a16="http://schemas.microsoft.com/office/drawing/2014/main" val="4019869000"/>
                    </a:ext>
                  </a:extLst>
                </a:gridCol>
                <a:gridCol w="884903">
                  <a:extLst>
                    <a:ext uri="{9D8B030D-6E8A-4147-A177-3AD203B41FA5}">
                      <a16:colId xmlns:a16="http://schemas.microsoft.com/office/drawing/2014/main" val="3411580250"/>
                    </a:ext>
                  </a:extLst>
                </a:gridCol>
                <a:gridCol w="781665">
                  <a:extLst>
                    <a:ext uri="{9D8B030D-6E8A-4147-A177-3AD203B41FA5}">
                      <a16:colId xmlns:a16="http://schemas.microsoft.com/office/drawing/2014/main" val="3566034227"/>
                    </a:ext>
                  </a:extLst>
                </a:gridCol>
                <a:gridCol w="530942">
                  <a:extLst>
                    <a:ext uri="{9D8B030D-6E8A-4147-A177-3AD203B41FA5}">
                      <a16:colId xmlns:a16="http://schemas.microsoft.com/office/drawing/2014/main" val="2830582699"/>
                    </a:ext>
                  </a:extLst>
                </a:gridCol>
                <a:gridCol w="619432">
                  <a:extLst>
                    <a:ext uri="{9D8B030D-6E8A-4147-A177-3AD203B41FA5}">
                      <a16:colId xmlns:a16="http://schemas.microsoft.com/office/drawing/2014/main" val="2030790243"/>
                    </a:ext>
                  </a:extLst>
                </a:gridCol>
                <a:gridCol w="825910">
                  <a:extLst>
                    <a:ext uri="{9D8B030D-6E8A-4147-A177-3AD203B41FA5}">
                      <a16:colId xmlns:a16="http://schemas.microsoft.com/office/drawing/2014/main" val="2269955898"/>
                    </a:ext>
                  </a:extLst>
                </a:gridCol>
                <a:gridCol w="545370">
                  <a:extLst>
                    <a:ext uri="{9D8B030D-6E8A-4147-A177-3AD203B41FA5}">
                      <a16:colId xmlns:a16="http://schemas.microsoft.com/office/drawing/2014/main" val="114296672"/>
                    </a:ext>
                  </a:extLst>
                </a:gridCol>
                <a:gridCol w="777934">
                  <a:extLst>
                    <a:ext uri="{9D8B030D-6E8A-4147-A177-3AD203B41FA5}">
                      <a16:colId xmlns:a16="http://schemas.microsoft.com/office/drawing/2014/main" val="3036003095"/>
                    </a:ext>
                  </a:extLst>
                </a:gridCol>
                <a:gridCol w="638231">
                  <a:extLst>
                    <a:ext uri="{9D8B030D-6E8A-4147-A177-3AD203B41FA5}">
                      <a16:colId xmlns:a16="http://schemas.microsoft.com/office/drawing/2014/main" val="2457824322"/>
                    </a:ext>
                  </a:extLst>
                </a:gridCol>
              </a:tblGrid>
              <a:tr h="370840">
                <a:tc gridSpan="3">
                  <a:txBody>
                    <a:bodyPr/>
                    <a:lstStyle/>
                    <a:p>
                      <a:pPr algn="ctr"/>
                      <a:r>
                        <a:rPr lang="en-US" sz="1300" noProof="0" dirty="0">
                          <a:latin typeface="Arial" panose="020B0604020202020204" pitchFamily="34" charset="0"/>
                          <a:cs typeface="Arial" panose="020B0604020202020204" pitchFamily="34" charset="0"/>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hMerge="1">
                  <a:txBody>
                    <a:bodyPr/>
                    <a:lstStyle/>
                    <a:p>
                      <a:endParaRPr lang="en-US" dirty="0"/>
                    </a:p>
                  </a:txBody>
                  <a:tcPr>
                    <a:lnT w="12700" cap="flat" cmpd="sng" algn="ctr">
                      <a:solidFill>
                        <a:schemeClr val="tx1"/>
                      </a:solidFill>
                      <a:prstDash val="solid"/>
                      <a:round/>
                      <a:headEnd type="none" w="med" len="med"/>
                      <a:tailEnd type="none" w="med" len="med"/>
                    </a:lnT>
                  </a:tcPr>
                </a:tc>
                <a:tc hMerge="1">
                  <a:txBody>
                    <a:bodyPr/>
                    <a:lstStyle/>
                    <a:p>
                      <a:endParaRPr 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a:r>
                        <a:rPr lang="en-US" sz="1300" noProof="0" dirty="0">
                          <a:latin typeface="Arial" panose="020B0604020202020204" pitchFamily="34" charset="0"/>
                          <a:cs typeface="Arial" panose="020B0604020202020204" pitchFamily="34" charset="0"/>
                        </a:rPr>
                        <a:t>BMI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lnL w="12700" cap="flat" cmpd="sng" algn="ctr">
                      <a:solidFill>
                        <a:schemeClr val="tx1"/>
                      </a:solidFill>
                      <a:prstDash val="solid"/>
                      <a:round/>
                      <a:headEnd type="none" w="med" len="med"/>
                      <a:tailEnd type="none" w="med" len="med"/>
                    </a:lnL>
                  </a:tcPr>
                </a:tc>
                <a:tc gridSpan="3">
                  <a:txBody>
                    <a:bodyPr/>
                    <a:lstStyle/>
                    <a:p>
                      <a:pPr algn="ctr"/>
                      <a:r>
                        <a:rPr lang="en-US" sz="1300" noProof="0" dirty="0">
                          <a:latin typeface="Arial" panose="020B0604020202020204" pitchFamily="34" charset="0"/>
                          <a:cs typeface="Arial" panose="020B0604020202020204" pitchFamily="34" charset="0"/>
                        </a:rPr>
                        <a:t>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3">
                  <a:txBody>
                    <a:bodyPr/>
                    <a:lstStyle/>
                    <a:p>
                      <a:pPr algn="ctr"/>
                      <a:r>
                        <a:rPr lang="en-US" sz="1300" noProof="0" dirty="0" err="1">
                          <a:latin typeface="Arial" panose="020B0604020202020204" pitchFamily="34" charset="0"/>
                          <a:cs typeface="Arial" panose="020B0604020202020204" pitchFamily="34" charset="0"/>
                        </a:rPr>
                        <a:t>IoS</a:t>
                      </a:r>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gridSpan="2">
                  <a:txBody>
                    <a:bodyPr/>
                    <a:lstStyle/>
                    <a:p>
                      <a:pPr algn="ctr"/>
                      <a:r>
                        <a:rPr lang="en-US" sz="1300" noProof="0" dirty="0">
                          <a:latin typeface="Arial" panose="020B0604020202020204" pitchFamily="34" charset="0"/>
                          <a:cs typeface="Arial" panose="020B0604020202020204" pitchFamily="34" charset="0"/>
                        </a:rPr>
                        <a:t>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941790"/>
                  </a:ext>
                </a:extLst>
              </a:tr>
              <a:tr h="370840">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300" noProof="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alpha val="2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300" noProof="0" dirty="0">
                          <a:solidFill>
                            <a:srgbClr val="00B050"/>
                          </a:solidFill>
                          <a:latin typeface="Arial" panose="020B0604020202020204" pitchFamily="34" charset="0"/>
                          <a:cs typeface="Arial" panose="020B0604020202020204" pitchFamily="34" charset="0"/>
                        </a:rPr>
                        <a:t>Healthy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sz="1300" kern="1200" noProof="0" dirty="0">
                          <a:solidFill>
                            <a:srgbClr val="FF0000"/>
                          </a:solidFill>
                          <a:latin typeface="Arial" panose="020B0604020202020204" pitchFamily="34" charset="0"/>
                          <a:ea typeface="+mn-ea"/>
                          <a:cs typeface="Arial" panose="020B0604020202020204" pitchFamily="34" charset="0"/>
                        </a:rPr>
                        <a:t>Sick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3441775"/>
                  </a:ext>
                </a:extLst>
              </a:tr>
              <a:tr h="370840">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Young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noProof="0" dirty="0">
                          <a:latin typeface="Arial" panose="020B0604020202020204" pitchFamily="34" charset="0"/>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Under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Female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400" kern="1200" noProof="0" dirty="0">
                          <a:solidFill>
                            <a:schemeClr val="tx1"/>
                          </a:solidFill>
                          <a:latin typeface="Arial" panose="020B0604020202020204" pitchFamily="34" charset="0"/>
                          <a:ea typeface="+mn-ea"/>
                          <a:cs typeface="Arial" panose="020B0604020202020204" pitchFamily="34" charset="0"/>
                        </a:rPr>
                        <a:t>High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6</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5</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9</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7794253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Middle</a:t>
                      </a:r>
                    </a:p>
                  </a:txBody>
                  <a:tcPr>
                    <a:lnL w="12700" cap="flat" cmpd="sng" algn="ctr">
                      <a:solidFill>
                        <a:schemeClr val="tx1"/>
                      </a:solidFill>
                      <a:prstDash val="solid"/>
                      <a:round/>
                      <a:headEnd type="none" w="med" len="med"/>
                      <a:tailEnd type="none" w="med" len="med"/>
                    </a:lnL>
                  </a:tcPr>
                </a:tc>
                <a:tc>
                  <a:txBody>
                    <a:bodyPr/>
                    <a:lstStyle/>
                    <a:p>
                      <a:pPr algn="ctr"/>
                      <a:r>
                        <a:rPr lang="en-US" sz="1400" noProof="0" dirty="0">
                          <a:latin typeface="Arial" panose="020B0604020202020204" pitchFamily="34" charset="0"/>
                          <a:cs typeface="Arial" panose="020B0604020202020204" pitchFamily="34" charset="0"/>
                        </a:rPr>
                        <a:t>-</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4</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Normal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Male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4</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Low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alpha val="50000"/>
                      </a:schemeClr>
                    </a:solidFill>
                  </a:tcPr>
                </a:tc>
                <a:extLst>
                  <a:ext uri="{0D108BD9-81ED-4DB2-BD59-A6C34878D82A}">
                    <a16:rowId xmlns:a16="http://schemas.microsoft.com/office/drawing/2014/main" val="493447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noProof="0" dirty="0">
                          <a:latin typeface="Arial" panose="020B0604020202020204" pitchFamily="34" charset="0"/>
                          <a:cs typeface="Arial" panose="020B0604020202020204" pitchFamily="34" charset="0"/>
                        </a:rPr>
                        <a:t>2</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400" noProof="0" dirty="0">
                          <a:latin typeface="Arial" panose="020B0604020202020204" pitchFamily="34" charset="0"/>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noProof="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solidFill>
                            <a:schemeClr val="tx1"/>
                          </a:solidFill>
                          <a:latin typeface="Arial" panose="020B0604020202020204" pitchFamily="34" charset="0"/>
                          <a:ea typeface="+mn-ea"/>
                          <a:cs typeface="Arial" panose="020B0604020202020204" pitchFamily="34" charset="0"/>
                        </a:rPr>
                        <a:t>Over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1</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algn="ctr" defTabSz="914400" rtl="0" eaLnBrk="1" latinLnBrk="0" hangingPunct="1"/>
                      <a:r>
                        <a:rPr lang="en-US" sz="1400" kern="1200" noProof="0" dirty="0">
                          <a:solidFill>
                            <a:schemeClr val="tx1"/>
                          </a:solidFill>
                          <a:latin typeface="Arial" panose="020B0604020202020204" pitchFamily="34" charset="0"/>
                          <a:ea typeface="+mn-ea"/>
                          <a:cs typeface="Arial" panose="020B0604020202020204" pitchFamily="34" charset="0"/>
                        </a:rPr>
                        <a:t>3</a:t>
                      </a:r>
                      <a:r>
                        <a:rPr lang="tr-TR" sz="1400" noProof="0" dirty="0">
                          <a:latin typeface="Arial" panose="020B0604020202020204" pitchFamily="34" charset="0"/>
                          <a:cs typeface="Arial" panose="020B0604020202020204" pitchFamily="34" charset="0"/>
                        </a:rPr>
                        <a:t>+1</a:t>
                      </a: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2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tc>
                  <a:txBody>
                    <a:bodyPr/>
                    <a:lstStyle/>
                    <a:p>
                      <a:pPr marL="0" algn="ctr" defTabSz="914400" rtl="0" eaLnBrk="1" latinLnBrk="0" hangingPunct="1"/>
                      <a:endParaRPr lang="en-US" sz="1400" kern="1200" noProof="0" dirty="0">
                        <a:solidFill>
                          <a:schemeClr val="tx1"/>
                        </a:solidFill>
                        <a:latin typeface="Arial" panose="020B0604020202020204" pitchFamily="34" charset="0"/>
                        <a:ea typeface="+mn-ea"/>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595680668"/>
                  </a:ext>
                </a:extLst>
              </a:tr>
            </a:tbl>
          </a:graphicData>
        </a:graphic>
      </p:graphicFrame>
      <p:sp>
        <p:nvSpPr>
          <p:cNvPr id="6" name="Explosion 1 5"/>
          <p:cNvSpPr/>
          <p:nvPr/>
        </p:nvSpPr>
        <p:spPr>
          <a:xfrm>
            <a:off x="1951630" y="5732060"/>
            <a:ext cx="805217" cy="586853"/>
          </a:xfrm>
          <a:prstGeom prst="irregularSeal1">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952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rmAutofit/>
          </a:bodyPr>
          <a:lstStyle/>
          <a:p>
            <a:r>
              <a:rPr lang="en-US" altLang="en-US" b="1" dirty="0"/>
              <a:t>Instance-Based Learning (IB</a:t>
            </a:r>
            <a:r>
              <a:rPr lang="tr-TR" altLang="en-US" b="1" dirty="0"/>
              <a:t>L</a:t>
            </a:r>
            <a:r>
              <a:rPr lang="en-US" altLang="en-US" b="1" dirty="0"/>
              <a:t>)</a:t>
            </a:r>
            <a:endParaRPr lang="en-US" b="1" dirty="0"/>
          </a:p>
        </p:txBody>
      </p:sp>
      <p:sp>
        <p:nvSpPr>
          <p:cNvPr id="19" name="Content Placeholder 13"/>
          <p:cNvSpPr>
            <a:spLocks noGrp="1"/>
          </p:cNvSpPr>
          <p:nvPr>
            <p:ph idx="4294967295"/>
          </p:nvPr>
        </p:nvSpPr>
        <p:spPr>
          <a:xfrm>
            <a:off x="838199" y="1825625"/>
            <a:ext cx="10612273" cy="4771118"/>
          </a:xfrm>
          <a:prstGeom prst="rect">
            <a:avLst/>
          </a:prstGeom>
        </p:spPr>
        <p:txBody>
          <a:bodyPr>
            <a:noAutofit/>
          </a:bodyPr>
          <a:lstStyle/>
          <a:p>
            <a:pPr>
              <a:lnSpc>
                <a:spcPct val="120000"/>
              </a:lnSpc>
              <a:spcBef>
                <a:spcPts val="600"/>
              </a:spcBef>
            </a:pPr>
            <a:r>
              <a:rPr lang="en-US" altLang="en-US" sz="2200" dirty="0">
                <a:latin typeface="Arial" panose="020B0604020202020204" pitchFamily="34" charset="0"/>
                <a:cs typeface="Arial" panose="020B0604020202020204" pitchFamily="34" charset="0"/>
              </a:rPr>
              <a:t>Lazy Learning – This classifier does not do much!</a:t>
            </a:r>
          </a:p>
          <a:p>
            <a:pPr>
              <a:lnSpc>
                <a:spcPct val="120000"/>
              </a:lnSpc>
              <a:spcBef>
                <a:spcPts val="600"/>
              </a:spcBef>
            </a:pPr>
            <a:r>
              <a:rPr lang="en-US" altLang="en-US" sz="2200" dirty="0">
                <a:latin typeface="Arial" panose="020B0604020202020204" pitchFamily="34" charset="0"/>
                <a:cs typeface="Arial" panose="020B0604020202020204" pitchFamily="34" charset="0"/>
              </a:rPr>
              <a:t>Recall that the classifiers constructs a model during the training phase in order to classify the new cases.</a:t>
            </a:r>
          </a:p>
          <a:p>
            <a:pPr>
              <a:lnSpc>
                <a:spcPct val="120000"/>
              </a:lnSpc>
              <a:spcBef>
                <a:spcPts val="600"/>
              </a:spcBef>
            </a:pPr>
            <a:r>
              <a:rPr lang="en-US" altLang="en-US" sz="2200" dirty="0">
                <a:latin typeface="Arial" panose="020B0604020202020204" pitchFamily="34" charset="0"/>
                <a:cs typeface="Arial" panose="020B0604020202020204" pitchFamily="34" charset="0"/>
              </a:rPr>
              <a:t>IBL does not have a training phase. It also does not construct a classifier. Computing is done during the classification.</a:t>
            </a:r>
          </a:p>
          <a:p>
            <a:pPr>
              <a:lnSpc>
                <a:spcPct val="120000"/>
              </a:lnSpc>
              <a:spcBef>
                <a:spcPts val="600"/>
              </a:spcBef>
            </a:pPr>
            <a:r>
              <a:rPr lang="en-US" altLang="en-US" sz="2200" dirty="0">
                <a:latin typeface="Arial" panose="020B0604020202020204" pitchFamily="34" charset="0"/>
                <a:cs typeface="Arial" panose="020B0604020202020204" pitchFamily="34" charset="0"/>
              </a:rPr>
              <a:t>It basically learns by storing the training data (learning)</a:t>
            </a:r>
          </a:p>
          <a:p>
            <a:pPr>
              <a:lnSpc>
                <a:spcPct val="120000"/>
              </a:lnSpc>
              <a:spcBef>
                <a:spcPts val="600"/>
              </a:spcBef>
            </a:pPr>
            <a:r>
              <a:rPr lang="en-US" altLang="en-US" sz="2200" dirty="0">
                <a:latin typeface="Arial" panose="020B0604020202020204" pitchFamily="34" charset="0"/>
                <a:cs typeface="Arial" panose="020B0604020202020204" pitchFamily="34" charset="0"/>
              </a:rPr>
              <a:t>Fundamental assumption is </a:t>
            </a:r>
            <a:r>
              <a:rPr lang="en-US" altLang="en-US" sz="2200" u="sng" dirty="0">
                <a:latin typeface="Arial" panose="020B0604020202020204" pitchFamily="34" charset="0"/>
                <a:cs typeface="Arial" panose="020B0604020202020204" pitchFamily="34" charset="0"/>
              </a:rPr>
              <a:t>"</a:t>
            </a:r>
            <a:r>
              <a:rPr lang="en-US" altLang="en-US" sz="2200" i="1" u="sng" dirty="0">
                <a:latin typeface="Arial" panose="020B0604020202020204" pitchFamily="34" charset="0"/>
                <a:cs typeface="Arial" panose="020B0604020202020204" pitchFamily="34" charset="0"/>
              </a:rPr>
              <a:t>Similar instances will have in similar classes</a:t>
            </a:r>
            <a:r>
              <a:rPr lang="en-US" altLang="en-US" sz="2200" u="sng" dirty="0">
                <a:latin typeface="Arial" panose="020B0604020202020204" pitchFamily="34" charset="0"/>
                <a:cs typeface="Arial" panose="020B0604020202020204" pitchFamily="34" charset="0"/>
              </a:rPr>
              <a:t>"!</a:t>
            </a:r>
          </a:p>
          <a:p>
            <a:pPr>
              <a:lnSpc>
                <a:spcPct val="120000"/>
              </a:lnSpc>
              <a:spcBef>
                <a:spcPts val="600"/>
              </a:spcBef>
            </a:pPr>
            <a:r>
              <a:rPr lang="en-US" altLang="en-US" sz="2200" i="1" dirty="0">
                <a:latin typeface="Arial" panose="020B0604020202020204" pitchFamily="34" charset="0"/>
                <a:cs typeface="Arial" panose="020B0604020202020204" pitchFamily="34" charset="0"/>
              </a:rPr>
              <a:t>k</a:t>
            </a:r>
            <a:r>
              <a:rPr lang="en-US" altLang="en-US" sz="2200" dirty="0">
                <a:latin typeface="Arial" panose="020B0604020202020204" pitchFamily="34" charset="0"/>
                <a:cs typeface="Arial" panose="020B0604020202020204" pitchFamily="34" charset="0"/>
              </a:rPr>
              <a:t>-Nearest Neighbor (KNN Classifier) is one of the most popular Instance Based Learner. Find </a:t>
            </a:r>
            <a:r>
              <a:rPr lang="en-US" altLang="en-US" sz="2200" b="1" i="1" u="sng" dirty="0">
                <a:latin typeface="Arial" panose="020B0604020202020204" pitchFamily="34" charset="0"/>
                <a:cs typeface="Arial" panose="020B0604020202020204" pitchFamily="34" charset="0"/>
              </a:rPr>
              <a:t>most similar k</a:t>
            </a:r>
            <a:r>
              <a:rPr lang="en-US" altLang="en-US" sz="2200" b="1" i="1" dirty="0">
                <a:latin typeface="Arial" panose="020B0604020202020204" pitchFamily="34" charset="0"/>
                <a:cs typeface="Arial" panose="020B0604020202020204" pitchFamily="34" charset="0"/>
              </a:rPr>
              <a:t> </a:t>
            </a:r>
            <a:r>
              <a:rPr lang="en-US" altLang="en-US" sz="2200" dirty="0">
                <a:latin typeface="Arial" panose="020B0604020202020204" pitchFamily="34" charset="0"/>
                <a:cs typeface="Arial" panose="020B0604020202020204" pitchFamily="34" charset="0"/>
              </a:rPr>
              <a:t>instances and infer based on only these k instances.</a:t>
            </a:r>
            <a:endParaRPr lang="tr-TR" altLang="en-US" sz="2200" dirty="0">
              <a:latin typeface="Arial" panose="020B0604020202020204" pitchFamily="34" charset="0"/>
              <a:cs typeface="Arial" panose="020B0604020202020204" pitchFamily="34" charset="0"/>
            </a:endParaRPr>
          </a:p>
          <a:p>
            <a:pPr>
              <a:lnSpc>
                <a:spcPct val="120000"/>
              </a:lnSpc>
              <a:spcBef>
                <a:spcPts val="600"/>
              </a:spcBef>
            </a:pPr>
            <a:r>
              <a:rPr lang="en-US" altLang="en-US" sz="2200" b="1" dirty="0">
                <a:latin typeface="Arial" panose="020B0604020202020204" pitchFamily="34" charset="0"/>
                <a:cs typeface="Arial" panose="020B0604020202020204" pitchFamily="34" charset="0"/>
              </a:rPr>
              <a:t>How do we assess the "similarity" between the instances?</a:t>
            </a:r>
          </a:p>
          <a:p>
            <a:pPr>
              <a:lnSpc>
                <a:spcPct val="120000"/>
              </a:lnSpc>
              <a:spcBef>
                <a:spcPts val="600"/>
              </a:spcBef>
            </a:pPr>
            <a:endParaRPr lang="en-US" alt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8894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(I)</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smtClean="0">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A commonly used distance metric between </a:t>
                </a:r>
                <a:r>
                  <a:rPr lang="en-US" sz="2000" i="1" dirty="0">
                    <a:latin typeface="Arial" panose="020B0604020202020204" pitchFamily="34" charset="0"/>
                    <a:cs typeface="Arial" panose="020B0604020202020204" pitchFamily="34" charset="0"/>
                  </a:rPr>
                  <a:t>numeric features </a:t>
                </a:r>
                <a:r>
                  <a:rPr lang="en-US" sz="2000" dirty="0">
                    <a:latin typeface="Arial" panose="020B0604020202020204" pitchFamily="34" charset="0"/>
                    <a:cs typeface="Arial" panose="020B0604020202020204" pitchFamily="34" charset="0"/>
                  </a:rPr>
                  <a:t>is the </a:t>
                </a:r>
                <a:r>
                  <a:rPr lang="en-US" sz="2000" dirty="0">
                    <a:solidFill>
                      <a:srgbClr val="0070C0"/>
                    </a:solidFill>
                    <a:latin typeface="Arial" panose="020B0604020202020204" pitchFamily="34" charset="0"/>
                    <a:cs typeface="Arial" panose="020B0604020202020204" pitchFamily="34" charset="0"/>
                  </a:rPr>
                  <a:t>Euclidean Distance</a:t>
                </a:r>
                <a:r>
                  <a:rPr lang="tr-TR" sz="2000" dirty="0">
                    <a:solidFill>
                      <a:srgbClr val="0070C0"/>
                    </a:solidFill>
                    <a:latin typeface="Arial" panose="020B0604020202020204" pitchFamily="34" charset="0"/>
                    <a:cs typeface="Arial" panose="020B0604020202020204" pitchFamily="34" charset="0"/>
                  </a:rPr>
                  <a:t> (ED)</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𝑑</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m:t>
                      </m:r>
                      <m:rad>
                        <m:radPr>
                          <m:degHide m:val="on"/>
                          <m:ctrlPr>
                            <a:rPr lang="en-US" sz="2000" i="1">
                              <a:solidFill>
                                <a:srgbClr val="00B050"/>
                              </a:solidFill>
                              <a:latin typeface="Cambria Math" panose="02040503050406030204" pitchFamily="18" charset="0"/>
                              <a:cs typeface="Arial" panose="020B0604020202020204" pitchFamily="34" charset="0"/>
                            </a:rPr>
                          </m:ctrlPr>
                        </m:radPr>
                        <m:deg/>
                        <m:e>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sSup>
                                <m:sSupPr>
                                  <m:ctrlPr>
                                    <a:rPr lang="en-US" sz="2000" i="1">
                                      <a:solidFill>
                                        <a:srgbClr val="00B050"/>
                                      </a:solidFill>
                                      <a:latin typeface="Cambria Math" panose="02040503050406030204" pitchFamily="18" charset="0"/>
                                      <a:cs typeface="Arial" panose="020B0604020202020204" pitchFamily="34" charset="0"/>
                                    </a:rPr>
                                  </m:ctrlPr>
                                </m:sSupPr>
                                <m:e>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d>
                                </m:e>
                                <m:sup>
                                  <m:r>
                                    <a:rPr lang="en-US" sz="2000" i="1">
                                      <a:solidFill>
                                        <a:srgbClr val="00B050"/>
                                      </a:solidFill>
                                      <a:latin typeface="Cambria Math" panose="02040503050406030204" pitchFamily="18" charset="0"/>
                                      <a:cs typeface="Arial" panose="020B0604020202020204" pitchFamily="34" charset="0"/>
                                    </a:rPr>
                                    <m:t>2</m:t>
                                  </m:r>
                                </m:sup>
                              </m:sSup>
                            </m:e>
                          </m:nary>
                        </m:e>
                      </m:rad>
                      <m:r>
                        <a:rPr lang="en-US" sz="2000" i="1">
                          <a:solidFill>
                            <a:srgbClr val="00B050"/>
                          </a:solidFill>
                          <a:latin typeface="Cambria Math" panose="02040503050406030204" pitchFamily="18" charset="0"/>
                          <a:cs typeface="Arial" panose="020B0604020202020204" pitchFamily="34" charset="0"/>
                        </a:rPr>
                        <m:t> </m:t>
                      </m:r>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Note that since </a:t>
                </a:r>
                <a:r>
                  <a:rPr lang="tr-TR" sz="2000" dirty="0">
                    <a:solidFill>
                      <a:srgbClr val="0070C0"/>
                    </a:solidFill>
                    <a:latin typeface="Arial" panose="020B0604020202020204" pitchFamily="34" charset="0"/>
                    <a:cs typeface="Arial" panose="020B0604020202020204" pitchFamily="34" charset="0"/>
                  </a:rPr>
                  <a:t>ED</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is not scale independent, </a:t>
                </a:r>
                <a:r>
                  <a:rPr lang="en-US" sz="2000" dirty="0">
                    <a:latin typeface="Arial" panose="020B0604020202020204" pitchFamily="34" charset="0"/>
                    <a:cs typeface="Arial" panose="020B0604020202020204" pitchFamily="34" charset="0"/>
                  </a:rPr>
                  <a:t>one needs to </a:t>
                </a:r>
                <a:r>
                  <a:rPr lang="en-US" sz="2000" b="1" u="sng" dirty="0">
                    <a:latin typeface="Arial" panose="020B0604020202020204" pitchFamily="34" charset="0"/>
                    <a:cs typeface="Arial" panose="020B0604020202020204" pitchFamily="34" charset="0"/>
                  </a:rPr>
                  <a:t>normalize the data</a:t>
                </a:r>
                <a:r>
                  <a:rPr lang="en-US" sz="2000" dirty="0">
                    <a:latin typeface="Arial" panose="020B0604020202020204" pitchFamily="34" charset="0"/>
                    <a:cs typeface="Arial" panose="020B0604020202020204" pitchFamily="34" charset="0"/>
                  </a:rPr>
                  <a:t> before using this distance. Otherwise, the features that have higher values would dominate the distance, and change in the units (say, a change in one of the features from kilometers to millimeters would change the results).</a:t>
                </a:r>
              </a:p>
              <a:p>
                <a:pPr>
                  <a:lnSpc>
                    <a:spcPct val="120000"/>
                  </a:lnSpc>
                  <a:spcBef>
                    <a:spcPts val="600"/>
                  </a:spcBef>
                </a:pPr>
                <a:r>
                  <a:rPr lang="en-US" altLang="en-US" sz="2000" dirty="0">
                    <a:latin typeface="Arial" panose="020B0604020202020204" pitchFamily="34" charset="0"/>
                    <a:cs typeface="Arial" panose="020B0604020202020204" pitchFamily="34" charset="0"/>
                  </a:rPr>
                  <a:t>Quite effective for low dimensional data, but due to the curse of dimensionality it becomes less useful for high dimensional data.</a:t>
                </a: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522" r="-870" b="-11262"/>
                </a:stretch>
              </a:blipFill>
            </p:spPr>
            <p:txBody>
              <a:bodyPr/>
              <a:lstStyle/>
              <a:p>
                <a:r>
                  <a:rPr lang="en-US">
                    <a:noFill/>
                  </a:rPr>
                  <a:t> </a:t>
                </a:r>
              </a:p>
            </p:txBody>
          </p:sp>
        </mc:Fallback>
      </mc:AlternateContent>
    </p:spTree>
    <p:extLst>
      <p:ext uri="{BB962C8B-B14F-4D97-AF65-F5344CB8AC3E}">
        <p14:creationId xmlns:p14="http://schemas.microsoft.com/office/powerpoint/2010/main" val="139175920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(I</a:t>
            </a:r>
            <a:r>
              <a:rPr lang="tr-TR" b="1" dirty="0"/>
              <a:t>I</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smtClean="0">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Another commonly used distance metric between </a:t>
                </a:r>
                <a:r>
                  <a:rPr lang="en-US" sz="2000" i="1" dirty="0">
                    <a:latin typeface="Arial" panose="020B0604020202020204" pitchFamily="34" charset="0"/>
                    <a:cs typeface="Arial" panose="020B0604020202020204" pitchFamily="34" charset="0"/>
                  </a:rPr>
                  <a:t>numeric features </a:t>
                </a:r>
                <a:r>
                  <a:rPr lang="en-US" sz="2000" dirty="0">
                    <a:latin typeface="Arial" panose="020B0604020202020204" pitchFamily="34" charset="0"/>
                    <a:cs typeface="Arial" panose="020B0604020202020204" pitchFamily="34" charset="0"/>
                  </a:rPr>
                  <a:t>is the </a:t>
                </a:r>
                <a:r>
                  <a:rPr lang="en-US" sz="2000" dirty="0">
                    <a:solidFill>
                      <a:srgbClr val="0070C0"/>
                    </a:solidFill>
                    <a:latin typeface="Arial" panose="020B0604020202020204" pitchFamily="34" charset="0"/>
                    <a:cs typeface="Arial" panose="020B0604020202020204" pitchFamily="34" charset="0"/>
                  </a:rPr>
                  <a:t>Cosine Similarity (CS)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b="0" i="1" smtClean="0">
                          <a:solidFill>
                            <a:srgbClr val="00B050"/>
                          </a:solidFill>
                          <a:latin typeface="Cambria Math" panose="02040503050406030204" pitchFamily="18" charset="0"/>
                          <a:cs typeface="Arial" panose="020B0604020202020204" pitchFamily="34" charset="0"/>
                        </a:rPr>
                        <m:t>𝑑</m:t>
                      </m:r>
                      <m:d>
                        <m:dPr>
                          <m:ctrlPr>
                            <a:rPr lang="en-US" sz="2000" b="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b="0" i="1" smtClean="0">
                          <a:solidFill>
                            <a:srgbClr val="00B050"/>
                          </a:solidFill>
                          <a:latin typeface="Cambria Math" panose="02040503050406030204" pitchFamily="18" charset="0"/>
                          <a:cs typeface="Arial" panose="020B0604020202020204" pitchFamily="34" charset="0"/>
                        </a:rPr>
                        <m:t>=</m:t>
                      </m:r>
                      <m:f>
                        <m:fPr>
                          <m:ctrlPr>
                            <a:rPr lang="en-US" sz="2000" b="0" i="1" smtClean="0">
                              <a:solidFill>
                                <a:srgbClr val="00B050"/>
                              </a:solidFill>
                              <a:latin typeface="Cambria Math" panose="02040503050406030204" pitchFamily="18" charset="0"/>
                              <a:cs typeface="Arial" panose="020B0604020202020204" pitchFamily="34" charset="0"/>
                            </a:rPr>
                          </m:ctrlPr>
                        </m:fPr>
                        <m:num>
                          <m:d>
                            <m:dPr>
                              <m:begChr m:val="["/>
                              <m:endChr m:val="]"/>
                              <m:ctrlPr>
                                <a:rPr lang="en-US" sz="2000" b="0" i="1" smtClean="0">
                                  <a:solidFill>
                                    <a:srgbClr val="00B050"/>
                                  </a:solidFill>
                                  <a:latin typeface="Cambria Math" panose="02040503050406030204" pitchFamily="18" charset="0"/>
                                  <a:cs typeface="Arial" panose="020B0604020202020204" pitchFamily="34" charset="0"/>
                                </a:rPr>
                              </m:ctrlPr>
                            </m:dPr>
                            <m:e>
                              <m:sSub>
                                <m:sSubPr>
                                  <m:ctrlPr>
                                    <a:rPr lang="en-US" sz="2000" b="0" i="1" smtClean="0">
                                      <a:solidFill>
                                        <a:srgbClr val="00B050"/>
                                      </a:solidFill>
                                      <a:latin typeface="Cambria Math" panose="02040503050406030204" pitchFamily="18" charset="0"/>
                                      <a:cs typeface="Arial" panose="020B0604020202020204" pitchFamily="34" charset="0"/>
                                    </a:rPr>
                                  </m:ctrlPr>
                                </m:sSubPr>
                                <m:e>
                                  <m:r>
                                    <a:rPr lang="en-US" sz="2000" b="0" i="1" smtClean="0">
                                      <a:solidFill>
                                        <a:srgbClr val="00B050"/>
                                      </a:solidFill>
                                      <a:latin typeface="Cambria Math" panose="02040503050406030204" pitchFamily="18" charset="0"/>
                                      <a:cs typeface="Arial" panose="020B0604020202020204" pitchFamily="34" charset="0"/>
                                    </a:rPr>
                                    <m:t>𝑥</m:t>
                                  </m:r>
                                </m:e>
                                <m:sub>
                                  <m:r>
                                    <a:rPr lang="en-US" sz="2000" b="0" i="1" smtClean="0">
                                      <a:solidFill>
                                        <a:srgbClr val="00B050"/>
                                      </a:solidFill>
                                      <a:latin typeface="Cambria Math" panose="02040503050406030204" pitchFamily="18" charset="0"/>
                                      <a:cs typeface="Arial" panose="020B0604020202020204" pitchFamily="34" charset="0"/>
                                    </a:rPr>
                                    <m:t>1</m:t>
                                  </m:r>
                                </m:sub>
                              </m:sSub>
                            </m:e>
                          </m:d>
                          <m:r>
                            <a:rPr lang="en-US" sz="2000" i="1">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b="0" i="1" smtClean="0">
                                      <a:solidFill>
                                        <a:srgbClr val="00B050"/>
                                      </a:solidFill>
                                      <a:latin typeface="Cambria Math" panose="02040503050406030204" pitchFamily="18" charset="0"/>
                                      <a:cs typeface="Arial" panose="020B0604020202020204" pitchFamily="34" charset="0"/>
                                    </a:rPr>
                                    <m:t>2</m:t>
                                  </m:r>
                                </m:sub>
                              </m:sSub>
                            </m:e>
                          </m:d>
                        </m:num>
                        <m:den>
                          <m:d>
                            <m:dPr>
                              <m:begChr m:val="‖"/>
                              <m:endChr m:val="‖"/>
                              <m:ctrlPr>
                                <a:rPr lang="en-US" sz="2000" b="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b="0" i="1" smtClean="0">
                                      <a:solidFill>
                                        <a:srgbClr val="00B050"/>
                                      </a:solidFill>
                                      <a:latin typeface="Cambria Math" panose="02040503050406030204" pitchFamily="18" charset="0"/>
                                      <a:cs typeface="Arial" panose="020B0604020202020204" pitchFamily="34" charset="0"/>
                                    </a:rPr>
                                    <m:t>2</m:t>
                                  </m:r>
                                </m:sub>
                              </m:sSub>
                            </m:e>
                          </m:d>
                        </m:den>
                      </m:f>
                      <m:r>
                        <a:rPr lang="en-US" sz="2000" b="0" i="1" smtClean="0">
                          <a:solidFill>
                            <a:srgbClr val="00B050"/>
                          </a:solidFill>
                          <a:latin typeface="Cambria Math" panose="02040503050406030204" pitchFamily="18" charset="0"/>
                          <a:cs typeface="Arial" panose="020B0604020202020204" pitchFamily="34" charset="0"/>
                        </a:rPr>
                        <m:t>=</m:t>
                      </m:r>
                      <m:f>
                        <m:fPr>
                          <m:ctrlPr>
                            <a:rPr lang="en-US" sz="2000" b="0" i="1" smtClean="0">
                              <a:solidFill>
                                <a:srgbClr val="00B050"/>
                              </a:solidFill>
                              <a:latin typeface="Cambria Math" panose="02040503050406030204" pitchFamily="18" charset="0"/>
                              <a:cs typeface="Arial" panose="020B0604020202020204" pitchFamily="34" charset="0"/>
                            </a:rPr>
                          </m:ctrlPr>
                        </m:fPr>
                        <m:num>
                          <m:nary>
                            <m:naryPr>
                              <m:chr m:val="∑"/>
                              <m:ctrlPr>
                                <a:rPr lang="en-US" sz="2000" b="0" i="1" smtClean="0">
                                  <a:solidFill>
                                    <a:srgbClr val="00B050"/>
                                  </a:solidFill>
                                  <a:latin typeface="Cambria Math" panose="02040503050406030204" pitchFamily="18" charset="0"/>
                                  <a:cs typeface="Arial" panose="020B0604020202020204" pitchFamily="34" charset="0"/>
                                </a:rPr>
                              </m:ctrlPr>
                            </m:naryPr>
                            <m:sub>
                              <m:r>
                                <m:rPr>
                                  <m:brk m:alnAt="23"/>
                                </m:rPr>
                                <a:rPr lang="en-US" sz="2000" b="0" i="1" smtClean="0">
                                  <a:solidFill>
                                    <a:srgbClr val="00B050"/>
                                  </a:solidFill>
                                  <a:latin typeface="Cambria Math" panose="02040503050406030204" pitchFamily="18" charset="0"/>
                                  <a:cs typeface="Arial" panose="020B0604020202020204" pitchFamily="34" charset="0"/>
                                </a:rPr>
                                <m:t>𝑖</m:t>
                              </m:r>
                              <m:r>
                                <a:rPr lang="en-US" sz="2000" b="0" i="1" smtClean="0">
                                  <a:solidFill>
                                    <a:srgbClr val="00B050"/>
                                  </a:solidFill>
                                  <a:latin typeface="Cambria Math" panose="02040503050406030204" pitchFamily="18" charset="0"/>
                                  <a:cs typeface="Arial" panose="020B0604020202020204" pitchFamily="34" charset="0"/>
                                </a:rPr>
                                <m:t>=1</m:t>
                              </m:r>
                            </m:sub>
                            <m:sup>
                              <m:r>
                                <a:rPr lang="en-US" sz="2000" b="0" i="1" smtClean="0">
                                  <a:solidFill>
                                    <a:srgbClr val="00B050"/>
                                  </a:solidFill>
                                  <a:latin typeface="Cambria Math" panose="02040503050406030204" pitchFamily="18" charset="0"/>
                                  <a:cs typeface="Arial" panose="020B0604020202020204" pitchFamily="34" charset="0"/>
                                </a:rPr>
                                <m:t>𝑛</m:t>
                              </m:r>
                            </m:sup>
                            <m:e>
                              <m:d>
                                <m:dPr>
                                  <m:ctrlPr>
                                    <a:rPr lang="en-US" sz="2000" b="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b="0" i="1" smtClean="0">
                                              <a:solidFill>
                                                <a:srgbClr val="00B050"/>
                                              </a:solidFill>
                                              <a:latin typeface="Cambria Math" panose="02040503050406030204" pitchFamily="18" charset="0"/>
                                              <a:cs typeface="Arial" panose="020B0604020202020204" pitchFamily="34" charset="0"/>
                                            </a:rPr>
                                            <m:t>2</m:t>
                                          </m:r>
                                        </m:sub>
                                      </m:sSub>
                                    </m:e>
                                  </m:d>
                                </m:e>
                              </m:d>
                            </m:e>
                          </m:nary>
                        </m:num>
                        <m:den>
                          <m:rad>
                            <m:radPr>
                              <m:degHide m:val="on"/>
                              <m:ctrlPr>
                                <a:rPr lang="en-US" sz="2000" b="0" i="1" smtClean="0">
                                  <a:solidFill>
                                    <a:srgbClr val="00B050"/>
                                  </a:solidFill>
                                  <a:latin typeface="Cambria Math" panose="02040503050406030204" pitchFamily="18" charset="0"/>
                                  <a:cs typeface="Arial" panose="020B0604020202020204" pitchFamily="34" charset="0"/>
                                </a:rPr>
                              </m:ctrlPr>
                            </m:radPr>
                            <m:deg/>
                            <m:e>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sSup>
                                    <m:sSupPr>
                                      <m:ctrlPr>
                                        <a:rPr lang="en-US" sz="2000" i="1">
                                          <a:solidFill>
                                            <a:srgbClr val="00B050"/>
                                          </a:solidFill>
                                          <a:latin typeface="Cambria Math" panose="02040503050406030204" pitchFamily="18" charset="0"/>
                                          <a:cs typeface="Arial" panose="020B0604020202020204" pitchFamily="34" charset="0"/>
                                        </a:rPr>
                                      </m:ctrlPr>
                                    </m:sSupPr>
                                    <m:e>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b="0" i="1" smtClean="0">
                                                      <a:solidFill>
                                                        <a:srgbClr val="00B050"/>
                                                      </a:solidFill>
                                                      <a:latin typeface="Cambria Math" panose="02040503050406030204" pitchFamily="18" charset="0"/>
                                                      <a:cs typeface="Arial" panose="020B0604020202020204" pitchFamily="34" charset="0"/>
                                                    </a:rPr>
                                                    <m:t>1</m:t>
                                                  </m:r>
                                                </m:sub>
                                              </m:sSub>
                                            </m:e>
                                          </m:d>
                                        </m:e>
                                      </m:d>
                                    </m:e>
                                    <m:sup>
                                      <m:r>
                                        <a:rPr lang="en-US" sz="2000" i="1">
                                          <a:solidFill>
                                            <a:srgbClr val="00B050"/>
                                          </a:solidFill>
                                          <a:latin typeface="Cambria Math" panose="02040503050406030204" pitchFamily="18" charset="0"/>
                                          <a:cs typeface="Arial" panose="020B0604020202020204" pitchFamily="34" charset="0"/>
                                        </a:rPr>
                                        <m:t>2</m:t>
                                      </m:r>
                                    </m:sup>
                                  </m:sSup>
                                </m:e>
                              </m:nary>
                            </m:e>
                          </m:rad>
                          <m:r>
                            <a:rPr lang="en-US" sz="2000" i="1">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solidFill>
                                    <a:srgbClr val="00B050"/>
                                  </a:solidFill>
                                  <a:latin typeface="Cambria Math" panose="02040503050406030204" pitchFamily="18" charset="0"/>
                                  <a:cs typeface="Arial" panose="020B0604020202020204" pitchFamily="34" charset="0"/>
                                </a:rPr>
                              </m:ctrlPr>
                            </m:radPr>
                            <m:deg/>
                            <m:e>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sSup>
                                    <m:sSupPr>
                                      <m:ctrlPr>
                                        <a:rPr lang="en-US" sz="2000" i="1">
                                          <a:solidFill>
                                            <a:srgbClr val="00B050"/>
                                          </a:solidFill>
                                          <a:latin typeface="Cambria Math" panose="02040503050406030204" pitchFamily="18" charset="0"/>
                                          <a:cs typeface="Arial" panose="020B0604020202020204" pitchFamily="34" charset="0"/>
                                        </a:rPr>
                                      </m:ctrlPr>
                                    </m:sSupPr>
                                    <m:e>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d>
                                    </m:e>
                                    <m:sup>
                                      <m:r>
                                        <a:rPr lang="en-US" sz="2000" i="1">
                                          <a:solidFill>
                                            <a:srgbClr val="00B050"/>
                                          </a:solidFill>
                                          <a:latin typeface="Cambria Math" panose="02040503050406030204" pitchFamily="18" charset="0"/>
                                          <a:cs typeface="Arial" panose="020B0604020202020204" pitchFamily="34" charset="0"/>
                                        </a:rPr>
                                        <m:t>2</m:t>
                                      </m:r>
                                    </m:sup>
                                  </m:sSup>
                                </m:e>
                              </m:nary>
                            </m:e>
                          </m:rad>
                        </m:den>
                      </m:f>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Note that two data points that have exactly the same orientation would have </a:t>
                </a:r>
                <a:r>
                  <a:rPr lang="en-US" sz="2000" dirty="0">
                    <a:solidFill>
                      <a:srgbClr val="0070C0"/>
                    </a:solidFill>
                    <a:latin typeface="Arial" panose="020B0604020202020204" pitchFamily="34" charset="0"/>
                    <a:cs typeface="Arial" panose="020B0604020202020204" pitchFamily="34" charset="0"/>
                  </a:rPr>
                  <a:t>CS</a:t>
                </a:r>
                <a:r>
                  <a:rPr lang="en-US" sz="2000" dirty="0">
                    <a:latin typeface="Arial" panose="020B0604020202020204" pitchFamily="34" charset="0"/>
                    <a:cs typeface="Arial" panose="020B0604020202020204" pitchFamily="34" charset="0"/>
                  </a:rPr>
                  <a:t> of +1. On the other hand, if they are directly opposing to each other in that case </a:t>
                </a:r>
                <a:r>
                  <a:rPr lang="en-US" sz="2000" dirty="0">
                    <a:solidFill>
                      <a:srgbClr val="0070C0"/>
                    </a:solidFill>
                    <a:latin typeface="Arial" panose="020B0604020202020204" pitchFamily="34" charset="0"/>
                    <a:cs typeface="Arial" panose="020B0604020202020204" pitchFamily="34" charset="0"/>
                  </a:rPr>
                  <a:t>CS</a:t>
                </a:r>
                <a:r>
                  <a:rPr lang="en-US" sz="2000" dirty="0">
                    <a:latin typeface="Arial" panose="020B0604020202020204" pitchFamily="34" charset="0"/>
                    <a:cs typeface="Arial" panose="020B0604020202020204" pitchFamily="34" charset="0"/>
                  </a:rPr>
                  <a:t> of these two would be  -1 (e.g., </a:t>
                </a:r>
                <a14:m>
                  <m:oMath xmlns:m="http://schemas.openxmlformats.org/officeDocument/2006/math">
                    <m:sSub>
                      <m:sSubPr>
                        <m:ctrlPr>
                          <a:rPr lang="en-US" sz="2000" i="1" smtClean="0">
                            <a:solidFill>
                              <a:srgbClr val="00B050"/>
                            </a:solidFill>
                            <a:latin typeface="Cambria Math" panose="02040503050406030204" pitchFamily="18" charset="0"/>
                            <a:cs typeface="Arial" panose="020B0604020202020204" pitchFamily="34" charset="0"/>
                          </a:rPr>
                        </m:ctrlPr>
                      </m:sSubPr>
                      <m:e>
                        <m:r>
                          <a:rPr lang="en-US" sz="2000" b="0" i="1" smtClean="0">
                            <a:solidFill>
                              <a:srgbClr val="00B050"/>
                            </a:solidFill>
                            <a:latin typeface="Cambria Math" panose="02040503050406030204" pitchFamily="18" charset="0"/>
                            <a:cs typeface="Arial" panose="020B0604020202020204" pitchFamily="34" charset="0"/>
                          </a:rPr>
                          <m:t>𝑑</m:t>
                        </m:r>
                      </m:e>
                      <m:sub>
                        <m:r>
                          <a:rPr lang="en-US" sz="2000" b="0" i="1" smtClean="0">
                            <a:solidFill>
                              <a:srgbClr val="00B050"/>
                            </a:solidFill>
                            <a:latin typeface="Cambria Math" panose="02040503050406030204" pitchFamily="18" charset="0"/>
                            <a:cs typeface="Arial" panose="020B0604020202020204" pitchFamily="34" charset="0"/>
                          </a:rPr>
                          <m:t>𝐶𝑆</m:t>
                        </m:r>
                      </m:sub>
                    </m:sSub>
                    <m:d>
                      <m:dPr>
                        <m:ctrlPr>
                          <a:rPr lang="en-US" sz="2000" i="1">
                            <a:solidFill>
                              <a:srgbClr val="00B050"/>
                            </a:solidFill>
                            <a:latin typeface="Cambria Math" panose="02040503050406030204" pitchFamily="18" charset="0"/>
                            <a:cs typeface="Arial" panose="020B0604020202020204" pitchFamily="34" charset="0"/>
                          </a:rPr>
                        </m:ctrlPr>
                      </m:dPr>
                      <m:e>
                        <m:d>
                          <m:dPr>
                            <m:begChr m:val="["/>
                            <m:endChr m:val="]"/>
                            <m:ctrlPr>
                              <a:rPr lang="en-US" sz="2000" i="1">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2,4</m:t>
                            </m:r>
                          </m:e>
                        </m:d>
                        <m:r>
                          <a:rPr lang="en-US" sz="2000" i="1">
                            <a:solidFill>
                              <a:srgbClr val="00B050"/>
                            </a:solidFill>
                            <a:latin typeface="Cambria Math" panose="02040503050406030204" pitchFamily="18" charset="0"/>
                            <a:cs typeface="Arial" panose="020B0604020202020204" pitchFamily="34" charset="0"/>
                          </a:rPr>
                          <m:t>,</m:t>
                        </m:r>
                        <m:d>
                          <m:dPr>
                            <m:begChr m:val="["/>
                            <m:endChr m:val="]"/>
                            <m:ctrlPr>
                              <a:rPr lang="en-US" sz="2000" i="1">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1</m:t>
                            </m:r>
                            <m:r>
                              <a:rPr lang="en-US" sz="2000" i="1">
                                <a:solidFill>
                                  <a:srgbClr val="00B050"/>
                                </a:solidFill>
                                <a:latin typeface="Cambria Math" panose="02040503050406030204" pitchFamily="18" charset="0"/>
                                <a:cs typeface="Arial" panose="020B0604020202020204" pitchFamily="34" charset="0"/>
                              </a:rPr>
                              <m:t>,</m:t>
                            </m:r>
                            <m:r>
                              <a:rPr lang="en-US" sz="2000" b="0" i="1" smtClean="0">
                                <a:solidFill>
                                  <a:srgbClr val="00B050"/>
                                </a:solidFill>
                                <a:latin typeface="Cambria Math" panose="02040503050406030204" pitchFamily="18" charset="0"/>
                                <a:cs typeface="Arial" panose="020B0604020202020204" pitchFamily="34" charset="0"/>
                              </a:rPr>
                              <m:t>2</m:t>
                            </m:r>
                          </m:e>
                        </m:d>
                      </m:e>
                    </m:d>
                    <m:r>
                      <a:rPr lang="en-US" sz="2000" b="0" i="1" smtClean="0">
                        <a:solidFill>
                          <a:srgbClr val="00B050"/>
                        </a:solidFill>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a:t>
                </a:r>
              </a:p>
              <a:p>
                <a:pPr>
                  <a:lnSpc>
                    <a:spcPct val="120000"/>
                  </a:lnSpc>
                  <a:spcBef>
                    <a:spcPts val="600"/>
                  </a:spcBef>
                </a:pPr>
                <a:r>
                  <a:rPr lang="en-US" altLang="en-US" sz="2000" dirty="0">
                    <a:latin typeface="Arial" panose="020B0604020202020204" pitchFamily="34" charset="0"/>
                    <a:cs typeface="Arial" panose="020B0604020202020204" pitchFamily="34" charset="0"/>
                  </a:rPr>
                  <a:t>Is useful for high dimensional data and magnitude of the vector is not important but merely the direction of them what really matters (e.g., word counts in different texts, rather than the nominal occurrence of a word, relative frequency might be more useful).</a:t>
                </a: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522" r="-928" b="-6931"/>
                </a:stretch>
              </a:blipFill>
            </p:spPr>
            <p:txBody>
              <a:bodyPr/>
              <a:lstStyle/>
              <a:p>
                <a:r>
                  <a:rPr lang="en-US">
                    <a:noFill/>
                  </a:rPr>
                  <a:t> </a:t>
                </a:r>
              </a:p>
            </p:txBody>
          </p:sp>
        </mc:Fallback>
      </mc:AlternateContent>
    </p:spTree>
    <p:extLst>
      <p:ext uri="{BB962C8B-B14F-4D97-AF65-F5344CB8AC3E}">
        <p14:creationId xmlns:p14="http://schemas.microsoft.com/office/powerpoint/2010/main" val="1442647712"/>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(I</a:t>
            </a:r>
            <a:r>
              <a:rPr lang="tr-TR" b="1" dirty="0"/>
              <a:t>II</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1" y="1556083"/>
                <a:ext cx="9527160" cy="4926603"/>
              </a:xfrm>
            </p:spPr>
            <p:txBody>
              <a:bodyPr>
                <a:noAutofit/>
              </a:bodyPr>
              <a:lstStyle/>
              <a:p>
                <a:pPr>
                  <a:lnSpc>
                    <a:spcPct val="120000"/>
                  </a:lnSpc>
                  <a:spcBef>
                    <a:spcPts val="600"/>
                  </a:spcBef>
                </a:pPr>
                <a:r>
                  <a:rPr lang="en-US" sz="1900" dirty="0">
                    <a:latin typeface="Arial" panose="020B0604020202020204" pitchFamily="34" charset="0"/>
                    <a:cs typeface="Arial" panose="020B0604020202020204" pitchFamily="34" charset="0"/>
                  </a:rPr>
                  <a:t>Each instance is an </a:t>
                </a:r>
                <a:r>
                  <a:rPr lang="en-US" sz="1900" i="1" dirty="0">
                    <a:latin typeface="Arial" panose="020B0604020202020204" pitchFamily="34" charset="0"/>
                    <a:cs typeface="Arial" panose="020B0604020202020204" pitchFamily="34" charset="0"/>
                  </a:rPr>
                  <a:t>n</a:t>
                </a:r>
                <a:r>
                  <a:rPr lang="en-US" sz="1900" dirty="0">
                    <a:latin typeface="Arial" panose="020B0604020202020204" pitchFamily="34" charset="0"/>
                    <a:cs typeface="Arial" panose="020B0604020202020204" pitchFamily="34" charset="0"/>
                  </a:rPr>
                  <a:t>-dimensional vector (has </a:t>
                </a:r>
                <a:r>
                  <a:rPr lang="en-US" sz="1900" i="1" dirty="0">
                    <a:latin typeface="Arial" panose="020B0604020202020204" pitchFamily="34" charset="0"/>
                    <a:cs typeface="Arial" panose="020B0604020202020204" pitchFamily="34" charset="0"/>
                  </a:rPr>
                  <a:t>n features</a:t>
                </a:r>
                <a:r>
                  <a:rPr lang="en-US" sz="19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1900" i="1" smtClean="0">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1</m:t>
                              </m:r>
                            </m:sub>
                          </m:sSub>
                          <m:d>
                            <m:dPr>
                              <m:ctrlPr>
                                <a:rPr lang="en-US" sz="1900" i="1" smtClean="0">
                                  <a:solidFill>
                                    <a:srgbClr val="00B050"/>
                                  </a:solidFill>
                                  <a:latin typeface="Cambria Math" panose="02040503050406030204" pitchFamily="18" charset="0"/>
                                  <a:cs typeface="Arial" panose="020B0604020202020204" pitchFamily="34" charset="0"/>
                                </a:rPr>
                              </m:ctrlPr>
                            </m:dPr>
                            <m:e>
                              <m:r>
                                <a:rPr lang="en-US" sz="1900" b="0" i="1" smtClean="0">
                                  <a:solidFill>
                                    <a:srgbClr val="00B050"/>
                                  </a:solidFill>
                                  <a:latin typeface="Cambria Math" panose="02040503050406030204" pitchFamily="18" charset="0"/>
                                  <a:cs typeface="Arial" panose="020B0604020202020204" pitchFamily="34" charset="0"/>
                                </a:rPr>
                                <m:t>𝑥</m:t>
                              </m:r>
                            </m:e>
                          </m:d>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2</m:t>
                              </m:r>
                            </m:sub>
                          </m:sSub>
                          <m:d>
                            <m:dPr>
                              <m:ctrlPr>
                                <a:rPr lang="en-US" sz="1900" i="1">
                                  <a:solidFill>
                                    <a:srgbClr val="00B050"/>
                                  </a:solidFill>
                                  <a:latin typeface="Cambria Math" panose="02040503050406030204" pitchFamily="18" charset="0"/>
                                  <a:cs typeface="Arial" panose="020B0604020202020204" pitchFamily="34" charset="0"/>
                                </a:rPr>
                              </m:ctrlPr>
                            </m:dPr>
                            <m:e>
                              <m:r>
                                <a:rPr lang="en-US" sz="1900" i="1">
                                  <a:solidFill>
                                    <a:srgbClr val="00B050"/>
                                  </a:solidFill>
                                  <a:latin typeface="Cambria Math" panose="02040503050406030204" pitchFamily="18" charset="0"/>
                                  <a:cs typeface="Arial" panose="020B0604020202020204" pitchFamily="34" charset="0"/>
                                </a:rPr>
                                <m:t>𝑥</m:t>
                              </m:r>
                            </m:e>
                          </m:d>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𝑛</m:t>
                              </m:r>
                            </m:sub>
                          </m:sSub>
                          <m:d>
                            <m:dPr>
                              <m:ctrlPr>
                                <a:rPr lang="en-US" sz="1900" i="1">
                                  <a:solidFill>
                                    <a:srgbClr val="00B050"/>
                                  </a:solidFill>
                                  <a:latin typeface="Cambria Math" panose="02040503050406030204" pitchFamily="18" charset="0"/>
                                  <a:cs typeface="Arial" panose="020B0604020202020204" pitchFamily="34" charset="0"/>
                                </a:rPr>
                              </m:ctrlPr>
                            </m:dPr>
                            <m:e>
                              <m:r>
                                <a:rPr lang="en-US" sz="1900" i="1">
                                  <a:solidFill>
                                    <a:srgbClr val="00B050"/>
                                  </a:solidFill>
                                  <a:latin typeface="Cambria Math" panose="02040503050406030204" pitchFamily="18" charset="0"/>
                                  <a:cs typeface="Arial" panose="020B0604020202020204" pitchFamily="34" charset="0"/>
                                </a:rPr>
                                <m:t>𝑥</m:t>
                              </m:r>
                            </m:e>
                          </m:d>
                        </m:e>
                      </m:d>
                    </m:oMath>
                  </m:oMathPara>
                </a14:m>
                <a:endParaRPr lang="en-US" sz="1900" dirty="0">
                  <a:latin typeface="Arial" panose="020B0604020202020204" pitchFamily="34" charset="0"/>
                  <a:cs typeface="Arial" panose="020B0604020202020204" pitchFamily="34" charset="0"/>
                </a:endParaRPr>
              </a:p>
              <a:p>
                <a:pPr>
                  <a:lnSpc>
                    <a:spcPct val="120000"/>
                  </a:lnSpc>
                  <a:spcBef>
                    <a:spcPts val="600"/>
                  </a:spcBef>
                </a:pPr>
                <a:r>
                  <a:rPr lang="en-US" sz="1900" dirty="0">
                    <a:latin typeface="Arial" panose="020B0604020202020204" pitchFamily="34" charset="0"/>
                    <a:cs typeface="Arial" panose="020B0604020202020204" pitchFamily="34" charset="0"/>
                  </a:rPr>
                  <a:t>Another distance metric between </a:t>
                </a:r>
                <a:r>
                  <a:rPr lang="en-US" sz="1900" i="1" dirty="0">
                    <a:latin typeface="Arial" panose="020B0604020202020204" pitchFamily="34" charset="0"/>
                    <a:cs typeface="Arial" panose="020B0604020202020204" pitchFamily="34" charset="0"/>
                  </a:rPr>
                  <a:t>numeric features </a:t>
                </a:r>
                <a:r>
                  <a:rPr lang="en-US" sz="1900" dirty="0">
                    <a:latin typeface="Arial" panose="020B0604020202020204" pitchFamily="34" charset="0"/>
                    <a:cs typeface="Arial" panose="020B0604020202020204" pitchFamily="34" charset="0"/>
                  </a:rPr>
                  <a:t>is the </a:t>
                </a:r>
                <a:r>
                  <a:rPr lang="en-US" sz="1900" dirty="0">
                    <a:solidFill>
                      <a:srgbClr val="0070C0"/>
                    </a:solidFill>
                    <a:latin typeface="Arial" panose="020B0604020202020204" pitchFamily="34" charset="0"/>
                    <a:cs typeface="Arial" panose="020B0604020202020204" pitchFamily="34" charset="0"/>
                  </a:rPr>
                  <a:t>Manhattan Distance (MD)</a:t>
                </a:r>
                <a:r>
                  <a:rPr lang="en-US" sz="19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1900" i="1">
                          <a:solidFill>
                            <a:srgbClr val="00B050"/>
                          </a:solidFill>
                          <a:latin typeface="Cambria Math" panose="02040503050406030204" pitchFamily="18" charset="0"/>
                          <a:cs typeface="Arial" panose="020B0604020202020204" pitchFamily="34" charset="0"/>
                        </a:rPr>
                        <m:t>𝑑</m:t>
                      </m:r>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1</m:t>
                              </m:r>
                            </m:sub>
                          </m:sSub>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2</m:t>
                              </m:r>
                            </m:sub>
                          </m:sSub>
                        </m:e>
                      </m:d>
                      <m:r>
                        <a:rPr lang="en-US" sz="1900" i="1">
                          <a:solidFill>
                            <a:srgbClr val="00B050"/>
                          </a:solidFill>
                          <a:latin typeface="Cambria Math" panose="02040503050406030204" pitchFamily="18" charset="0"/>
                          <a:cs typeface="Arial" panose="020B0604020202020204" pitchFamily="34" charset="0"/>
                        </a:rPr>
                        <m:t>=</m:t>
                      </m:r>
                      <m:nary>
                        <m:naryPr>
                          <m:chr m:val="∑"/>
                          <m:ctrlPr>
                            <a:rPr lang="en-US" sz="1900" i="1">
                              <a:solidFill>
                                <a:srgbClr val="00B050"/>
                              </a:solidFill>
                              <a:latin typeface="Cambria Math" panose="02040503050406030204" pitchFamily="18" charset="0"/>
                              <a:cs typeface="Arial" panose="020B0604020202020204" pitchFamily="34" charset="0"/>
                            </a:rPr>
                          </m:ctrlPr>
                        </m:naryPr>
                        <m:sub>
                          <m:r>
                            <m:rPr>
                              <m:brk m:alnAt="23"/>
                            </m:rPr>
                            <a:rPr lang="en-US" sz="1900" i="1">
                              <a:solidFill>
                                <a:srgbClr val="00B050"/>
                              </a:solidFill>
                              <a:latin typeface="Cambria Math" panose="02040503050406030204" pitchFamily="18" charset="0"/>
                              <a:cs typeface="Arial" panose="020B0604020202020204" pitchFamily="34" charset="0"/>
                            </a:rPr>
                            <m:t>𝑖</m:t>
                          </m:r>
                          <m:r>
                            <a:rPr lang="en-US" sz="1900" i="1">
                              <a:solidFill>
                                <a:srgbClr val="00B050"/>
                              </a:solidFill>
                              <a:latin typeface="Cambria Math" panose="02040503050406030204" pitchFamily="18" charset="0"/>
                              <a:cs typeface="Arial" panose="020B0604020202020204" pitchFamily="34" charset="0"/>
                            </a:rPr>
                            <m:t>=1</m:t>
                          </m:r>
                        </m:sub>
                        <m:sup>
                          <m:r>
                            <a:rPr lang="en-US" sz="1900" i="1">
                              <a:solidFill>
                                <a:srgbClr val="00B050"/>
                              </a:solidFill>
                              <a:latin typeface="Cambria Math" panose="02040503050406030204" pitchFamily="18" charset="0"/>
                              <a:cs typeface="Arial" panose="020B0604020202020204" pitchFamily="34" charset="0"/>
                            </a:rPr>
                            <m:t>𝑛</m:t>
                          </m:r>
                        </m:sup>
                        <m:e>
                          <m:d>
                            <m:dPr>
                              <m:begChr m:val="|"/>
                              <m:endChr m:val="|"/>
                              <m:ctrlPr>
                                <a:rPr lang="en-US" sz="1900" i="1" smtClean="0">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𝑖</m:t>
                                  </m:r>
                                </m:sub>
                              </m:sSub>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1</m:t>
                                      </m:r>
                                    </m:sub>
                                  </m:sSub>
                                </m:e>
                              </m:d>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𝑖</m:t>
                                  </m:r>
                                </m:sub>
                              </m:sSub>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2</m:t>
                                      </m:r>
                                    </m:sub>
                                  </m:sSub>
                                </m:e>
                              </m:d>
                            </m:e>
                          </m:d>
                        </m:e>
                      </m:nary>
                    </m:oMath>
                  </m:oMathPara>
                </a14:m>
                <a:endParaRPr lang="en-US" sz="1900" dirty="0">
                  <a:latin typeface="Arial" panose="020B0604020202020204" pitchFamily="34" charset="0"/>
                  <a:cs typeface="Arial" panose="020B0604020202020204" pitchFamily="34" charset="0"/>
                </a:endParaRPr>
              </a:p>
              <a:p>
                <a:pPr>
                  <a:lnSpc>
                    <a:spcPct val="120000"/>
                  </a:lnSpc>
                  <a:spcBef>
                    <a:spcPts val="600"/>
                  </a:spcBef>
                </a:pPr>
                <a:r>
                  <a:rPr lang="en-US" sz="1900" dirty="0">
                    <a:latin typeface="Arial" panose="020B0604020202020204" pitchFamily="34" charset="0"/>
                    <a:cs typeface="Arial" panose="020B0604020202020204" pitchFamily="34" charset="0"/>
                  </a:rPr>
                  <a:t>Sometimes used for</a:t>
                </a:r>
                <a:r>
                  <a:rPr lang="en-US" altLang="en-US" sz="1900" dirty="0">
                    <a:latin typeface="Arial" panose="020B0604020202020204" pitchFamily="34" charset="0"/>
                    <a:cs typeface="Arial" panose="020B0604020202020204" pitchFamily="34" charset="0"/>
                  </a:rPr>
                  <a:t> high dimensional data. Not as popular as </a:t>
                </a:r>
                <a:r>
                  <a:rPr lang="tr-TR" altLang="en-US" sz="1900" dirty="0">
                    <a:solidFill>
                      <a:srgbClr val="0070C0"/>
                    </a:solidFill>
                    <a:latin typeface="Arial" panose="020B0604020202020204" pitchFamily="34" charset="0"/>
                    <a:cs typeface="Arial" panose="020B0604020202020204" pitchFamily="34" charset="0"/>
                  </a:rPr>
                  <a:t>E</a:t>
                </a:r>
                <a:r>
                  <a:rPr lang="en-US" sz="1900" dirty="0">
                    <a:solidFill>
                      <a:srgbClr val="0070C0"/>
                    </a:solidFill>
                    <a:latin typeface="Arial" panose="020B0604020202020204" pitchFamily="34" charset="0"/>
                    <a:cs typeface="Arial" panose="020B0604020202020204" pitchFamily="34" charset="0"/>
                  </a:rPr>
                  <a:t>D.</a:t>
                </a:r>
              </a:p>
              <a:p>
                <a:pPr>
                  <a:lnSpc>
                    <a:spcPct val="120000"/>
                  </a:lnSpc>
                  <a:spcBef>
                    <a:spcPts val="600"/>
                  </a:spcBef>
                </a:pPr>
                <a:r>
                  <a:rPr lang="en-US" sz="1900" dirty="0">
                    <a:latin typeface="Arial" panose="020B0604020202020204" pitchFamily="34" charset="0"/>
                    <a:cs typeface="Arial" panose="020B0604020202020204" pitchFamily="34" charset="0"/>
                  </a:rPr>
                  <a:t>Another less popular distance metric between </a:t>
                </a:r>
                <a:r>
                  <a:rPr lang="en-US" sz="1900" i="1" dirty="0">
                    <a:latin typeface="Arial" panose="020B0604020202020204" pitchFamily="34" charset="0"/>
                    <a:cs typeface="Arial" panose="020B0604020202020204" pitchFamily="34" charset="0"/>
                  </a:rPr>
                  <a:t>numeric features </a:t>
                </a:r>
                <a:r>
                  <a:rPr lang="en-US" sz="1900" dirty="0">
                    <a:latin typeface="Arial" panose="020B0604020202020204" pitchFamily="34" charset="0"/>
                    <a:cs typeface="Arial" panose="020B0604020202020204" pitchFamily="34" charset="0"/>
                  </a:rPr>
                  <a:t>is the </a:t>
                </a:r>
                <a:r>
                  <a:rPr lang="en-US" sz="1900" dirty="0">
                    <a:solidFill>
                      <a:srgbClr val="0070C0"/>
                    </a:solidFill>
                    <a:latin typeface="Arial" panose="020B0604020202020204" pitchFamily="34" charset="0"/>
                    <a:cs typeface="Arial" panose="020B0604020202020204" pitchFamily="34" charset="0"/>
                  </a:rPr>
                  <a:t>Chebyshev Distance (CD) (i.e., </a:t>
                </a:r>
                <a14:m>
                  <m:oMath xmlns:m="http://schemas.openxmlformats.org/officeDocument/2006/math">
                    <m:sSub>
                      <m:sSubPr>
                        <m:ctrlPr>
                          <a:rPr lang="en-US" sz="1900" i="1">
                            <a:solidFill>
                              <a:srgbClr val="0070C0"/>
                            </a:solidFill>
                            <a:latin typeface="Cambria Math" panose="02040503050406030204" pitchFamily="18" charset="0"/>
                            <a:cs typeface="Arial" panose="020B0604020202020204" pitchFamily="34" charset="0"/>
                          </a:rPr>
                        </m:ctrlPr>
                      </m:sSubPr>
                      <m:e>
                        <m:r>
                          <a:rPr lang="en-US" sz="1900" i="1">
                            <a:solidFill>
                              <a:srgbClr val="0070C0"/>
                            </a:solidFill>
                            <a:latin typeface="Cambria Math" panose="02040503050406030204" pitchFamily="18" charset="0"/>
                            <a:cs typeface="Arial" panose="020B0604020202020204" pitchFamily="34" charset="0"/>
                          </a:rPr>
                          <m:t>ℒ</m:t>
                        </m:r>
                      </m:e>
                      <m:sub>
                        <m:r>
                          <a:rPr lang="en-US" sz="1900" i="1">
                            <a:solidFill>
                              <a:srgbClr val="0070C0"/>
                            </a:solidFill>
                            <a:latin typeface="Cambria Math" panose="02040503050406030204" pitchFamily="18" charset="0"/>
                            <a:cs typeface="Arial" panose="020B0604020202020204" pitchFamily="34" charset="0"/>
                          </a:rPr>
                          <m:t>∞</m:t>
                        </m:r>
                      </m:sub>
                    </m:sSub>
                    <m:r>
                      <a:rPr lang="en-US" sz="1900" i="1">
                        <a:solidFill>
                          <a:srgbClr val="0070C0"/>
                        </a:solidFill>
                        <a:latin typeface="Cambria Math" panose="02040503050406030204" pitchFamily="18" charset="0"/>
                        <a:cs typeface="Arial" panose="020B0604020202020204" pitchFamily="34" charset="0"/>
                      </a:rPr>
                      <m:t>−</m:t>
                    </m:r>
                    <m:r>
                      <a:rPr lang="en-US" sz="1900" i="1">
                        <a:solidFill>
                          <a:srgbClr val="0070C0"/>
                        </a:solidFill>
                        <a:latin typeface="Cambria Math" panose="02040503050406030204" pitchFamily="18" charset="0"/>
                        <a:cs typeface="Arial" panose="020B0604020202020204" pitchFamily="34" charset="0"/>
                      </a:rPr>
                      <m:t>𝑚𝑒𝑡𝑟𝑖𝑐</m:t>
                    </m:r>
                  </m:oMath>
                </a14:m>
                <a:r>
                  <a:rPr lang="en-US" sz="1900" dirty="0">
                    <a:solidFill>
                      <a:srgbClr val="0070C0"/>
                    </a:solidFill>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1900" i="1">
                          <a:solidFill>
                            <a:srgbClr val="00B050"/>
                          </a:solidFill>
                          <a:latin typeface="Cambria Math" panose="02040503050406030204" pitchFamily="18" charset="0"/>
                          <a:cs typeface="Arial" panose="020B0604020202020204" pitchFamily="34" charset="0"/>
                        </a:rPr>
                        <m:t>𝑑</m:t>
                      </m:r>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1</m:t>
                              </m:r>
                            </m:sub>
                          </m:sSub>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2</m:t>
                              </m:r>
                            </m:sub>
                          </m:sSub>
                        </m:e>
                      </m:d>
                      <m:r>
                        <a:rPr lang="en-US" sz="1900" b="0" i="1" smtClean="0">
                          <a:solidFill>
                            <a:srgbClr val="00B050"/>
                          </a:solidFill>
                          <a:latin typeface="Cambria Math" panose="02040503050406030204" pitchFamily="18" charset="0"/>
                          <a:cs typeface="Arial" panose="020B0604020202020204" pitchFamily="34" charset="0"/>
                        </a:rPr>
                        <m:t>=</m:t>
                      </m:r>
                      <m:func>
                        <m:funcPr>
                          <m:ctrlPr>
                            <a:rPr lang="en-US" sz="1900" b="0" i="1" smtClean="0">
                              <a:solidFill>
                                <a:srgbClr val="00B050"/>
                              </a:solidFill>
                              <a:latin typeface="Cambria Math" panose="02040503050406030204" pitchFamily="18" charset="0"/>
                              <a:cs typeface="Arial" panose="020B0604020202020204" pitchFamily="34" charset="0"/>
                            </a:rPr>
                          </m:ctrlPr>
                        </m:funcPr>
                        <m:fName>
                          <m:limLow>
                            <m:limLowPr>
                              <m:ctrlPr>
                                <a:rPr lang="en-US" sz="1900" b="0" i="1" smtClean="0">
                                  <a:solidFill>
                                    <a:srgbClr val="00B050"/>
                                  </a:solidFill>
                                  <a:latin typeface="Cambria Math" panose="02040503050406030204" pitchFamily="18" charset="0"/>
                                  <a:cs typeface="Arial" panose="020B0604020202020204" pitchFamily="34" charset="0"/>
                                </a:rPr>
                              </m:ctrlPr>
                            </m:limLowPr>
                            <m:e>
                              <m:r>
                                <m:rPr>
                                  <m:sty m:val="p"/>
                                </m:rPr>
                                <a:rPr lang="en-US" sz="1900" b="0" i="0" smtClean="0">
                                  <a:solidFill>
                                    <a:srgbClr val="00B050"/>
                                  </a:solidFill>
                                  <a:latin typeface="Cambria Math" panose="02040503050406030204" pitchFamily="18" charset="0"/>
                                  <a:cs typeface="Arial" panose="020B0604020202020204" pitchFamily="34" charset="0"/>
                                </a:rPr>
                                <m:t>max</m:t>
                              </m:r>
                            </m:e>
                            <m:lim>
                              <m:r>
                                <a:rPr lang="en-US" sz="1900" b="0" i="1" smtClean="0">
                                  <a:solidFill>
                                    <a:srgbClr val="00B050"/>
                                  </a:solidFill>
                                  <a:latin typeface="Cambria Math" panose="02040503050406030204" pitchFamily="18" charset="0"/>
                                  <a:cs typeface="Arial" panose="020B0604020202020204" pitchFamily="34" charset="0"/>
                                </a:rPr>
                                <m:t>𝑖</m:t>
                              </m:r>
                            </m:lim>
                          </m:limLow>
                        </m:fName>
                        <m:e>
                          <m:d>
                            <m:dPr>
                              <m:begChr m:val="|"/>
                              <m:endChr m:val="|"/>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𝑖</m:t>
                                  </m:r>
                                </m:sub>
                              </m:sSub>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1</m:t>
                                      </m:r>
                                    </m:sub>
                                  </m:sSub>
                                </m:e>
                              </m:d>
                              <m:r>
                                <a:rPr lang="en-US" sz="1900" i="1">
                                  <a:solidFill>
                                    <a:srgbClr val="00B050"/>
                                  </a:solidFill>
                                  <a:latin typeface="Cambria Math" panose="02040503050406030204" pitchFamily="18" charset="0"/>
                                  <a:cs typeface="Arial" panose="020B0604020202020204" pitchFamily="34" charset="0"/>
                                </a:rPr>
                                <m:t>−</m:t>
                              </m:r>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𝑎</m:t>
                                  </m:r>
                                </m:e>
                                <m:sub>
                                  <m:r>
                                    <a:rPr lang="en-US" sz="1900" i="1">
                                      <a:solidFill>
                                        <a:srgbClr val="00B050"/>
                                      </a:solidFill>
                                      <a:latin typeface="Cambria Math" panose="02040503050406030204" pitchFamily="18" charset="0"/>
                                      <a:cs typeface="Arial" panose="020B0604020202020204" pitchFamily="34" charset="0"/>
                                    </a:rPr>
                                    <m:t>𝑖</m:t>
                                  </m:r>
                                </m:sub>
                              </m:sSub>
                              <m:d>
                                <m:dPr>
                                  <m:ctrlPr>
                                    <a:rPr lang="en-US" sz="1900" i="1">
                                      <a:solidFill>
                                        <a:srgbClr val="00B050"/>
                                      </a:solidFill>
                                      <a:latin typeface="Cambria Math" panose="02040503050406030204" pitchFamily="18" charset="0"/>
                                      <a:cs typeface="Arial" panose="020B0604020202020204" pitchFamily="34" charset="0"/>
                                    </a:rPr>
                                  </m:ctrlPr>
                                </m:dPr>
                                <m:e>
                                  <m:sSub>
                                    <m:sSubPr>
                                      <m:ctrlPr>
                                        <a:rPr lang="en-US" sz="1900" i="1">
                                          <a:solidFill>
                                            <a:srgbClr val="00B050"/>
                                          </a:solidFill>
                                          <a:latin typeface="Cambria Math" panose="02040503050406030204" pitchFamily="18" charset="0"/>
                                          <a:cs typeface="Arial" panose="020B0604020202020204" pitchFamily="34" charset="0"/>
                                        </a:rPr>
                                      </m:ctrlPr>
                                    </m:sSubPr>
                                    <m:e>
                                      <m:r>
                                        <a:rPr lang="en-US" sz="1900" i="1">
                                          <a:solidFill>
                                            <a:srgbClr val="00B050"/>
                                          </a:solidFill>
                                          <a:latin typeface="Cambria Math" panose="02040503050406030204" pitchFamily="18" charset="0"/>
                                          <a:cs typeface="Arial" panose="020B0604020202020204" pitchFamily="34" charset="0"/>
                                        </a:rPr>
                                        <m:t>𝑥</m:t>
                                      </m:r>
                                    </m:e>
                                    <m:sub>
                                      <m:r>
                                        <a:rPr lang="en-US" sz="1900" i="1">
                                          <a:solidFill>
                                            <a:srgbClr val="00B050"/>
                                          </a:solidFill>
                                          <a:latin typeface="Cambria Math" panose="02040503050406030204" pitchFamily="18" charset="0"/>
                                          <a:cs typeface="Arial" panose="020B0604020202020204" pitchFamily="34" charset="0"/>
                                        </a:rPr>
                                        <m:t>2</m:t>
                                      </m:r>
                                    </m:sub>
                                  </m:sSub>
                                </m:e>
                              </m:d>
                            </m:e>
                          </m:d>
                        </m:e>
                      </m:func>
                    </m:oMath>
                  </m:oMathPara>
                </a14:m>
                <a:endParaRPr lang="en-US" sz="1900" dirty="0">
                  <a:latin typeface="Arial" panose="020B0604020202020204" pitchFamily="34" charset="0"/>
                  <a:cs typeface="Arial" panose="020B0604020202020204" pitchFamily="34" charset="0"/>
                </a:endParaRPr>
              </a:p>
              <a:p>
                <a:pPr>
                  <a:lnSpc>
                    <a:spcPct val="120000"/>
                  </a:lnSpc>
                  <a:spcBef>
                    <a:spcPts val="600"/>
                  </a:spcBef>
                </a:pPr>
                <a:r>
                  <a:rPr lang="en-US" sz="1900" dirty="0">
                    <a:latin typeface="Arial" panose="020B0604020202020204" pitchFamily="34" charset="0"/>
                    <a:cs typeface="Arial" panose="020B0604020202020204" pitchFamily="34" charset="0"/>
                  </a:rPr>
                  <a:t>It is also known as </a:t>
                </a:r>
                <a:r>
                  <a:rPr lang="en-US" sz="1900" dirty="0">
                    <a:solidFill>
                      <a:srgbClr val="0070C0"/>
                    </a:solidFill>
                    <a:latin typeface="Arial" panose="020B0604020202020204" pitchFamily="34" charset="0"/>
                    <a:cs typeface="Arial" panose="020B0604020202020204" pitchFamily="34" charset="0"/>
                  </a:rPr>
                  <a:t>Chessboard Distance </a:t>
                </a:r>
                <a:r>
                  <a:rPr lang="en-US" sz="1900" dirty="0">
                    <a:latin typeface="Arial" panose="020B0604020202020204" pitchFamily="34" charset="0"/>
                    <a:cs typeface="Arial" panose="020B0604020202020204" pitchFamily="34" charset="0"/>
                  </a:rPr>
                  <a:t>since it corresponds to the minimum number of moves a King in chess has to do in order to move from one square to another.</a:t>
                </a:r>
                <a:endParaRPr lang="tr-TR" sz="1900" dirty="0">
                  <a:latin typeface="Arial" panose="020B0604020202020204" pitchFamily="34" charset="0"/>
                  <a:cs typeface="Arial" panose="020B0604020202020204" pitchFamily="34" charset="0"/>
                </a:endParaRPr>
              </a:p>
              <a:p>
                <a:pPr>
                  <a:lnSpc>
                    <a:spcPct val="120000"/>
                  </a:lnSpc>
                  <a:spcBef>
                    <a:spcPts val="600"/>
                  </a:spcBef>
                </a:pPr>
                <a:r>
                  <a:rPr lang="en-US" sz="1900" dirty="0">
                    <a:latin typeface="Arial" panose="020B0604020202020204" pitchFamily="34" charset="0"/>
                    <a:cs typeface="Arial" panose="020B0604020202020204" pitchFamily="34" charset="0"/>
                  </a:rPr>
                  <a:t>Only considers the </a:t>
                </a:r>
                <a:r>
                  <a:rPr lang="en-US" sz="1900" b="1" u="sng" dirty="0">
                    <a:latin typeface="Arial" panose="020B0604020202020204" pitchFamily="34" charset="0"/>
                    <a:cs typeface="Arial" panose="020B0604020202020204" pitchFamily="34" charset="0"/>
                  </a:rPr>
                  <a:t>maximum distance among the features</a:t>
                </a:r>
                <a:r>
                  <a:rPr lang="en-US" sz="1900" dirty="0">
                    <a:latin typeface="Arial" panose="020B0604020202020204" pitchFamily="34" charset="0"/>
                    <a:cs typeface="Arial" panose="020B0604020202020204" pitchFamily="34" charset="0"/>
                  </a:rPr>
                  <a:t>.</a:t>
                </a: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1" y="1556083"/>
                <a:ext cx="9527160" cy="4926603"/>
              </a:xfrm>
              <a:blipFill>
                <a:blip r:embed="rId2"/>
                <a:stretch>
                  <a:fillRect l="-512" t="-124" b="-10025"/>
                </a:stretch>
              </a:blipFill>
            </p:spPr>
            <p:txBody>
              <a:bodyPr/>
              <a:lstStyle/>
              <a:p>
                <a:r>
                  <a:rPr lang="en-US">
                    <a:noFill/>
                  </a:rPr>
                  <a:t> </a:t>
                </a:r>
              </a:p>
            </p:txBody>
          </p:sp>
        </mc:Fallback>
      </mc:AlternateContent>
      <p:pic>
        <p:nvPicPr>
          <p:cNvPr id="3" name="Picture 2"/>
          <p:cNvPicPr>
            <a:picLocks noChangeAspect="1"/>
          </p:cNvPicPr>
          <p:nvPr/>
        </p:nvPicPr>
        <p:blipFill rotWithShape="1">
          <a:blip r:embed="rId3"/>
          <a:srcRect l="78251" t="28126" r="5071" b="42397"/>
          <a:stretch/>
        </p:blipFill>
        <p:spPr>
          <a:xfrm>
            <a:off x="10365360" y="5042847"/>
            <a:ext cx="1826640" cy="1815153"/>
          </a:xfrm>
          <a:prstGeom prst="rect">
            <a:avLst/>
          </a:prstGeom>
        </p:spPr>
      </p:pic>
      <p:sp>
        <p:nvSpPr>
          <p:cNvPr id="4" name="TextBox 3"/>
          <p:cNvSpPr txBox="1"/>
          <p:nvPr/>
        </p:nvSpPr>
        <p:spPr>
          <a:xfrm>
            <a:off x="10637292" y="4665478"/>
            <a:ext cx="1433015" cy="369332"/>
          </a:xfrm>
          <a:prstGeom prst="rect">
            <a:avLst/>
          </a:prstGeom>
          <a:noFill/>
        </p:spPr>
        <p:txBody>
          <a:bodyPr wrap="square" rtlCol="0">
            <a:spAutoFit/>
          </a:bodyPr>
          <a:lstStyle/>
          <a:p>
            <a:r>
              <a:rPr lang="tr-TR" sz="1000" dirty="0">
                <a:solidFill>
                  <a:schemeClr val="bg1">
                    <a:lumMod val="75000"/>
                  </a:schemeClr>
                </a:solidFill>
                <a:latin typeface="Arial" panose="020B0604020202020204" pitchFamily="34" charset="0"/>
                <a:cs typeface="Arial" panose="020B0604020202020204" pitchFamily="34" charset="0"/>
              </a:rPr>
              <a:t>Source: wikipedia.org</a:t>
            </a:r>
            <a:r>
              <a:rPr lang="tr-TR" dirty="0">
                <a:solidFill>
                  <a:schemeClr val="bg1">
                    <a:lumMod val="75000"/>
                  </a:schemeClr>
                </a:solidFill>
              </a:rPr>
              <a:t>  </a:t>
            </a:r>
            <a:endParaRPr lang="tr-TR" sz="1000" dirty="0">
              <a:solidFill>
                <a:schemeClr val="bg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143216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(I</a:t>
            </a:r>
            <a:r>
              <a:rPr lang="tr-TR" b="1" dirty="0"/>
              <a:t>V</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smtClean="0">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Another distance metric between </a:t>
                </a:r>
                <a:r>
                  <a:rPr lang="en-US" sz="2000" i="1" dirty="0">
                    <a:latin typeface="Arial" panose="020B0604020202020204" pitchFamily="34" charset="0"/>
                    <a:cs typeface="Arial" panose="020B0604020202020204" pitchFamily="34" charset="0"/>
                  </a:rPr>
                  <a:t>numeric features </a:t>
                </a:r>
                <a:r>
                  <a:rPr lang="en-US" sz="2000" dirty="0">
                    <a:latin typeface="Arial" panose="020B0604020202020204" pitchFamily="34" charset="0"/>
                    <a:cs typeface="Arial" panose="020B0604020202020204" pitchFamily="34" charset="0"/>
                  </a:rPr>
                  <a:t>is the </a:t>
                </a:r>
                <a:r>
                  <a:rPr lang="en-US" sz="2000" dirty="0">
                    <a:solidFill>
                      <a:srgbClr val="0070C0"/>
                    </a:solidFill>
                    <a:latin typeface="Arial" panose="020B0604020202020204" pitchFamily="34" charset="0"/>
                    <a:cs typeface="Arial" panose="020B0604020202020204" pitchFamily="34" charset="0"/>
                  </a:rPr>
                  <a:t>Minkowski Distance</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𝑑</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b="0" i="1" smtClean="0">
                          <a:solidFill>
                            <a:srgbClr val="00B050"/>
                          </a:solidFill>
                          <a:latin typeface="Cambria Math" panose="02040503050406030204" pitchFamily="18" charset="0"/>
                          <a:cs typeface="Arial" panose="020B0604020202020204" pitchFamily="34" charset="0"/>
                        </a:rPr>
                        <m:t>=</m:t>
                      </m:r>
                      <m:sSup>
                        <m:sSupPr>
                          <m:ctrlPr>
                            <a:rPr lang="en-US" sz="2000" b="0" i="1" smtClean="0">
                              <a:solidFill>
                                <a:srgbClr val="00B050"/>
                              </a:solidFill>
                              <a:latin typeface="Cambria Math" panose="02040503050406030204" pitchFamily="18" charset="0"/>
                              <a:cs typeface="Arial" panose="020B0604020202020204" pitchFamily="34" charset="0"/>
                            </a:rPr>
                          </m:ctrlPr>
                        </m:sSupPr>
                        <m:e>
                          <m:d>
                            <m:dPr>
                              <m:ctrlPr>
                                <a:rPr lang="en-US" sz="2000" b="0" i="1" smtClean="0">
                                  <a:solidFill>
                                    <a:srgbClr val="00B050"/>
                                  </a:solidFill>
                                  <a:latin typeface="Cambria Math" panose="02040503050406030204" pitchFamily="18" charset="0"/>
                                  <a:cs typeface="Arial" panose="020B0604020202020204" pitchFamily="34" charset="0"/>
                                </a:rPr>
                              </m:ctrlPr>
                            </m:dPr>
                            <m:e>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sSup>
                                    <m:sSupPr>
                                      <m:ctrlPr>
                                        <a:rPr lang="en-US" sz="2000" i="1">
                                          <a:solidFill>
                                            <a:srgbClr val="00B050"/>
                                          </a:solidFill>
                                          <a:latin typeface="Cambria Math" panose="02040503050406030204" pitchFamily="18" charset="0"/>
                                          <a:cs typeface="Arial" panose="020B0604020202020204" pitchFamily="34" charset="0"/>
                                        </a:rPr>
                                      </m:ctrlPr>
                                    </m:sSupPr>
                                    <m:e>
                                      <m:d>
                                        <m:dPr>
                                          <m:begChr m:val="|"/>
                                          <m:endChr m:val="|"/>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d>
                                    </m:e>
                                    <m:sup>
                                      <m:r>
                                        <a:rPr lang="en-US" sz="2000" i="1">
                                          <a:solidFill>
                                            <a:srgbClr val="00B050"/>
                                          </a:solidFill>
                                          <a:latin typeface="Cambria Math" panose="02040503050406030204" pitchFamily="18" charset="0"/>
                                          <a:cs typeface="Arial" panose="020B0604020202020204" pitchFamily="34" charset="0"/>
                                        </a:rPr>
                                        <m:t>𝑝</m:t>
                                      </m:r>
                                    </m:sup>
                                  </m:sSup>
                                </m:e>
                              </m:nary>
                            </m:e>
                          </m:d>
                        </m:e>
                        <m:sup>
                          <m:f>
                            <m:fPr>
                              <m:ctrlPr>
                                <a:rPr lang="en-US" sz="2000" b="0" i="1" smtClean="0">
                                  <a:solidFill>
                                    <a:srgbClr val="00B050"/>
                                  </a:solidFill>
                                  <a:latin typeface="Cambria Math" panose="02040503050406030204" pitchFamily="18" charset="0"/>
                                  <a:cs typeface="Arial" panose="020B0604020202020204" pitchFamily="34" charset="0"/>
                                </a:rPr>
                              </m:ctrlPr>
                            </m:fPr>
                            <m:num>
                              <m:r>
                                <a:rPr lang="en-US" sz="2000" b="0" i="1" smtClean="0">
                                  <a:solidFill>
                                    <a:srgbClr val="00B050"/>
                                  </a:solidFill>
                                  <a:latin typeface="Cambria Math" panose="02040503050406030204" pitchFamily="18" charset="0"/>
                                  <a:cs typeface="Arial" panose="020B0604020202020204" pitchFamily="34" charset="0"/>
                                </a:rPr>
                                <m:t>1</m:t>
                              </m:r>
                            </m:num>
                            <m:den>
                              <m:r>
                                <a:rPr lang="en-US" sz="2000" b="0" i="1" smtClean="0">
                                  <a:solidFill>
                                    <a:srgbClr val="00B050"/>
                                  </a:solidFill>
                                  <a:latin typeface="Cambria Math" panose="02040503050406030204" pitchFamily="18" charset="0"/>
                                  <a:cs typeface="Arial" panose="020B0604020202020204" pitchFamily="34" charset="0"/>
                                </a:rPr>
                                <m:t>𝑝</m:t>
                              </m:r>
                            </m:den>
                          </m:f>
                        </m:sup>
                      </m:sSup>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Minkowski distance is parametric and leads other metrics for some particular values of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r>
                      <a:rPr lang="en-US" sz="2000" i="1">
                        <a:solidFill>
                          <a:srgbClr val="00B050"/>
                        </a:solidFill>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lvl="1">
                  <a:lnSpc>
                    <a:spcPct val="120000"/>
                  </a:lnSpc>
                  <a:spcBef>
                    <a:spcPts val="600"/>
                  </a:spcBef>
                </a:pPr>
                <a:r>
                  <a:rPr lang="en-US" sz="2000" dirty="0">
                    <a:latin typeface="Arial" panose="020B0604020202020204" pitchFamily="34" charset="0"/>
                    <a:cs typeface="Arial" panose="020B0604020202020204" pitchFamily="34" charset="0"/>
                  </a:rPr>
                  <a:t>It is Manhattan Distance when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r>
                      <a:rPr lang="en-US" sz="2000" b="0" i="1" smtClean="0">
                        <a:solidFill>
                          <a:srgbClr val="00B050"/>
                        </a:solidFill>
                        <a:latin typeface="Cambria Math" panose="02040503050406030204" pitchFamily="18" charset="0"/>
                        <a:cs typeface="Arial" panose="020B0604020202020204" pitchFamily="34" charset="0"/>
                      </a:rPr>
                      <m:t>=1</m:t>
                    </m:r>
                    <m:r>
                      <a:rPr lang="en-US" sz="2000" i="1">
                        <a:solidFill>
                          <a:srgbClr val="00B050"/>
                        </a:solidFill>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(1-norm)</a:t>
                </a:r>
              </a:p>
              <a:p>
                <a:pPr lvl="1">
                  <a:lnSpc>
                    <a:spcPct val="120000"/>
                  </a:lnSpc>
                  <a:spcBef>
                    <a:spcPts val="600"/>
                  </a:spcBef>
                </a:pPr>
                <a:r>
                  <a:rPr lang="en-US" sz="2000" dirty="0">
                    <a:latin typeface="Arial" panose="020B0604020202020204" pitchFamily="34" charset="0"/>
                    <a:cs typeface="Arial" panose="020B0604020202020204" pitchFamily="34" charset="0"/>
                  </a:rPr>
                  <a:t>It is Euclidean Distance when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r>
                      <a:rPr lang="en-US" sz="2000" b="0" i="1" smtClean="0">
                        <a:solidFill>
                          <a:srgbClr val="00B050"/>
                        </a:solidFill>
                        <a:latin typeface="Cambria Math" panose="02040503050406030204" pitchFamily="18" charset="0"/>
                        <a:cs typeface="Arial" panose="020B0604020202020204" pitchFamily="34" charset="0"/>
                      </a:rPr>
                      <m:t>=2</m:t>
                    </m:r>
                    <m:r>
                      <a:rPr lang="tr-TR" sz="2000" b="0" i="1" smtClean="0">
                        <a:solidFill>
                          <a:srgbClr val="00B050"/>
                        </a:solidFill>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(2-norm)</a:t>
                </a:r>
              </a:p>
              <a:p>
                <a:pPr lvl="1">
                  <a:lnSpc>
                    <a:spcPct val="120000"/>
                  </a:lnSpc>
                  <a:spcBef>
                    <a:spcPts val="600"/>
                  </a:spcBef>
                </a:pPr>
                <a:r>
                  <a:rPr lang="en-US" sz="2000" dirty="0">
                    <a:latin typeface="Arial" panose="020B0604020202020204" pitchFamily="34" charset="0"/>
                    <a:cs typeface="Arial" panose="020B0604020202020204" pitchFamily="34" charset="0"/>
                  </a:rPr>
                  <a:t>It is Chebyshev Distance when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r>
                      <a:rPr lang="en-US" sz="2000" b="0" i="1" smtClean="0">
                        <a:solidFill>
                          <a:srgbClr val="00B050"/>
                        </a:solidFill>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(∞-norm)</a:t>
                </a:r>
              </a:p>
              <a:p>
                <a:pPr>
                  <a:lnSpc>
                    <a:spcPct val="120000"/>
                  </a:lnSpc>
                  <a:spcBef>
                    <a:spcPts val="600"/>
                  </a:spcBef>
                </a:pPr>
                <a:r>
                  <a:rPr lang="en-US" sz="2000" dirty="0">
                    <a:latin typeface="Arial" panose="020B0604020202020204" pitchFamily="34" charset="0"/>
                    <a:cs typeface="Arial" panose="020B0604020202020204" pitchFamily="34" charset="0"/>
                  </a:rPr>
                  <a:t>Advantage is the flexibility that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r>
                      <a:rPr lang="en-US" sz="2000" i="1">
                        <a:solidFill>
                          <a:srgbClr val="00B050"/>
                        </a:solidFill>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creates. But it is also the disadvantage! Choosing the relevant parameter (i.e.,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𝑝</m:t>
                    </m:r>
                  </m:oMath>
                </a14:m>
                <a:r>
                  <a:rPr lang="en-US" sz="2000" dirty="0">
                    <a:latin typeface="Arial" panose="020B0604020202020204" pitchFamily="34" charset="0"/>
                    <a:cs typeface="Arial" panose="020B0604020202020204" pitchFamily="34" charset="0"/>
                  </a:rPr>
                  <a:t>) is computationally expensive.</a:t>
                </a:r>
              </a:p>
              <a:p>
                <a:pPr>
                  <a:lnSpc>
                    <a:spcPct val="120000"/>
                  </a:lnSpc>
                  <a:spcBef>
                    <a:spcPts val="600"/>
                  </a:spcBef>
                </a:pPr>
                <a:endParaRPr lang="en-US" sz="2000" dirty="0">
                  <a:latin typeface="Arial" panose="020B0604020202020204" pitchFamily="34" charset="0"/>
                  <a:cs typeface="Arial" panose="020B0604020202020204" pitchFamily="34" charset="0"/>
                </a:endParaRP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603" b="-4113"/>
                </a:stretch>
              </a:blipFill>
            </p:spPr>
            <p:txBody>
              <a:bodyPr/>
              <a:lstStyle/>
              <a:p>
                <a:r>
                  <a:rPr lang="en-TR">
                    <a:noFill/>
                  </a:rPr>
                  <a:t> </a:t>
                </a:r>
              </a:p>
            </p:txBody>
          </p:sp>
        </mc:Fallback>
      </mc:AlternateContent>
    </p:spTree>
    <p:extLst>
      <p:ext uri="{BB962C8B-B14F-4D97-AF65-F5344CB8AC3E}">
        <p14:creationId xmlns:p14="http://schemas.microsoft.com/office/powerpoint/2010/main" val="65924379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a:t>
            </a:r>
            <a:r>
              <a:rPr lang="tr-TR" b="1" dirty="0"/>
              <a:t>V</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smtClean="0">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A commonly used distance metric between</a:t>
                </a:r>
                <a:r>
                  <a:rPr lang="en-US" sz="2000" i="1" dirty="0">
                    <a:latin typeface="Arial" panose="020B0604020202020204" pitchFamily="34" charset="0"/>
                    <a:cs typeface="Arial" panose="020B0604020202020204" pitchFamily="34" charset="0"/>
                  </a:rPr>
                  <a:t> </a:t>
                </a:r>
                <a:r>
                  <a:rPr lang="en-US" sz="2000" b="1" i="1" u="sng" dirty="0">
                    <a:latin typeface="Arial" panose="020B0604020202020204" pitchFamily="34" charset="0"/>
                    <a:cs typeface="Arial" panose="020B0604020202020204" pitchFamily="34" charset="0"/>
                  </a:rPr>
                  <a:t>nominal features</a:t>
                </a:r>
                <a:r>
                  <a:rPr lang="tr-TR" sz="2000" b="1" i="1" u="sng"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is </a:t>
                </a:r>
                <a:r>
                  <a:rPr lang="en-US" sz="2000" dirty="0">
                    <a:latin typeface="Arial" panose="020B0604020202020204" pitchFamily="34" charset="0"/>
                    <a:cs typeface="Arial" panose="020B0604020202020204" pitchFamily="34" charset="0"/>
                  </a:rPr>
                  <a:t>the distance is the </a:t>
                </a:r>
                <a:r>
                  <a:rPr lang="en-US" sz="2000" dirty="0">
                    <a:solidFill>
                      <a:srgbClr val="0070C0"/>
                    </a:solidFill>
                    <a:latin typeface="Arial" panose="020B0604020202020204" pitchFamily="34" charset="0"/>
                    <a:cs typeface="Arial" panose="020B0604020202020204" pitchFamily="34" charset="0"/>
                  </a:rPr>
                  <a:t>Hamming Distance (HD): </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𝑑</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m:t>
                      </m:r>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nary>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This metric is also know as </a:t>
                </a:r>
                <a:r>
                  <a:rPr lang="en-US" sz="2000" dirty="0">
                    <a:solidFill>
                      <a:srgbClr val="0070C0"/>
                    </a:solidFill>
                    <a:latin typeface="Arial" panose="020B0604020202020204" pitchFamily="34" charset="0"/>
                    <a:cs typeface="Arial" panose="020B0604020202020204" pitchFamily="34" charset="0"/>
                  </a:rPr>
                  <a:t>Overlap Distance</a:t>
                </a:r>
                <a:r>
                  <a:rPr lang="en-US" sz="2000" dirty="0">
                    <a:latin typeface="Arial" panose="020B0604020202020204" pitchFamily="34" charset="0"/>
                    <a:cs typeface="Arial" panose="020B0604020202020204" pitchFamily="34" charset="0"/>
                  </a:rPr>
                  <a:t>.   </a:t>
                </a:r>
              </a:p>
              <a:p>
                <a:pPr>
                  <a:lnSpc>
                    <a:spcPct val="120000"/>
                  </a:lnSpc>
                  <a:spcBef>
                    <a:spcPts val="600"/>
                  </a:spcBef>
                </a:pPr>
                <a:r>
                  <a:rPr lang="en-US" sz="2000" dirty="0">
                    <a:latin typeface="Arial" panose="020B0604020202020204" pitchFamily="34" charset="0"/>
                    <a:cs typeface="Arial" panose="020B0604020202020204" pitchFamily="34" charset="0"/>
                  </a:rPr>
                  <a:t>It is basically number of values that are different between two data vectors. That is to say, each match among the nominal attributes yields 0 distance, any mismatch yields +1.</a:t>
                </a:r>
              </a:p>
              <a:p>
                <a:pPr>
                  <a:lnSpc>
                    <a:spcPct val="120000"/>
                  </a:lnSpc>
                  <a:spcBef>
                    <a:spcPts val="600"/>
                  </a:spcBef>
                </a:pPr>
                <a:r>
                  <a:rPr lang="en-US" sz="2000" dirty="0">
                    <a:latin typeface="Arial" panose="020B0604020202020204" pitchFamily="34" charset="0"/>
                    <a:cs typeface="Arial" panose="020B0604020202020204" pitchFamily="34" charset="0"/>
                  </a:rPr>
                  <a:t>It doesn’t consider the magnitude of the difference between the values (so might be less useful for </a:t>
                </a:r>
                <a:r>
                  <a:rPr lang="en-US" sz="2000" i="1" dirty="0">
                    <a:latin typeface="Arial" panose="020B0604020202020204" pitchFamily="34" charset="0"/>
                    <a:cs typeface="Arial" panose="020B0604020202020204" pitchFamily="34" charset="0"/>
                  </a:rPr>
                  <a:t>ordinal attributes (e.g., difference between "very bad" and "very good" is not same with the difference between "good" and "very good"</a:t>
                </a:r>
                <a:r>
                  <a:rPr lang="en-US" sz="2000" dirty="0">
                    <a:latin typeface="Arial" panose="020B0604020202020204" pitchFamily="34" charset="0"/>
                    <a:cs typeface="Arial" panose="020B0604020202020204" pitchFamily="34" charset="0"/>
                  </a:rPr>
                  <a:t>).</a:t>
                </a:r>
              </a:p>
              <a:p>
                <a:pPr>
                  <a:lnSpc>
                    <a:spcPct val="120000"/>
                  </a:lnSpc>
                  <a:spcBef>
                    <a:spcPts val="600"/>
                  </a:spcBef>
                </a:pPr>
                <a:endParaRPr lang="en-US" sz="2000" i="1" dirty="0">
                  <a:solidFill>
                    <a:srgbClr val="00B050"/>
                  </a:solidFill>
                  <a:latin typeface="Cambria Math" panose="02040503050406030204" pitchFamily="18" charset="0"/>
                  <a:cs typeface="Arial" panose="020B0604020202020204" pitchFamily="34" charset="0"/>
                </a:endParaRP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522" r="-348" b="-4208"/>
                </a:stretch>
              </a:blipFill>
            </p:spPr>
            <p:txBody>
              <a:bodyPr/>
              <a:lstStyle/>
              <a:p>
                <a:r>
                  <a:rPr lang="en-US">
                    <a:noFill/>
                  </a:rPr>
                  <a:t> </a:t>
                </a:r>
              </a:p>
            </p:txBody>
          </p:sp>
        </mc:Fallback>
      </mc:AlternateContent>
    </p:spTree>
    <p:extLst>
      <p:ext uri="{BB962C8B-B14F-4D97-AF65-F5344CB8AC3E}">
        <p14:creationId xmlns:p14="http://schemas.microsoft.com/office/powerpoint/2010/main" val="104223962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a:t>
            </a:r>
            <a:r>
              <a:rPr lang="tr-TR" b="1" dirty="0"/>
              <a:t>VI</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Consider two sets A and B. </a:t>
                </a:r>
                <a:r>
                  <a:rPr lang="en-US" sz="2000" dirty="0">
                    <a:solidFill>
                      <a:srgbClr val="0070C0"/>
                    </a:solidFill>
                    <a:latin typeface="Arial" panose="020B0604020202020204" pitchFamily="34" charset="0"/>
                    <a:cs typeface="Arial" panose="020B0604020202020204" pitchFamily="34" charset="0"/>
                  </a:rPr>
                  <a:t>Jaccard Index (JI) </a:t>
                </a:r>
                <a:r>
                  <a:rPr lang="en-US" sz="2000" dirty="0">
                    <a:latin typeface="Arial" panose="020B0604020202020204" pitchFamily="34" charset="0"/>
                    <a:cs typeface="Arial" panose="020B0604020202020204" pitchFamily="34" charset="0"/>
                  </a:rPr>
                  <a:t>is the ratio of the number of items that belong to both (i.e., intersection) to the number of items that belong to either (i.e., union):</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𝐽𝐼</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 </m:t>
                      </m:r>
                      <m:f>
                        <m:fPr>
                          <m:ctrlPr>
                            <a:rPr lang="en-US" sz="2000" i="1">
                              <a:solidFill>
                                <a:srgbClr val="00B050"/>
                              </a:solidFill>
                              <a:latin typeface="Cambria Math" panose="02040503050406030204" pitchFamily="18" charset="0"/>
                              <a:cs typeface="Arial" panose="020B0604020202020204" pitchFamily="34" charset="0"/>
                            </a:rPr>
                          </m:ctrlPr>
                        </m:fPr>
                        <m:num>
                          <m:d>
                            <m:dPr>
                              <m:begChr m:val="|"/>
                              <m:endChr m:val="|"/>
                              <m:ctrlPr>
                                <a:rPr lang="en-US" sz="2000" i="1">
                                  <a:solidFill>
                                    <a:srgbClr val="00B050"/>
                                  </a:solidFill>
                                  <a:latin typeface="Cambria Math" panose="02040503050406030204" pitchFamily="18" charset="0"/>
                                  <a:cs typeface="Arial" panose="020B0604020202020204" pitchFamily="34" charset="0"/>
                                </a:rPr>
                              </m:ctrlPr>
                            </m:dPr>
                            <m:e>
                              <m:r>
                                <a:rPr lang="en-US" sz="2000" b="0" i="1" smtClean="0">
                                  <a:solidFill>
                                    <a:srgbClr val="00B050"/>
                                  </a:solidFill>
                                  <a:latin typeface="Cambria Math" panose="02040503050406030204" pitchFamily="18" charset="0"/>
                                  <a:cs typeface="Arial" panose="020B0604020202020204" pitchFamily="34" charset="0"/>
                                </a:rPr>
                                <m:t>𝐴</m:t>
                              </m:r>
                              <m:r>
                                <a:rPr 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𝐵</m:t>
                              </m:r>
                            </m:e>
                          </m:d>
                        </m:num>
                        <m:den>
                          <m:d>
                            <m:dPr>
                              <m:begChr m:val="|"/>
                              <m:endChr m:val="|"/>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𝐵</m:t>
                              </m:r>
                            </m:e>
                          </m:d>
                        </m:den>
                      </m:f>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JI </a:t>
                </a:r>
                <a:r>
                  <a:rPr lang="en-US" sz="2000" dirty="0">
                    <a:latin typeface="Arial" panose="020B0604020202020204" pitchFamily="34" charset="0"/>
                    <a:cs typeface="Arial" panose="020B0604020202020204" pitchFamily="34" charset="0"/>
                  </a:rPr>
                  <a:t>addresses the similarity and the diversity of the two sets. Note that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0&lt;</m:t>
                    </m:r>
                    <m:r>
                      <a:rPr lang="en-US" sz="2000" i="1">
                        <a:solidFill>
                          <a:srgbClr val="00B050"/>
                        </a:solidFill>
                        <a:latin typeface="Cambria Math" panose="02040503050406030204" pitchFamily="18" charset="0"/>
                        <a:cs typeface="Arial" panose="020B0604020202020204" pitchFamily="34" charset="0"/>
                      </a:rPr>
                      <m:t>𝐽𝐼</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≤1</m:t>
                    </m:r>
                  </m:oMath>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Jaccard Distance (JD) </a:t>
                </a:r>
                <a:r>
                  <a:rPr lang="en-US" sz="2000" dirty="0">
                    <a:latin typeface="Arial" panose="020B0604020202020204" pitchFamily="34" charset="0"/>
                    <a:cs typeface="Arial" panose="020B0604020202020204" pitchFamily="34" charset="0"/>
                  </a:rPr>
                  <a:t>can be derived from the </a:t>
                </a:r>
                <a:r>
                  <a:rPr lang="en-US" sz="2000" dirty="0">
                    <a:solidFill>
                      <a:srgbClr val="0070C0"/>
                    </a:solidFill>
                    <a:latin typeface="Arial" panose="020B0604020202020204" pitchFamily="34" charset="0"/>
                    <a:cs typeface="Arial" panose="020B0604020202020204" pitchFamily="34" charset="0"/>
                  </a:rPr>
                  <a:t>JI </a:t>
                </a:r>
                <a:r>
                  <a:rPr lang="en-US" sz="2000" dirty="0">
                    <a:latin typeface="Arial" panose="020B0604020202020204" pitchFamily="34" charset="0"/>
                    <a:cs typeface="Arial" panose="020B0604020202020204" pitchFamily="34" charset="0"/>
                  </a:rPr>
                  <a:t>as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𝐽𝐷</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r>
                      <a:rPr lang="en-US" sz="2000" i="1">
                        <a:solidFill>
                          <a:srgbClr val="00B050"/>
                        </a:solidFill>
                        <a:latin typeface="Cambria Math" panose="02040503050406030204" pitchFamily="18" charset="0"/>
                        <a:cs typeface="Arial" panose="020B0604020202020204" pitchFamily="34" charset="0"/>
                      </a:rPr>
                      <m:t>=1−</m:t>
                    </m:r>
                    <m:r>
                      <a:rPr lang="en-US" sz="2000" i="1">
                        <a:solidFill>
                          <a:srgbClr val="00B050"/>
                        </a:solidFill>
                        <a:latin typeface="Cambria Math" panose="02040503050406030204" pitchFamily="18" charset="0"/>
                        <a:cs typeface="Arial" panose="020B0604020202020204" pitchFamily="34" charset="0"/>
                      </a:rPr>
                      <m:t>𝐽𝐼</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oMath>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JD </a:t>
                </a:r>
                <a:r>
                  <a:rPr lang="en-US" sz="2000" dirty="0">
                    <a:latin typeface="Arial" panose="020B0604020202020204" pitchFamily="34" charset="0"/>
                    <a:cs typeface="Arial" panose="020B0604020202020204" pitchFamily="34" charset="0"/>
                  </a:rPr>
                  <a:t>is particularly useful for </a:t>
                </a:r>
                <a:r>
                  <a:rPr lang="en-US" sz="2000" b="1" dirty="0">
                    <a:latin typeface="Arial" panose="020B0604020202020204" pitchFamily="34" charset="0"/>
                    <a:cs typeface="Arial" panose="020B0604020202020204" pitchFamily="34" charset="0"/>
                  </a:rPr>
                  <a:t>binary features where 1 has a meaning but 0 is insignificant</a:t>
                </a:r>
                <a:r>
                  <a:rPr lang="en-US" sz="2000" dirty="0">
                    <a:latin typeface="Arial" panose="020B0604020202020204" pitchFamily="34" charset="0"/>
                    <a:cs typeface="Arial" panose="020B0604020202020204" pitchFamily="34" charset="0"/>
                  </a:rPr>
                  <a:t>.</a:t>
                </a:r>
              </a:p>
              <a:p>
                <a:pPr>
                  <a:lnSpc>
                    <a:spcPct val="120000"/>
                  </a:lnSpc>
                  <a:spcBef>
                    <a:spcPts val="600"/>
                  </a:spcBef>
                </a:pPr>
                <a:r>
                  <a:rPr lang="en-US" sz="2000" dirty="0">
                    <a:latin typeface="Arial" panose="020B0604020202020204" pitchFamily="34" charset="0"/>
                    <a:cs typeface="Arial" panose="020B0604020202020204" pitchFamily="34" charset="0"/>
                  </a:rPr>
                  <a:t>Consider the market baskets: There are 10Ks SKU’s in retail stores. In the market basket of each customer only few of them will exist. Thus those that don’t exist in either one of the customer can be neglected. The similarity of the market baskets will depend on only the ones that exists, i.e., have value 1</a:t>
                </a:r>
                <a:r>
                  <a:rPr lang="tr-T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a:lnSpc>
                    <a:spcPct val="120000"/>
                  </a:lnSpc>
                  <a:spcBef>
                    <a:spcPts val="600"/>
                  </a:spcBef>
                </a:pPr>
                <a:endParaRPr lang="tr-TR" sz="2000" dirty="0">
                  <a:latin typeface="Arial" panose="020B0604020202020204" pitchFamily="34" charset="0"/>
                  <a:cs typeface="Arial" panose="020B0604020202020204" pitchFamily="34" charset="0"/>
                </a:endParaRP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603"/>
                </a:stretch>
              </a:blipFill>
            </p:spPr>
            <p:txBody>
              <a:bodyPr/>
              <a:lstStyle/>
              <a:p>
                <a:r>
                  <a:rPr lang="en-TR">
                    <a:noFill/>
                  </a:rPr>
                  <a:t> </a:t>
                </a:r>
              </a:p>
            </p:txBody>
          </p:sp>
        </mc:Fallback>
      </mc:AlternateContent>
    </p:spTree>
    <p:extLst>
      <p:ext uri="{BB962C8B-B14F-4D97-AF65-F5344CB8AC3E}">
        <p14:creationId xmlns:p14="http://schemas.microsoft.com/office/powerpoint/2010/main" val="1580565342"/>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a:t>
            </a:r>
            <a:r>
              <a:rPr lang="tr-TR" b="1" dirty="0"/>
              <a:t>VII</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a:t>
                </a:r>
                <a:r>
                  <a:rPr lang="en-US" sz="2000" b="1" u="sng" dirty="0">
                    <a:latin typeface="Arial" panose="020B0604020202020204" pitchFamily="34" charset="0"/>
                    <a:cs typeface="Arial" panose="020B0604020202020204" pitchFamily="34" charset="0"/>
                  </a:rPr>
                  <a:t>binary</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solidFill>
                    <a:srgbClr val="0070C0"/>
                  </a:solidFill>
                  <a:latin typeface="Arial" panose="020B0604020202020204" pitchFamily="34" charset="0"/>
                  <a:cs typeface="Arial" panose="020B0604020202020204" pitchFamily="34" charset="0"/>
                </a:endParaRPr>
              </a:p>
              <a:p>
                <a:pPr>
                  <a:lnSpc>
                    <a:spcPct val="120000"/>
                  </a:lnSpc>
                  <a:spcBef>
                    <a:spcPts val="600"/>
                  </a:spcBef>
                </a:pPr>
                <a14:m>
                  <m:oMath xmlns:m="http://schemas.openxmlformats.org/officeDocument/2006/math">
                    <m:sSub>
                      <m:sSubPr>
                        <m:ctrlPr>
                          <a:rPr lang="en-US" sz="2000" i="1" smtClean="0">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b="0" i="1" smtClean="0">
                            <a:solidFill>
                              <a:srgbClr val="0070C0"/>
                            </a:solidFill>
                            <a:latin typeface="Cambria Math" panose="02040503050406030204" pitchFamily="18" charset="0"/>
                            <a:cs typeface="Arial" panose="020B0604020202020204" pitchFamily="34" charset="0"/>
                          </a:rPr>
                          <m:t>11</m:t>
                        </m:r>
                      </m:sub>
                    </m:sSub>
                    <m:r>
                      <a:rPr lang="en-US" sz="2000" b="0" i="1" smtClean="0">
                        <a:solidFill>
                          <a:srgbClr val="0070C0"/>
                        </a:solidFill>
                        <a:latin typeface="Cambria Math" panose="02040503050406030204" pitchFamily="18" charset="0"/>
                        <a:cs typeface="Arial" panose="020B0604020202020204" pitchFamily="34" charset="0"/>
                      </a:rPr>
                      <m:t>= </m:t>
                    </m:r>
                    <m:nary>
                      <m:naryPr>
                        <m:chr m:val="∑"/>
                        <m:subHide m:val="on"/>
                        <m:supHide m:val="on"/>
                        <m:ctrlPr>
                          <a:rPr lang="en-US" sz="2000" b="0" i="1" smtClean="0">
                            <a:solidFill>
                              <a:srgbClr val="0070C0"/>
                            </a:solidFill>
                            <a:latin typeface="Cambria Math" panose="02040503050406030204" pitchFamily="18" charset="0"/>
                            <a:cs typeface="Arial" panose="020B0604020202020204" pitchFamily="34" charset="0"/>
                          </a:rPr>
                        </m:ctrlPr>
                      </m:naryPr>
                      <m:sub/>
                      <m:sup/>
                      <m:e>
                        <m:sSub>
                          <m:sSubPr>
                            <m:ctrlPr>
                              <a:rPr lang="en-US" sz="2000" i="1" smtClean="0">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b="0" i="1" smtClean="0">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=1)⋀</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b="0" i="1" smtClean="0">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tr-TR" sz="2000" b="0" i="1" smtClean="0">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=1)</m:t>
                        </m:r>
                      </m:e>
                    </m:nary>
                  </m:oMath>
                </a14:m>
                <a:endParaRPr lang="en-US" sz="2000" dirty="0">
                  <a:solidFill>
                    <a:srgbClr val="0070C0"/>
                  </a:solidFill>
                  <a:latin typeface="Arial" panose="020B0604020202020204" pitchFamily="34" charset="0"/>
                  <a:cs typeface="Arial" panose="020B0604020202020204" pitchFamily="34" charset="0"/>
                </a:endParaRPr>
              </a:p>
              <a:p>
                <a:pPr>
                  <a:lnSpc>
                    <a:spcPct val="120000"/>
                  </a:lnSpc>
                  <a:spcBef>
                    <a:spcPts val="600"/>
                  </a:spcBef>
                </a:pPr>
                <a14:m>
                  <m:oMath xmlns:m="http://schemas.openxmlformats.org/officeDocument/2006/math">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m:t>
                        </m:r>
                        <m:r>
                          <a:rPr lang="en-US" sz="2000" b="0" i="1" smtClean="0">
                            <a:solidFill>
                              <a:srgbClr val="0070C0"/>
                            </a:solidFill>
                            <a:latin typeface="Cambria Math" panose="02040503050406030204" pitchFamily="18" charset="0"/>
                            <a:cs typeface="Arial" panose="020B0604020202020204" pitchFamily="34" charset="0"/>
                          </a:rPr>
                          <m:t>0</m:t>
                        </m:r>
                      </m:sub>
                    </m:sSub>
                    <m:r>
                      <a:rPr lang="en-US" sz="2000" i="1">
                        <a:solidFill>
                          <a:srgbClr val="0070C0"/>
                        </a:solidFill>
                        <a:latin typeface="Cambria Math" panose="02040503050406030204" pitchFamily="18" charset="0"/>
                        <a:cs typeface="Arial" panose="020B0604020202020204" pitchFamily="34" charset="0"/>
                      </a:rPr>
                      <m:t>= </m:t>
                    </m:r>
                    <m:nary>
                      <m:naryPr>
                        <m:chr m:val="∑"/>
                        <m:subHide m:val="on"/>
                        <m:supHide m:val="on"/>
                        <m:ctrlPr>
                          <a:rPr lang="en-US" sz="2000" i="1">
                            <a:solidFill>
                              <a:srgbClr val="0070C0"/>
                            </a:solidFill>
                            <a:latin typeface="Cambria Math" panose="02040503050406030204" pitchFamily="18" charset="0"/>
                            <a:cs typeface="Arial" panose="020B0604020202020204" pitchFamily="34" charset="0"/>
                          </a:rPr>
                        </m:ctrlPr>
                      </m:naryPr>
                      <m:sub/>
                      <m:sup/>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=1)⋀</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tr-TR"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m:t>
                        </m:r>
                        <m:r>
                          <a:rPr lang="tr-TR" sz="2000" b="0" i="1" smtClean="0">
                            <a:solidFill>
                              <a:srgbClr val="00B050"/>
                            </a:solidFill>
                            <a:latin typeface="Cambria Math" panose="02040503050406030204" pitchFamily="18" charset="0"/>
                            <a:cs typeface="Arial" panose="020B0604020202020204" pitchFamily="34" charset="0"/>
                          </a:rPr>
                          <m:t>0</m:t>
                        </m:r>
                        <m:r>
                          <a:rPr lang="en-US" sz="2000" i="1">
                            <a:solidFill>
                              <a:srgbClr val="00B050"/>
                            </a:solidFill>
                            <a:latin typeface="Cambria Math" panose="02040503050406030204" pitchFamily="18" charset="0"/>
                            <a:cs typeface="Arial" panose="020B0604020202020204" pitchFamily="34" charset="0"/>
                          </a:rPr>
                          <m:t>)</m:t>
                        </m:r>
                      </m:e>
                    </m:nary>
                  </m:oMath>
                </a14:m>
                <a:endParaRPr lang="en-US" sz="2000" dirty="0">
                  <a:solidFill>
                    <a:srgbClr val="00B050"/>
                  </a:solidFill>
                  <a:latin typeface="Arial" panose="020B0604020202020204" pitchFamily="34" charset="0"/>
                  <a:cs typeface="Arial" panose="020B0604020202020204" pitchFamily="34" charset="0"/>
                </a:endParaRPr>
              </a:p>
              <a:p>
                <a:pPr>
                  <a:lnSpc>
                    <a:spcPct val="120000"/>
                  </a:lnSpc>
                  <a:spcBef>
                    <a:spcPts val="600"/>
                  </a:spcBef>
                </a:pPr>
                <a14:m>
                  <m:oMath xmlns:m="http://schemas.openxmlformats.org/officeDocument/2006/math">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b="0" i="1" smtClean="0">
                            <a:solidFill>
                              <a:srgbClr val="0070C0"/>
                            </a:solidFill>
                            <a:latin typeface="Cambria Math" panose="02040503050406030204" pitchFamily="18" charset="0"/>
                            <a:cs typeface="Arial" panose="020B0604020202020204" pitchFamily="34" charset="0"/>
                          </a:rPr>
                          <m:t>0</m:t>
                        </m:r>
                        <m:r>
                          <a:rPr lang="en-US" sz="2000" i="1">
                            <a:solidFill>
                              <a:srgbClr val="0070C0"/>
                            </a:solidFill>
                            <a:latin typeface="Cambria Math" panose="02040503050406030204" pitchFamily="18" charset="0"/>
                            <a:cs typeface="Arial" panose="020B0604020202020204" pitchFamily="34" charset="0"/>
                          </a:rPr>
                          <m:t>1</m:t>
                        </m:r>
                      </m:sub>
                    </m:sSub>
                    <m:r>
                      <a:rPr lang="en-US" sz="2000" i="1">
                        <a:solidFill>
                          <a:srgbClr val="0070C0"/>
                        </a:solidFill>
                        <a:latin typeface="Cambria Math" panose="02040503050406030204" pitchFamily="18" charset="0"/>
                        <a:cs typeface="Arial" panose="020B0604020202020204" pitchFamily="34" charset="0"/>
                      </a:rPr>
                      <m:t>=</m:t>
                    </m:r>
                    <m:r>
                      <a:rPr lang="en-US" sz="2000" i="1" smtClean="0">
                        <a:solidFill>
                          <a:srgbClr val="0070C0"/>
                        </a:solidFill>
                        <a:latin typeface="Cambria Math" panose="02040503050406030204" pitchFamily="18" charset="0"/>
                        <a:cs typeface="Arial" panose="020B0604020202020204" pitchFamily="34" charset="0"/>
                      </a:rPr>
                      <m:t> </m:t>
                    </m:r>
                    <m:nary>
                      <m:naryPr>
                        <m:chr m:val="∑"/>
                        <m:subHide m:val="on"/>
                        <m:supHide m:val="on"/>
                        <m:ctrlPr>
                          <a:rPr lang="en-US" sz="2000" i="1">
                            <a:solidFill>
                              <a:srgbClr val="0070C0"/>
                            </a:solidFill>
                            <a:latin typeface="Cambria Math" panose="02040503050406030204" pitchFamily="18" charset="0"/>
                            <a:cs typeface="Arial" panose="020B0604020202020204" pitchFamily="34" charset="0"/>
                          </a:rPr>
                        </m:ctrlPr>
                      </m:naryPr>
                      <m:sub/>
                      <m:sup/>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m:t>
                        </m:r>
                        <m:r>
                          <a:rPr lang="tr-TR" sz="2000" b="0" i="1" smtClean="0">
                            <a:solidFill>
                              <a:srgbClr val="00B050"/>
                            </a:solidFill>
                            <a:latin typeface="Cambria Math" panose="02040503050406030204" pitchFamily="18" charset="0"/>
                            <a:cs typeface="Arial" panose="020B0604020202020204" pitchFamily="34" charset="0"/>
                          </a:rPr>
                          <m:t>0</m:t>
                        </m:r>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tr-TR"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=1)</m:t>
                        </m:r>
                      </m:e>
                    </m:nary>
                  </m:oMath>
                </a14:m>
                <a:endParaRPr lang="en-US" sz="2000" dirty="0">
                  <a:solidFill>
                    <a:srgbClr val="0070C0"/>
                  </a:solidFill>
                  <a:latin typeface="Arial" panose="020B0604020202020204" pitchFamily="34" charset="0"/>
                  <a:cs typeface="Arial" panose="020B0604020202020204" pitchFamily="34" charset="0"/>
                </a:endParaRPr>
              </a:p>
              <a:p>
                <a:pPr>
                  <a:lnSpc>
                    <a:spcPct val="120000"/>
                  </a:lnSpc>
                  <a:spcBef>
                    <a:spcPts val="600"/>
                  </a:spcBef>
                </a:pPr>
                <a14:m>
                  <m:oMath xmlns:m="http://schemas.openxmlformats.org/officeDocument/2006/math">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b="0" i="1" smtClean="0">
                            <a:solidFill>
                              <a:srgbClr val="0070C0"/>
                            </a:solidFill>
                            <a:latin typeface="Cambria Math" panose="02040503050406030204" pitchFamily="18" charset="0"/>
                            <a:cs typeface="Arial" panose="020B0604020202020204" pitchFamily="34" charset="0"/>
                          </a:rPr>
                          <m:t>0</m:t>
                        </m:r>
                        <m:r>
                          <a:rPr lang="en-US" sz="2000" i="1">
                            <a:solidFill>
                              <a:srgbClr val="0070C0"/>
                            </a:solidFill>
                            <a:latin typeface="Cambria Math" panose="02040503050406030204" pitchFamily="18" charset="0"/>
                            <a:cs typeface="Arial" panose="020B0604020202020204" pitchFamily="34" charset="0"/>
                          </a:rPr>
                          <m:t>0</m:t>
                        </m:r>
                      </m:sub>
                    </m:sSub>
                    <m:r>
                      <a:rPr lang="en-US" sz="2000" i="1">
                        <a:solidFill>
                          <a:srgbClr val="0070C0"/>
                        </a:solidFill>
                        <a:latin typeface="Cambria Math" panose="02040503050406030204" pitchFamily="18" charset="0"/>
                        <a:cs typeface="Arial" panose="020B0604020202020204" pitchFamily="34" charset="0"/>
                      </a:rPr>
                      <m:t>= </m:t>
                    </m:r>
                    <m:nary>
                      <m:naryPr>
                        <m:chr m:val="∑"/>
                        <m:subHide m:val="on"/>
                        <m:supHide m:val="on"/>
                        <m:ctrlPr>
                          <a:rPr lang="en-US" sz="2000" i="1">
                            <a:solidFill>
                              <a:srgbClr val="0070C0"/>
                            </a:solidFill>
                            <a:latin typeface="Cambria Math" panose="02040503050406030204" pitchFamily="18" charset="0"/>
                            <a:cs typeface="Arial" panose="020B0604020202020204" pitchFamily="34" charset="0"/>
                          </a:rPr>
                        </m:ctrlPr>
                      </m:naryPr>
                      <m:sub/>
                      <m:sup/>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cs typeface="Arial" panose="020B0604020202020204" pitchFamily="34" charset="0"/>
                          </a:rPr>
                          <m:t>=</m:t>
                        </m:r>
                        <m:r>
                          <a:rPr lang="tr-TR" sz="2000" b="0" i="1" smtClean="0">
                            <a:solidFill>
                              <a:srgbClr val="00B050"/>
                            </a:solidFill>
                            <a:latin typeface="Cambria Math" panose="02040503050406030204" pitchFamily="18" charset="0"/>
                            <a:cs typeface="Arial" panose="020B0604020202020204" pitchFamily="34" charset="0"/>
                          </a:rPr>
                          <m:t>0</m:t>
                        </m:r>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𝑎</m:t>
                            </m:r>
                          </m:e>
                          <m:sub>
                            <m:r>
                              <a:rPr lang="tr-TR"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tr-TR" sz="2000" i="1">
                                    <a:solidFill>
                                      <a:srgbClr val="00B050"/>
                                    </a:solidFill>
                                    <a:latin typeface="Cambria Math" panose="02040503050406030204" pitchFamily="18" charset="0"/>
                                    <a:cs typeface="Arial" panose="020B0604020202020204" pitchFamily="34" charset="0"/>
                                  </a:rPr>
                                  <m:t>2</m:t>
                                </m:r>
                              </m:sub>
                            </m:sSub>
                          </m:e>
                        </m:d>
                        <m:r>
                          <a:rPr lang="en-US" sz="2000" i="1">
                            <a:solidFill>
                              <a:srgbClr val="00B050"/>
                            </a:solidFill>
                            <a:latin typeface="Cambria Math" panose="02040503050406030204" pitchFamily="18" charset="0"/>
                            <a:cs typeface="Arial" panose="020B0604020202020204" pitchFamily="34" charset="0"/>
                          </a:rPr>
                          <m:t>=</m:t>
                        </m:r>
                        <m:r>
                          <a:rPr lang="tr-TR" sz="2000" b="0" i="1" smtClean="0">
                            <a:solidFill>
                              <a:srgbClr val="00B050"/>
                            </a:solidFill>
                            <a:latin typeface="Cambria Math" panose="02040503050406030204" pitchFamily="18" charset="0"/>
                            <a:cs typeface="Arial" panose="020B0604020202020204" pitchFamily="34" charset="0"/>
                          </a:rPr>
                          <m:t>0</m:t>
                        </m:r>
                        <m:r>
                          <a:rPr lang="en-US" sz="2000" i="1">
                            <a:solidFill>
                              <a:srgbClr val="00B050"/>
                            </a:solidFill>
                            <a:latin typeface="Cambria Math" panose="02040503050406030204" pitchFamily="18" charset="0"/>
                            <a:cs typeface="Arial" panose="020B0604020202020204" pitchFamily="34" charset="0"/>
                          </a:rPr>
                          <m:t>)</m:t>
                        </m:r>
                      </m:e>
                    </m:nary>
                  </m:oMath>
                </a14:m>
                <a:endParaRPr lang="en-US" sz="2000" dirty="0">
                  <a:latin typeface="Arial" panose="020B0604020202020204" pitchFamily="34" charset="0"/>
                  <a:cs typeface="Arial" panose="020B0604020202020204" pitchFamily="34" charset="0"/>
                </a:endParaRP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𝐽𝐼</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r>
                        <a:rPr lang="en-US" sz="2000" b="0" i="1" smtClean="0">
                          <a:solidFill>
                            <a:srgbClr val="00B050"/>
                          </a:solidFill>
                          <a:latin typeface="Cambria Math" panose="02040503050406030204" pitchFamily="18" charset="0"/>
                          <a:cs typeface="Arial" panose="020B0604020202020204" pitchFamily="34" charset="0"/>
                        </a:rPr>
                        <m:t>=</m:t>
                      </m:r>
                      <m:f>
                        <m:fPr>
                          <m:ctrlPr>
                            <a:rPr lang="en-US" sz="2000" b="0" i="1" smtClean="0">
                              <a:solidFill>
                                <a:srgbClr val="00B050"/>
                              </a:solidFill>
                              <a:latin typeface="Cambria Math" panose="02040503050406030204" pitchFamily="18" charset="0"/>
                              <a:cs typeface="Arial" panose="020B0604020202020204" pitchFamily="34" charset="0"/>
                            </a:rPr>
                          </m:ctrlPr>
                        </m:fPr>
                        <m:num>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num>
                        <m:den>
                          <m:r>
                            <a:rPr lang="en-US" sz="2000" b="0" i="1" smtClean="0">
                              <a:solidFill>
                                <a:srgbClr val="00B05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r>
                            <a:rPr lang="en-US" sz="2000" b="0" i="1" smtClean="0">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m:t>
                              </m:r>
                              <m:r>
                                <a:rPr lang="en-US" sz="2000" b="0" i="1" smtClean="0">
                                  <a:solidFill>
                                    <a:srgbClr val="0070C0"/>
                                  </a:solidFill>
                                  <a:latin typeface="Cambria Math" panose="02040503050406030204" pitchFamily="18" charset="0"/>
                                  <a:cs typeface="Arial" panose="020B0604020202020204" pitchFamily="34" charset="0"/>
                                </a:rPr>
                                <m:t>0</m:t>
                              </m:r>
                            </m:sub>
                          </m:sSub>
                          <m:r>
                            <a:rPr lang="en-US" sz="2000" b="0" i="1" smtClean="0">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b="0" i="1" smtClean="0">
                                  <a:solidFill>
                                    <a:srgbClr val="0070C0"/>
                                  </a:solidFill>
                                  <a:latin typeface="Cambria Math" panose="02040503050406030204" pitchFamily="18" charset="0"/>
                                  <a:cs typeface="Arial" panose="020B0604020202020204" pitchFamily="34" charset="0"/>
                                </a:rPr>
                                <m:t>0</m:t>
                              </m:r>
                              <m:r>
                                <a:rPr lang="en-US" sz="2000" i="1">
                                  <a:solidFill>
                                    <a:srgbClr val="0070C0"/>
                                  </a:solidFill>
                                  <a:latin typeface="Cambria Math" panose="02040503050406030204" pitchFamily="18" charset="0"/>
                                  <a:cs typeface="Arial" panose="020B0604020202020204" pitchFamily="34" charset="0"/>
                                </a:rPr>
                                <m:t>1</m:t>
                              </m:r>
                            </m:sub>
                          </m:sSub>
                          <m:r>
                            <a:rPr lang="en-US" sz="2000" b="0" i="1" smtClean="0">
                              <a:solidFill>
                                <a:srgbClr val="0070C0"/>
                              </a:solidFill>
                              <a:latin typeface="Cambria Math" panose="02040503050406030204" pitchFamily="18" charset="0"/>
                              <a:cs typeface="Arial" panose="020B0604020202020204" pitchFamily="34" charset="0"/>
                            </a:rPr>
                            <m:t>)</m:t>
                          </m:r>
                        </m:den>
                      </m:f>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Jaccard Distance (JD) </a:t>
                </a:r>
                <a:r>
                  <a:rPr lang="en-US" sz="2000" dirty="0">
                    <a:latin typeface="Arial" panose="020B0604020202020204" pitchFamily="34" charset="0"/>
                    <a:cs typeface="Arial" panose="020B0604020202020204" pitchFamily="34" charset="0"/>
                  </a:rPr>
                  <a:t>can be derived from the </a:t>
                </a:r>
                <a:r>
                  <a:rPr lang="en-US" sz="2000" dirty="0">
                    <a:solidFill>
                      <a:srgbClr val="0070C0"/>
                    </a:solidFill>
                    <a:latin typeface="Arial" panose="020B0604020202020204" pitchFamily="34" charset="0"/>
                    <a:cs typeface="Arial" panose="020B0604020202020204" pitchFamily="34" charset="0"/>
                  </a:rPr>
                  <a:t>JI </a:t>
                </a:r>
                <a:r>
                  <a:rPr lang="en-US" sz="2000" dirty="0">
                    <a:latin typeface="Arial" panose="020B0604020202020204" pitchFamily="34" charset="0"/>
                    <a:cs typeface="Arial" panose="020B0604020202020204" pitchFamily="34" charset="0"/>
                  </a:rPr>
                  <a:t>as </a:t>
                </a:r>
                <a14:m>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𝐽𝐷</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r>
                      <a:rPr lang="en-US" sz="2000" i="1">
                        <a:solidFill>
                          <a:srgbClr val="00B050"/>
                        </a:solidFill>
                        <a:latin typeface="Cambria Math" panose="02040503050406030204" pitchFamily="18" charset="0"/>
                        <a:cs typeface="Arial" panose="020B0604020202020204" pitchFamily="34" charset="0"/>
                      </a:rPr>
                      <m:t>=1−</m:t>
                    </m:r>
                    <m:r>
                      <a:rPr lang="en-US" sz="2000" i="1">
                        <a:solidFill>
                          <a:srgbClr val="00B050"/>
                        </a:solidFill>
                        <a:latin typeface="Cambria Math" panose="02040503050406030204" pitchFamily="18" charset="0"/>
                        <a:cs typeface="Arial" panose="020B0604020202020204" pitchFamily="34" charset="0"/>
                      </a:rPr>
                      <m:t>𝐽𝐼</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oMath>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Therefore, </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m:t>
                      </m:r>
                      <m:r>
                        <a:rPr lang="en-US" sz="2000" b="0" i="1" smtClean="0">
                          <a:solidFill>
                            <a:srgbClr val="00B050"/>
                          </a:solidFill>
                          <a:latin typeface="Cambria Math" panose="02040503050406030204" pitchFamily="18" charset="0"/>
                          <a:cs typeface="Arial" panose="020B0604020202020204" pitchFamily="34" charset="0"/>
                        </a:rPr>
                        <m:t>𝐷</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r>
                        <a:rPr lang="en-US" sz="2000" i="1">
                          <a:solidFill>
                            <a:srgbClr val="00B050"/>
                          </a:solidFill>
                          <a:latin typeface="Cambria Math" panose="02040503050406030204" pitchFamily="18" charset="0"/>
                          <a:cs typeface="Arial" panose="020B0604020202020204" pitchFamily="34" charset="0"/>
                        </a:rPr>
                        <m:t>=1−</m:t>
                      </m:r>
                      <m:f>
                        <m:fPr>
                          <m:ctrlPr>
                            <a:rPr lang="en-US" sz="2000" i="1">
                              <a:solidFill>
                                <a:srgbClr val="00B050"/>
                              </a:solidFill>
                              <a:latin typeface="Cambria Math" panose="02040503050406030204" pitchFamily="18" charset="0"/>
                              <a:cs typeface="Arial" panose="020B0604020202020204" pitchFamily="34" charset="0"/>
                            </a:rPr>
                          </m:ctrlPr>
                        </m:fPr>
                        <m:num>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num>
                        <m:den>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10</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01</m:t>
                                  </m:r>
                                </m:sub>
                              </m:sSub>
                            </m:e>
                          </m:d>
                        </m:den>
                      </m:f>
                      <m:r>
                        <a:rPr lang="en-US" sz="2000" b="0" i="1" smtClean="0">
                          <a:solidFill>
                            <a:srgbClr val="0070C0"/>
                          </a:solidFill>
                          <a:latin typeface="Cambria Math" panose="02040503050406030204" pitchFamily="18" charset="0"/>
                          <a:cs typeface="Arial" panose="020B0604020202020204" pitchFamily="34" charset="0"/>
                        </a:rPr>
                        <m:t>=</m:t>
                      </m:r>
                      <m:f>
                        <m:fPr>
                          <m:ctrlPr>
                            <a:rPr lang="en-US" sz="2000" i="1">
                              <a:solidFill>
                                <a:srgbClr val="00B050"/>
                              </a:solidFill>
                              <a:latin typeface="Cambria Math" panose="02040503050406030204" pitchFamily="18" charset="0"/>
                              <a:cs typeface="Arial" panose="020B0604020202020204" pitchFamily="34" charset="0"/>
                            </a:rPr>
                          </m:ctrlPr>
                        </m:fPr>
                        <m:num>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m:t>
                              </m:r>
                              <m:r>
                                <a:rPr lang="en-US" sz="2000" b="0" i="1" smtClean="0">
                                  <a:solidFill>
                                    <a:srgbClr val="0070C0"/>
                                  </a:solidFill>
                                  <a:latin typeface="Cambria Math" panose="02040503050406030204" pitchFamily="18" charset="0"/>
                                  <a:cs typeface="Arial" panose="020B0604020202020204" pitchFamily="34" charset="0"/>
                                </a:rPr>
                                <m:t>0</m:t>
                              </m:r>
                            </m:sub>
                          </m:sSub>
                          <m:r>
                            <a:rPr lang="en-US" sz="2000" b="0" i="1" smtClean="0">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m:t>
                              </m:r>
                              <m:r>
                                <a:rPr lang="en-US" sz="2000" b="0" i="1" smtClean="0">
                                  <a:solidFill>
                                    <a:srgbClr val="0070C0"/>
                                  </a:solidFill>
                                  <a:latin typeface="Cambria Math" panose="02040503050406030204" pitchFamily="18" charset="0"/>
                                  <a:cs typeface="Arial" panose="020B0604020202020204" pitchFamily="34" charset="0"/>
                                </a:rPr>
                                <m:t>1</m:t>
                              </m:r>
                            </m:sub>
                          </m:sSub>
                        </m:num>
                        <m:den>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10</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tr-TR" sz="2000" b="0" i="1" smtClean="0">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01</m:t>
                              </m:r>
                            </m:sub>
                          </m:sSub>
                          <m:r>
                            <a:rPr lang="en-US" sz="2000" i="1">
                              <a:solidFill>
                                <a:srgbClr val="0070C0"/>
                              </a:solidFill>
                              <a:latin typeface="Cambria Math" panose="02040503050406030204" pitchFamily="18" charset="0"/>
                              <a:cs typeface="Arial" panose="020B0604020202020204" pitchFamily="34" charset="0"/>
                            </a:rPr>
                            <m:t>)</m:t>
                          </m:r>
                        </m:den>
                      </m:f>
                    </m:oMath>
                  </m:oMathPara>
                </a14:m>
                <a:endParaRPr lang="en-US" sz="2000" dirty="0">
                  <a:latin typeface="Arial" panose="020B0604020202020204" pitchFamily="34" charset="0"/>
                  <a:cs typeface="Arial" panose="020B0604020202020204" pitchFamily="34" charset="0"/>
                </a:endParaRP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603" b="-2314"/>
                </a:stretch>
              </a:blipFill>
            </p:spPr>
            <p:txBody>
              <a:bodyPr/>
              <a:lstStyle/>
              <a:p>
                <a:r>
                  <a:rPr lang="en-TR">
                    <a:noFill/>
                  </a:rPr>
                  <a:t> </a:t>
                </a:r>
              </a:p>
            </p:txBody>
          </p:sp>
        </mc:Fallback>
      </mc:AlternateContent>
      <p:grpSp>
        <p:nvGrpSpPr>
          <p:cNvPr id="11" name="Group 10"/>
          <p:cNvGrpSpPr/>
          <p:nvPr/>
        </p:nvGrpSpPr>
        <p:grpSpPr>
          <a:xfrm>
            <a:off x="7750792" y="2169994"/>
            <a:ext cx="3125337" cy="2074460"/>
            <a:chOff x="8228463" y="2169994"/>
            <a:chExt cx="3125337" cy="2074460"/>
          </a:xfrm>
        </p:grpSpPr>
        <p:grpSp>
          <p:nvGrpSpPr>
            <p:cNvPr id="6" name="Group 5"/>
            <p:cNvGrpSpPr/>
            <p:nvPr/>
          </p:nvGrpSpPr>
          <p:grpSpPr>
            <a:xfrm>
              <a:off x="8228463" y="2169994"/>
              <a:ext cx="3125337" cy="2074460"/>
              <a:chOff x="7710985" y="2292824"/>
              <a:chExt cx="3125337" cy="2074460"/>
            </a:xfrm>
          </p:grpSpPr>
          <p:sp>
            <p:nvSpPr>
              <p:cNvPr id="2" name="Oval 1"/>
              <p:cNvSpPr/>
              <p:nvPr/>
            </p:nvSpPr>
            <p:spPr>
              <a:xfrm>
                <a:off x="9007522" y="2733795"/>
                <a:ext cx="1097280" cy="109728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8382001" y="2731826"/>
                <a:ext cx="1097280" cy="10972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9007522" y="3097769"/>
                    <a:ext cx="3079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70C0"/>
                                  </a:solidFill>
                                  <a:latin typeface="Cambria Math" panose="02040503050406030204" pitchFamily="18" charset="0"/>
                                  <a:cs typeface="Arial" panose="020B0604020202020204" pitchFamily="34" charset="0"/>
                                </a:rPr>
                              </m:ctrlPr>
                            </m:sSubPr>
                            <m:e>
                              <m:r>
                                <a:rPr lang="tr-TR" i="1">
                                  <a:solidFill>
                                    <a:srgbClr val="0070C0"/>
                                  </a:solidFill>
                                  <a:latin typeface="Cambria Math" panose="02040503050406030204" pitchFamily="18" charset="0"/>
                                  <a:cs typeface="Arial" panose="020B0604020202020204" pitchFamily="34" charset="0"/>
                                </a:rPr>
                                <m:t>𝑇</m:t>
                              </m:r>
                            </m:e>
                            <m:sub>
                              <m:r>
                                <a:rPr lang="en-US" i="1">
                                  <a:solidFill>
                                    <a:srgbClr val="0070C0"/>
                                  </a:solidFill>
                                  <a:latin typeface="Cambria Math" panose="02040503050406030204" pitchFamily="18" charset="0"/>
                                  <a:cs typeface="Arial" panose="020B0604020202020204" pitchFamily="34" charset="0"/>
                                </a:rPr>
                                <m:t>11</m:t>
                              </m:r>
                            </m:sub>
                          </m:sSub>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9007522" y="3097769"/>
                    <a:ext cx="307984" cy="369332"/>
                  </a:xfrm>
                  <a:prstGeom prst="rect">
                    <a:avLst/>
                  </a:prstGeom>
                  <a:blipFill>
                    <a:blip r:embed="rId3"/>
                    <a:stretch>
                      <a:fillRect r="-47059"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017302" y="3881729"/>
                    <a:ext cx="4210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cs typeface="Arial" panose="020B0604020202020204" pitchFamily="34" charset="0"/>
                                </a:rPr>
                              </m:ctrlPr>
                            </m:sSubPr>
                            <m:e>
                              <m:r>
                                <a:rPr lang="tr-TR" i="1">
                                  <a:solidFill>
                                    <a:srgbClr val="0070C0"/>
                                  </a:solidFill>
                                  <a:latin typeface="Cambria Math" panose="02040503050406030204" pitchFamily="18" charset="0"/>
                                  <a:cs typeface="Arial" panose="020B0604020202020204" pitchFamily="34" charset="0"/>
                                </a:rPr>
                                <m:t>𝑇</m:t>
                              </m:r>
                            </m:e>
                            <m:sub>
                              <m:r>
                                <a:rPr lang="tr-TR" b="0" i="1" smtClean="0">
                                  <a:solidFill>
                                    <a:srgbClr val="0070C0"/>
                                  </a:solidFill>
                                  <a:latin typeface="Cambria Math" panose="02040503050406030204" pitchFamily="18" charset="0"/>
                                  <a:cs typeface="Arial" panose="020B0604020202020204" pitchFamily="34" charset="0"/>
                                </a:rPr>
                                <m:t>00</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9017302" y="3881729"/>
                    <a:ext cx="421031" cy="369332"/>
                  </a:xfrm>
                  <a:prstGeom prst="rect">
                    <a:avLst/>
                  </a:prstGeom>
                  <a:blipFill>
                    <a:blip r:embed="rId4"/>
                    <a:stretch>
                      <a:fillRect r="-8696"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9520222" y="3097769"/>
                    <a:ext cx="3079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cs typeface="Arial" panose="020B0604020202020204" pitchFamily="34" charset="0"/>
                                </a:rPr>
                              </m:ctrlPr>
                            </m:sSubPr>
                            <m:e>
                              <m:r>
                                <a:rPr lang="tr-TR" i="1">
                                  <a:solidFill>
                                    <a:srgbClr val="0070C0"/>
                                  </a:solidFill>
                                  <a:latin typeface="Cambria Math" panose="02040503050406030204" pitchFamily="18" charset="0"/>
                                  <a:cs typeface="Arial" panose="020B0604020202020204" pitchFamily="34" charset="0"/>
                                </a:rPr>
                                <m:t>𝑇</m:t>
                              </m:r>
                            </m:e>
                            <m:sub>
                              <m:r>
                                <a:rPr lang="tr-TR" b="0" i="1" smtClean="0">
                                  <a:solidFill>
                                    <a:srgbClr val="0070C0"/>
                                  </a:solidFill>
                                  <a:latin typeface="Cambria Math" panose="02040503050406030204" pitchFamily="18" charset="0"/>
                                  <a:cs typeface="Arial" panose="020B0604020202020204" pitchFamily="34" charset="0"/>
                                </a:rPr>
                                <m:t>01</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9520222" y="3097769"/>
                    <a:ext cx="307984" cy="369332"/>
                  </a:xfrm>
                  <a:prstGeom prst="rect">
                    <a:avLst/>
                  </a:prstGeom>
                  <a:blipFill>
                    <a:blip r:embed="rId5"/>
                    <a:stretch>
                      <a:fillRect r="-49020"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554417" y="3097769"/>
                    <a:ext cx="30798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cs typeface="Arial" panose="020B0604020202020204" pitchFamily="34" charset="0"/>
                                </a:rPr>
                              </m:ctrlPr>
                            </m:sSubPr>
                            <m:e>
                              <m:r>
                                <a:rPr lang="tr-TR" i="1">
                                  <a:solidFill>
                                    <a:srgbClr val="0070C0"/>
                                  </a:solidFill>
                                  <a:latin typeface="Cambria Math" panose="02040503050406030204" pitchFamily="18" charset="0"/>
                                  <a:cs typeface="Arial" panose="020B0604020202020204" pitchFamily="34" charset="0"/>
                                </a:rPr>
                                <m:t>𝑇</m:t>
                              </m:r>
                            </m:e>
                            <m:sub>
                              <m:r>
                                <a:rPr lang="en-US" i="1">
                                  <a:solidFill>
                                    <a:srgbClr val="0070C0"/>
                                  </a:solidFill>
                                  <a:latin typeface="Cambria Math" panose="02040503050406030204" pitchFamily="18" charset="0"/>
                                  <a:cs typeface="Arial" panose="020B0604020202020204" pitchFamily="34" charset="0"/>
                                </a:rPr>
                                <m:t>1</m:t>
                              </m:r>
                              <m:r>
                                <a:rPr lang="tr-TR" b="0" i="1" smtClean="0">
                                  <a:solidFill>
                                    <a:srgbClr val="0070C0"/>
                                  </a:solidFill>
                                  <a:latin typeface="Cambria Math" panose="02040503050406030204" pitchFamily="18" charset="0"/>
                                  <a:cs typeface="Arial" panose="020B0604020202020204" pitchFamily="34" charset="0"/>
                                </a:rPr>
                                <m:t>0</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8554417" y="3097769"/>
                    <a:ext cx="307984" cy="369332"/>
                  </a:xfrm>
                  <a:prstGeom prst="rect">
                    <a:avLst/>
                  </a:prstGeom>
                  <a:blipFill>
                    <a:blip r:embed="rId6"/>
                    <a:stretch>
                      <a:fillRect r="-48000" b="-1639"/>
                    </a:stretch>
                  </a:blipFill>
                </p:spPr>
                <p:txBody>
                  <a:bodyPr/>
                  <a:lstStyle/>
                  <a:p>
                    <a:r>
                      <a:rPr lang="en-US">
                        <a:noFill/>
                      </a:rPr>
                      <a:t> </a:t>
                    </a:r>
                  </a:p>
                </p:txBody>
              </p:sp>
            </mc:Fallback>
          </mc:AlternateContent>
          <p:sp>
            <p:nvSpPr>
              <p:cNvPr id="4" name="Rectangle 3"/>
              <p:cNvSpPr/>
              <p:nvPr/>
            </p:nvSpPr>
            <p:spPr>
              <a:xfrm>
                <a:off x="7710985" y="2292824"/>
                <a:ext cx="3125337" cy="207446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0" name="Rectangle 9"/>
                <p:cNvSpPr/>
                <p:nvPr/>
              </p:nvSpPr>
              <p:spPr>
                <a:xfrm>
                  <a:off x="8660086" y="2512314"/>
                  <a:ext cx="3969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rgbClr val="00B050"/>
                            </a:solidFill>
                            <a:latin typeface="Cambria Math" panose="02040503050406030204" pitchFamily="18" charset="0"/>
                            <a:cs typeface="Arial" panose="020B0604020202020204" pitchFamily="34" charset="0"/>
                          </a:rPr>
                          <m:t>𝐴</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8660086" y="2512314"/>
                  <a:ext cx="39690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0464769" y="2512314"/>
                  <a:ext cx="4072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b="0" i="1" smtClean="0">
                            <a:solidFill>
                              <a:srgbClr val="00B050"/>
                            </a:solidFill>
                            <a:latin typeface="Cambria Math" panose="02040503050406030204" pitchFamily="18" charset="0"/>
                            <a:cs typeface="Arial" panose="020B0604020202020204" pitchFamily="34" charset="0"/>
                          </a:rPr>
                          <m:t>𝐵</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10464769" y="2512314"/>
                  <a:ext cx="407291" cy="369332"/>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3467166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b="1" dirty="0"/>
              <a:t>Similarity Measures – (</a:t>
            </a:r>
            <a:r>
              <a:rPr lang="tr-TR" b="1" dirty="0"/>
              <a:t>VIII</a:t>
            </a:r>
            <a:r>
              <a:rPr lang="en-US" b="1" dirty="0"/>
              <a:t>)</a:t>
            </a:r>
            <a:endParaRPr lang="en-US" altLang="en-US" b="1" dirty="0"/>
          </a:p>
        </p:txBody>
      </p:sp>
      <mc:AlternateContent xmlns:mc="http://schemas.openxmlformats.org/markup-compatibility/2006" xmlns:a14="http://schemas.microsoft.com/office/drawing/2010/main">
        <mc:Choice Requires="a14">
          <p:sp>
            <p:nvSpPr>
              <p:cNvPr id="81923" name="Rectangle 3"/>
              <p:cNvSpPr>
                <a:spLocks noGrp="1" noChangeArrowheads="1"/>
              </p:cNvSpPr>
              <p:nvPr>
                <p:ph type="body" idx="1"/>
              </p:nvPr>
            </p:nvSpPr>
            <p:spPr>
              <a:xfrm>
                <a:off x="838200" y="1556083"/>
                <a:ext cx="10515600" cy="4926603"/>
              </a:xfrm>
            </p:spPr>
            <p:txBody>
              <a:bodyPr>
                <a:noAutofit/>
              </a:bodyPr>
              <a:lstStyle/>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Jaccard Distance (JD) </a:t>
                </a:r>
                <a:r>
                  <a:rPr lang="en-US" sz="2000" dirty="0">
                    <a:latin typeface="Arial" panose="020B0604020202020204" pitchFamily="34" charset="0"/>
                    <a:cs typeface="Arial" panose="020B0604020202020204" pitchFamily="34" charset="0"/>
                  </a:rPr>
                  <a:t>can also be used for </a:t>
                </a:r>
                <a:r>
                  <a:rPr lang="en-US" sz="2000" b="1" u="sng" dirty="0">
                    <a:latin typeface="Arial" panose="020B0604020202020204" pitchFamily="34" charset="0"/>
                    <a:cs typeface="Arial" panose="020B0604020202020204" pitchFamily="34" charset="0"/>
                  </a:rPr>
                  <a:t>numerical features</a:t>
                </a:r>
                <a:r>
                  <a:rPr lang="tr-TR" sz="2000" dirty="0">
                    <a:latin typeface="Arial" panose="020B0604020202020204" pitchFamily="34" charset="0"/>
                    <a:cs typeface="Arial" panose="020B0604020202020204" pitchFamily="34" charset="0"/>
                  </a:rPr>
                  <a:t>.</a:t>
                </a:r>
                <a:r>
                  <a:rPr lang="en-US" sz="2000" dirty="0">
                    <a:solidFill>
                      <a:srgbClr val="0070C0"/>
                    </a:solidFill>
                    <a:latin typeface="Arial" panose="020B0604020202020204" pitchFamily="34" charset="0"/>
                    <a:cs typeface="Arial" panose="020B0604020202020204" pitchFamily="34" charset="0"/>
                  </a:rPr>
                  <a:t> </a:t>
                </a:r>
                <a:endParaRPr lang="tr-TR" sz="2000" dirty="0">
                  <a:solidFill>
                    <a:srgbClr val="0070C0"/>
                  </a:solidFill>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Each instance is an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-dimensional </a:t>
                </a:r>
                <a:r>
                  <a:rPr lang="en-US" sz="2000" b="1" u="sng" dirty="0">
                    <a:latin typeface="Arial" panose="020B0604020202020204" pitchFamily="34" charset="0"/>
                    <a:cs typeface="Arial" panose="020B0604020202020204" pitchFamily="34" charset="0"/>
                  </a:rPr>
                  <a:t>numerical</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vector (has </a:t>
                </a:r>
                <a:r>
                  <a:rPr lang="en-US" sz="2000" i="1" dirty="0">
                    <a:latin typeface="Arial" panose="020B0604020202020204" pitchFamily="34" charset="0"/>
                    <a:cs typeface="Arial" panose="020B0604020202020204" pitchFamily="34" charset="0"/>
                  </a:rPr>
                  <a:t>n features</a:t>
                </a:r>
                <a:r>
                  <a:rPr lang="en-US" sz="2000" dirty="0">
                    <a:latin typeface="Arial" panose="020B0604020202020204" pitchFamily="34" charset="0"/>
                    <a:cs typeface="Arial" panose="020B0604020202020204" pitchFamily="34" charset="0"/>
                  </a:rPr>
                  <a:t>)</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1</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2</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𝑛</m:t>
                              </m:r>
                            </m:sub>
                          </m:sSub>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𝑥</m:t>
                              </m:r>
                            </m:e>
                          </m:d>
                        </m:e>
                      </m:d>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solidFill>
                      <a:srgbClr val="0070C0"/>
                    </a:solidFill>
                    <a:latin typeface="Arial" panose="020B0604020202020204" pitchFamily="34" charset="0"/>
                    <a:cs typeface="Arial" panose="020B0604020202020204" pitchFamily="34" charset="0"/>
                  </a:rPr>
                  <a:t>Jaccard Distance (JD) </a:t>
                </a:r>
                <a:r>
                  <a:rPr lang="en-US" sz="2000" dirty="0">
                    <a:latin typeface="Arial" panose="020B0604020202020204" pitchFamily="34" charset="0"/>
                    <a:cs typeface="Arial" panose="020B0604020202020204" pitchFamily="34" charset="0"/>
                  </a:rPr>
                  <a:t>can be calculated as follows:</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𝑑</m:t>
                      </m:r>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r>
                        <a:rPr lang="en-US" sz="2000" b="0" i="1" smtClean="0">
                          <a:solidFill>
                            <a:srgbClr val="00B050"/>
                          </a:solidFill>
                          <a:latin typeface="Cambria Math" panose="02040503050406030204" pitchFamily="18" charset="0"/>
                          <a:cs typeface="Arial" panose="020B0604020202020204" pitchFamily="34" charset="0"/>
                        </a:rPr>
                        <m:t>=1−</m:t>
                      </m:r>
                      <m:f>
                        <m:fPr>
                          <m:ctrlPr>
                            <a:rPr lang="en-US" sz="2000" b="0" i="1" smtClean="0">
                              <a:solidFill>
                                <a:srgbClr val="00B050"/>
                              </a:solidFill>
                              <a:latin typeface="Cambria Math" panose="02040503050406030204" pitchFamily="18" charset="0"/>
                              <a:cs typeface="Arial" panose="020B0604020202020204" pitchFamily="34" charset="0"/>
                            </a:rPr>
                          </m:ctrlPr>
                        </m:fPr>
                        <m:num>
                          <m:nary>
                            <m:naryPr>
                              <m:chr m:val="∑"/>
                              <m:ctrlPr>
                                <a:rPr lang="en-US" sz="2000" b="0" i="1" smtClean="0">
                                  <a:solidFill>
                                    <a:srgbClr val="00B050"/>
                                  </a:solidFill>
                                  <a:latin typeface="Cambria Math" panose="02040503050406030204" pitchFamily="18" charset="0"/>
                                  <a:cs typeface="Arial" panose="020B0604020202020204" pitchFamily="34" charset="0"/>
                                </a:rPr>
                              </m:ctrlPr>
                            </m:naryPr>
                            <m:sub>
                              <m:r>
                                <m:rPr>
                                  <m:brk m:alnAt="23"/>
                                </m:rPr>
                                <a:rPr lang="en-US" sz="2000" b="0" i="1" smtClean="0">
                                  <a:solidFill>
                                    <a:srgbClr val="00B050"/>
                                  </a:solidFill>
                                  <a:latin typeface="Cambria Math" panose="02040503050406030204" pitchFamily="18" charset="0"/>
                                  <a:cs typeface="Arial" panose="020B0604020202020204" pitchFamily="34" charset="0"/>
                                </a:rPr>
                                <m:t>𝑖</m:t>
                              </m:r>
                              <m:r>
                                <a:rPr lang="en-US" sz="2000" b="0" i="1" smtClean="0">
                                  <a:solidFill>
                                    <a:srgbClr val="00B050"/>
                                  </a:solidFill>
                                  <a:latin typeface="Cambria Math" panose="02040503050406030204" pitchFamily="18" charset="0"/>
                                  <a:cs typeface="Arial" panose="020B0604020202020204" pitchFamily="34" charset="0"/>
                                </a:rPr>
                                <m:t>=1</m:t>
                              </m:r>
                            </m:sub>
                            <m:sup>
                              <m:r>
                                <a:rPr lang="en-US" sz="2000" b="0" i="1" smtClean="0">
                                  <a:solidFill>
                                    <a:srgbClr val="00B050"/>
                                  </a:solidFill>
                                  <a:latin typeface="Cambria Math" panose="02040503050406030204" pitchFamily="18" charset="0"/>
                                  <a:cs typeface="Arial" panose="020B0604020202020204" pitchFamily="34" charset="0"/>
                                </a:rPr>
                                <m:t>𝑛</m:t>
                              </m:r>
                            </m:sup>
                            <m:e>
                              <m:func>
                                <m:funcPr>
                                  <m:ctrlPr>
                                    <a:rPr lang="en-US" sz="2000" b="0" i="1" smtClean="0">
                                      <a:solidFill>
                                        <a:srgbClr val="00B050"/>
                                      </a:solidFill>
                                      <a:latin typeface="Cambria Math" panose="02040503050406030204" pitchFamily="18" charset="0"/>
                                      <a:cs typeface="Arial" panose="020B0604020202020204" pitchFamily="34" charset="0"/>
                                    </a:rPr>
                                  </m:ctrlPr>
                                </m:funcPr>
                                <m:fName>
                                  <m:r>
                                    <m:rPr>
                                      <m:sty m:val="p"/>
                                    </m:rPr>
                                    <a:rPr lang="en-US" sz="2000" b="0" i="0" smtClean="0">
                                      <a:solidFill>
                                        <a:srgbClr val="00B050"/>
                                      </a:solidFill>
                                      <a:latin typeface="Cambria Math" panose="02040503050406030204" pitchFamily="18" charset="0"/>
                                      <a:cs typeface="Arial" panose="020B0604020202020204" pitchFamily="34" charset="0"/>
                                    </a:rPr>
                                    <m:t>min</m:t>
                                  </m:r>
                                </m:fName>
                                <m:e>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d>
                                </m:e>
                              </m:func>
                            </m:e>
                          </m:nary>
                        </m:num>
                        <m:den>
                          <m:nary>
                            <m:naryPr>
                              <m:chr m:val="∑"/>
                              <m:ctrlPr>
                                <a:rPr lang="en-US" sz="2000" i="1">
                                  <a:solidFill>
                                    <a:srgbClr val="00B050"/>
                                  </a:solidFill>
                                  <a:latin typeface="Cambria Math" panose="02040503050406030204" pitchFamily="18" charset="0"/>
                                  <a:cs typeface="Arial" panose="020B0604020202020204" pitchFamily="34" charset="0"/>
                                </a:rPr>
                              </m:ctrlPr>
                            </m:naryPr>
                            <m:sub>
                              <m:r>
                                <m:rPr>
                                  <m:brk m:alnAt="23"/>
                                </m:rPr>
                                <a:rPr lang="en-US" sz="2000" i="1">
                                  <a:solidFill>
                                    <a:srgbClr val="00B050"/>
                                  </a:solidFill>
                                  <a:latin typeface="Cambria Math" panose="02040503050406030204" pitchFamily="18" charset="0"/>
                                  <a:cs typeface="Arial" panose="020B0604020202020204" pitchFamily="34" charset="0"/>
                                </a:rPr>
                                <m:t>𝑖</m:t>
                              </m:r>
                              <m:r>
                                <a:rPr lang="en-US" sz="2000" i="1">
                                  <a:solidFill>
                                    <a:srgbClr val="00B050"/>
                                  </a:solidFill>
                                  <a:latin typeface="Cambria Math" panose="02040503050406030204" pitchFamily="18" charset="0"/>
                                  <a:cs typeface="Arial" panose="020B0604020202020204" pitchFamily="34" charset="0"/>
                                </a:rPr>
                                <m:t>=1</m:t>
                              </m:r>
                            </m:sub>
                            <m:sup>
                              <m:r>
                                <a:rPr lang="en-US" sz="2000" i="1">
                                  <a:solidFill>
                                    <a:srgbClr val="00B050"/>
                                  </a:solidFill>
                                  <a:latin typeface="Cambria Math" panose="02040503050406030204" pitchFamily="18" charset="0"/>
                                  <a:cs typeface="Arial" panose="020B0604020202020204" pitchFamily="34" charset="0"/>
                                </a:rPr>
                                <m:t>𝑛</m:t>
                              </m:r>
                            </m:sup>
                            <m:e>
                              <m:func>
                                <m:funcPr>
                                  <m:ctrlPr>
                                    <a:rPr lang="en-US" sz="2000" i="1">
                                      <a:solidFill>
                                        <a:srgbClr val="00B050"/>
                                      </a:solidFill>
                                      <a:latin typeface="Cambria Math" panose="02040503050406030204" pitchFamily="18" charset="0"/>
                                      <a:cs typeface="Arial" panose="020B0604020202020204" pitchFamily="34" charset="0"/>
                                    </a:rPr>
                                  </m:ctrlPr>
                                </m:funcPr>
                                <m:fName>
                                  <m:r>
                                    <m:rPr>
                                      <m:sty m:val="p"/>
                                    </m:rPr>
                                    <a:rPr lang="en-US" sz="2000">
                                      <a:solidFill>
                                        <a:srgbClr val="00B050"/>
                                      </a:solidFill>
                                      <a:latin typeface="Cambria Math" panose="02040503050406030204" pitchFamily="18" charset="0"/>
                                      <a:cs typeface="Arial" panose="020B0604020202020204" pitchFamily="34" charset="0"/>
                                    </a:rPr>
                                    <m:t>m</m:t>
                                  </m:r>
                                  <m:r>
                                    <m:rPr>
                                      <m:sty m:val="p"/>
                                    </m:rPr>
                                    <a:rPr lang="en-US" sz="2000" b="0" i="0" smtClean="0">
                                      <a:solidFill>
                                        <a:srgbClr val="00B050"/>
                                      </a:solidFill>
                                      <a:latin typeface="Cambria Math" panose="02040503050406030204" pitchFamily="18" charset="0"/>
                                      <a:cs typeface="Arial" panose="020B0604020202020204" pitchFamily="34" charset="0"/>
                                    </a:rPr>
                                    <m:t>a</m:t>
                                  </m:r>
                                  <m:r>
                                    <a:rPr lang="en-US" sz="2000" b="0" i="1" smtClean="0">
                                      <a:solidFill>
                                        <a:srgbClr val="00B050"/>
                                      </a:solidFill>
                                      <a:latin typeface="Cambria Math" panose="02040503050406030204" pitchFamily="18" charset="0"/>
                                      <a:cs typeface="Arial" panose="020B0604020202020204" pitchFamily="34" charset="0"/>
                                    </a:rPr>
                                    <m:t>𝑥</m:t>
                                  </m:r>
                                </m:fName>
                                <m:e>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1</m:t>
                                              </m:r>
                                            </m:sub>
                                          </m:sSub>
                                        </m:e>
                                      </m:d>
                                      <m:r>
                                        <a:rPr lang="en-US" sz="2000" i="1">
                                          <a:solidFill>
                                            <a:srgbClr val="00B05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𝑎</m:t>
                                          </m:r>
                                        </m:e>
                                        <m:sub>
                                          <m:r>
                                            <a:rPr lang="en-US" sz="2000" i="1">
                                              <a:solidFill>
                                                <a:srgbClr val="00B050"/>
                                              </a:solidFill>
                                              <a:latin typeface="Cambria Math" panose="02040503050406030204" pitchFamily="18" charset="0"/>
                                              <a:cs typeface="Arial" panose="020B0604020202020204" pitchFamily="34" charset="0"/>
                                            </a:rPr>
                                            <m:t>𝑖</m:t>
                                          </m:r>
                                        </m:sub>
                                      </m:sSub>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B050"/>
                                                  </a:solidFill>
                                                  <a:latin typeface="Cambria Math" panose="02040503050406030204" pitchFamily="18" charset="0"/>
                                                  <a:cs typeface="Arial" panose="020B0604020202020204" pitchFamily="34" charset="0"/>
                                                </a:rPr>
                                              </m:ctrlPr>
                                            </m:sSubPr>
                                            <m:e>
                                              <m:r>
                                                <a:rPr lang="en-US" sz="2000" i="1">
                                                  <a:solidFill>
                                                    <a:srgbClr val="00B050"/>
                                                  </a:solidFill>
                                                  <a:latin typeface="Cambria Math" panose="02040503050406030204" pitchFamily="18" charset="0"/>
                                                  <a:cs typeface="Arial" panose="020B0604020202020204" pitchFamily="34" charset="0"/>
                                                </a:rPr>
                                                <m:t>𝑥</m:t>
                                              </m:r>
                                            </m:e>
                                            <m:sub>
                                              <m:r>
                                                <a:rPr lang="en-US" sz="2000" i="1">
                                                  <a:solidFill>
                                                    <a:srgbClr val="00B050"/>
                                                  </a:solidFill>
                                                  <a:latin typeface="Cambria Math" panose="02040503050406030204" pitchFamily="18" charset="0"/>
                                                  <a:cs typeface="Arial" panose="020B0604020202020204" pitchFamily="34" charset="0"/>
                                                </a:rPr>
                                                <m:t>2</m:t>
                                              </m:r>
                                            </m:sub>
                                          </m:sSub>
                                        </m:e>
                                      </m:d>
                                    </m:e>
                                  </m:d>
                                </m:e>
                              </m:func>
                            </m:e>
                          </m:nary>
                        </m:den>
                      </m:f>
                    </m:oMath>
                  </m:oMathPara>
                </a14:m>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Note that the above calculation would yield the same distance with the formulation that was provided earlier for the binary vector case:</a:t>
                </a:r>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r>
                        <a:rPr lang="en-US" sz="2000" i="1">
                          <a:solidFill>
                            <a:srgbClr val="00B050"/>
                          </a:solidFill>
                          <a:latin typeface="Cambria Math" panose="02040503050406030204" pitchFamily="18" charset="0"/>
                          <a:cs typeface="Arial" panose="020B0604020202020204" pitchFamily="34" charset="0"/>
                        </a:rPr>
                        <m:t>𝐽𝐷</m:t>
                      </m:r>
                      <m:d>
                        <m:dPr>
                          <m:ctrlPr>
                            <a:rPr lang="en-US" sz="2000" i="1">
                              <a:solidFill>
                                <a:srgbClr val="00B050"/>
                              </a:solidFill>
                              <a:latin typeface="Cambria Math" panose="02040503050406030204" pitchFamily="18" charset="0"/>
                              <a:cs typeface="Arial" panose="020B0604020202020204" pitchFamily="34" charset="0"/>
                            </a:rPr>
                          </m:ctrlPr>
                        </m:dPr>
                        <m:e>
                          <m:r>
                            <a:rPr lang="en-US" sz="2000" i="1">
                              <a:solidFill>
                                <a:srgbClr val="00B050"/>
                              </a:solidFill>
                              <a:latin typeface="Cambria Math" panose="02040503050406030204" pitchFamily="18" charset="0"/>
                              <a:cs typeface="Arial" panose="020B0604020202020204" pitchFamily="34" charset="0"/>
                            </a:rPr>
                            <m:t>𝐴</m:t>
                          </m:r>
                          <m:r>
                            <a:rPr lang="en-US" sz="2000" i="1">
                              <a:solidFill>
                                <a:srgbClr val="00B050"/>
                              </a:solidFill>
                              <a:latin typeface="Cambria Math" panose="02040503050406030204" pitchFamily="18" charset="0"/>
                              <a:cs typeface="Arial" panose="020B0604020202020204" pitchFamily="34" charset="0"/>
                            </a:rPr>
                            <m:t>,</m:t>
                          </m:r>
                          <m:r>
                            <a:rPr lang="en-US" sz="2000" i="1">
                              <a:solidFill>
                                <a:srgbClr val="00B050"/>
                              </a:solidFill>
                              <a:latin typeface="Cambria Math" panose="02040503050406030204" pitchFamily="18" charset="0"/>
                              <a:cs typeface="Arial" panose="020B0604020202020204" pitchFamily="34" charset="0"/>
                            </a:rPr>
                            <m:t>𝐵</m:t>
                          </m:r>
                        </m:e>
                      </m:d>
                      <m:r>
                        <a:rPr lang="en-US" sz="2000" i="1">
                          <a:solidFill>
                            <a:srgbClr val="00B050"/>
                          </a:solidFill>
                          <a:latin typeface="Cambria Math" panose="02040503050406030204" pitchFamily="18" charset="0"/>
                          <a:cs typeface="Arial" panose="020B0604020202020204" pitchFamily="34" charset="0"/>
                        </a:rPr>
                        <m:t>=1−</m:t>
                      </m:r>
                      <m:f>
                        <m:fPr>
                          <m:ctrlPr>
                            <a:rPr lang="en-US" sz="2000" i="1">
                              <a:solidFill>
                                <a:srgbClr val="00B050"/>
                              </a:solidFill>
                              <a:latin typeface="Cambria Math" panose="02040503050406030204" pitchFamily="18" charset="0"/>
                              <a:cs typeface="Arial" panose="020B0604020202020204" pitchFamily="34" charset="0"/>
                            </a:rPr>
                          </m:ctrlPr>
                        </m:fPr>
                        <m:num>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num>
                        <m:den>
                          <m:d>
                            <m:dPr>
                              <m:ctrlPr>
                                <a:rPr lang="en-US" sz="2000" i="1">
                                  <a:solidFill>
                                    <a:srgbClr val="00B050"/>
                                  </a:solidFill>
                                  <a:latin typeface="Cambria Math" panose="02040503050406030204" pitchFamily="18" charset="0"/>
                                  <a:cs typeface="Arial" panose="020B0604020202020204" pitchFamily="34" charset="0"/>
                                </a:rPr>
                              </m:ctrlPr>
                            </m:dPr>
                            <m:e>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10</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01</m:t>
                                  </m:r>
                                </m:sub>
                              </m:sSub>
                            </m:e>
                          </m:d>
                        </m:den>
                      </m:f>
                      <m:r>
                        <a:rPr lang="en-US" sz="2000" i="1">
                          <a:solidFill>
                            <a:srgbClr val="0070C0"/>
                          </a:solidFill>
                          <a:latin typeface="Cambria Math" panose="02040503050406030204" pitchFamily="18" charset="0"/>
                          <a:cs typeface="Arial" panose="020B0604020202020204" pitchFamily="34" charset="0"/>
                        </a:rPr>
                        <m:t>=</m:t>
                      </m:r>
                      <m:f>
                        <m:fPr>
                          <m:ctrlPr>
                            <a:rPr lang="en-US" sz="2000" i="1">
                              <a:solidFill>
                                <a:srgbClr val="00B050"/>
                              </a:solidFill>
                              <a:latin typeface="Cambria Math" panose="02040503050406030204" pitchFamily="18" charset="0"/>
                              <a:cs typeface="Arial" panose="020B0604020202020204" pitchFamily="34" charset="0"/>
                            </a:rPr>
                          </m:ctrlPr>
                        </m:fPr>
                        <m:num>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10</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01</m:t>
                              </m:r>
                            </m:sub>
                          </m:sSub>
                        </m:num>
                        <m:den>
                          <m:r>
                            <a:rPr lang="en-US" sz="2000" i="1">
                              <a:solidFill>
                                <a:srgbClr val="00B05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11</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10</m:t>
                              </m:r>
                            </m:sub>
                          </m:sSub>
                          <m:r>
                            <a:rPr lang="en-US" sz="2000" i="1">
                              <a:solidFill>
                                <a:srgbClr val="0070C0"/>
                              </a:solidFill>
                              <a:latin typeface="Cambria Math" panose="02040503050406030204" pitchFamily="18" charset="0"/>
                              <a:cs typeface="Arial" panose="020B0604020202020204" pitchFamily="34" charset="0"/>
                            </a:rPr>
                            <m:t>+</m:t>
                          </m:r>
                          <m:sSub>
                            <m:sSubPr>
                              <m:ctrlPr>
                                <a:rPr lang="en-US" sz="2000" i="1">
                                  <a:solidFill>
                                    <a:srgbClr val="0070C0"/>
                                  </a:solidFill>
                                  <a:latin typeface="Cambria Math" panose="02040503050406030204" pitchFamily="18" charset="0"/>
                                  <a:cs typeface="Arial" panose="020B0604020202020204" pitchFamily="34" charset="0"/>
                                </a:rPr>
                              </m:ctrlPr>
                            </m:sSubPr>
                            <m:e>
                              <m:r>
                                <a:rPr lang="en-US" sz="2000" i="1">
                                  <a:solidFill>
                                    <a:srgbClr val="0070C0"/>
                                  </a:solidFill>
                                  <a:latin typeface="Cambria Math" panose="02040503050406030204" pitchFamily="18" charset="0"/>
                                  <a:cs typeface="Arial" panose="020B0604020202020204" pitchFamily="34" charset="0"/>
                                </a:rPr>
                                <m:t>𝑇</m:t>
                              </m:r>
                            </m:e>
                            <m:sub>
                              <m:r>
                                <a:rPr lang="en-US" sz="2000" i="1">
                                  <a:solidFill>
                                    <a:srgbClr val="0070C0"/>
                                  </a:solidFill>
                                  <a:latin typeface="Cambria Math" panose="02040503050406030204" pitchFamily="18" charset="0"/>
                                  <a:cs typeface="Arial" panose="020B0604020202020204" pitchFamily="34" charset="0"/>
                                </a:rPr>
                                <m:t>01</m:t>
                              </m:r>
                            </m:sub>
                          </m:sSub>
                          <m:r>
                            <a:rPr lang="en-US" sz="2000" i="1">
                              <a:solidFill>
                                <a:srgbClr val="0070C0"/>
                              </a:solidFill>
                              <a:latin typeface="Cambria Math" panose="02040503050406030204" pitchFamily="18" charset="0"/>
                              <a:cs typeface="Arial" panose="020B0604020202020204" pitchFamily="34" charset="0"/>
                            </a:rPr>
                            <m:t>)</m:t>
                          </m:r>
                        </m:den>
                      </m:f>
                    </m:oMath>
                  </m:oMathPara>
                </a14:m>
                <a:endParaRPr lang="tr-TR"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Therefore, it can be considered as the generalized version of the binary formulation.</a:t>
                </a:r>
                <a:endParaRPr lang="en-US" sz="2000" i="1" dirty="0">
                  <a:solidFill>
                    <a:srgbClr val="00B050"/>
                  </a:solidFill>
                  <a:latin typeface="Cambria Math" panose="02040503050406030204" pitchFamily="18" charset="0"/>
                  <a:cs typeface="Arial" panose="020B0604020202020204" pitchFamily="34" charset="0"/>
                </a:endParaRPr>
              </a:p>
              <a:p>
                <a:pPr marL="0" indent="0">
                  <a:lnSpc>
                    <a:spcPct val="120000"/>
                  </a:lnSpc>
                  <a:spcBef>
                    <a:spcPts val="600"/>
                  </a:spcBef>
                  <a:buNone/>
                </a:pPr>
                <a:endParaRPr lang="en-US" sz="2000" dirty="0">
                  <a:latin typeface="Arial" panose="020B0604020202020204" pitchFamily="34" charset="0"/>
                  <a:cs typeface="Arial" panose="020B0604020202020204" pitchFamily="34" charset="0"/>
                </a:endParaRPr>
              </a:p>
            </p:txBody>
          </p:sp>
        </mc:Choice>
        <mc:Fallback xmlns="">
          <p:sp>
            <p:nvSpPr>
              <p:cNvPr id="81923" name="Rectangle 3"/>
              <p:cNvSpPr>
                <a:spLocks noGrp="1" noRot="1" noChangeAspect="1" noMove="1" noResize="1" noEditPoints="1" noAdjustHandles="1" noChangeArrowheads="1" noChangeShapeType="1" noTextEdit="1"/>
              </p:cNvSpPr>
              <p:nvPr>
                <p:ph type="body" idx="1"/>
              </p:nvPr>
            </p:nvSpPr>
            <p:spPr>
              <a:xfrm>
                <a:off x="838200" y="1556083"/>
                <a:ext cx="10515600" cy="4926603"/>
              </a:xfrm>
              <a:blipFill>
                <a:blip r:embed="rId2"/>
                <a:stretch>
                  <a:fillRect l="-522"/>
                </a:stretch>
              </a:blipFill>
            </p:spPr>
            <p:txBody>
              <a:bodyPr/>
              <a:lstStyle/>
              <a:p>
                <a:r>
                  <a:rPr lang="en-US">
                    <a:noFill/>
                  </a:rPr>
                  <a:t> </a:t>
                </a:r>
              </a:p>
            </p:txBody>
          </p:sp>
        </mc:Fallback>
      </mc:AlternateContent>
    </p:spTree>
    <p:extLst>
      <p:ext uri="{BB962C8B-B14F-4D97-AF65-F5344CB8AC3E}">
        <p14:creationId xmlns:p14="http://schemas.microsoft.com/office/powerpoint/2010/main" val="196314652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rmAutofit/>
          </a:bodyPr>
          <a:lstStyle/>
          <a:p>
            <a:r>
              <a:rPr lang="en-US" altLang="en-US" b="1" dirty="0"/>
              <a:t>The Disease Problem</a:t>
            </a:r>
          </a:p>
        </p:txBody>
      </p:sp>
      <p:graphicFrame>
        <p:nvGraphicFramePr>
          <p:cNvPr id="4" name="Object 2"/>
          <p:cNvGraphicFramePr>
            <a:graphicFrameLocks noChangeAspect="1"/>
          </p:cNvGraphicFramePr>
          <p:nvPr/>
        </p:nvGraphicFramePr>
        <p:xfrm>
          <a:off x="428625" y="6403975"/>
          <a:ext cx="8251351" cy="319088"/>
        </p:xfrm>
        <a:graphic>
          <a:graphicData uri="http://schemas.openxmlformats.org/presentationml/2006/ole">
            <mc:AlternateContent xmlns:mc="http://schemas.openxmlformats.org/markup-compatibility/2006">
              <mc:Choice xmlns:v="urn:schemas-microsoft-com:vml" Requires="v">
                <p:oleObj name="Worksheet" r:id="rId2" imgW="4772018" imgH="238061" progId="Excel.Sheet.8">
                  <p:embed/>
                </p:oleObj>
              </mc:Choice>
              <mc:Fallback>
                <p:oleObj name="Worksheet" r:id="rId2" imgW="4772018" imgH="238061" progId="Excel.Sheet.8">
                  <p:embed/>
                  <p:pic>
                    <p:nvPicPr>
                      <p:cNvPr id="4" name="Object 2"/>
                      <p:cNvPicPr>
                        <a:picLocks noChangeAspect="1" noChangeArrowheads="1"/>
                      </p:cNvPicPr>
                      <p:nvPr/>
                    </p:nvPicPr>
                    <p:blipFill>
                      <a:blip r:embed="rId3"/>
                      <a:srcRect/>
                      <a:stretch>
                        <a:fillRect/>
                      </a:stretch>
                    </p:blipFill>
                    <p:spPr bwMode="auto">
                      <a:xfrm>
                        <a:off x="428625" y="6403975"/>
                        <a:ext cx="8251351" cy="319088"/>
                      </a:xfrm>
                      <a:prstGeom prst="rect">
                        <a:avLst/>
                      </a:prstGeom>
                      <a:noFill/>
                      <a:ln>
                        <a:noFill/>
                      </a:ln>
                      <a:effectLst/>
                    </p:spPr>
                  </p:pic>
                </p:oleObj>
              </mc:Fallback>
            </mc:AlternateContent>
          </a:graphicData>
        </a:graphic>
      </p:graphicFrame>
      <p:graphicFrame>
        <p:nvGraphicFramePr>
          <p:cNvPr id="5" name="Table 4"/>
          <p:cNvGraphicFramePr>
            <a:graphicFrameLocks noGrp="1"/>
          </p:cNvGraphicFramePr>
          <p:nvPr/>
        </p:nvGraphicFramePr>
        <p:xfrm>
          <a:off x="838199" y="1662369"/>
          <a:ext cx="9793406" cy="4628958"/>
        </p:xfrm>
        <a:graphic>
          <a:graphicData uri="http://schemas.openxmlformats.org/drawingml/2006/table">
            <a:tbl>
              <a:tblPr firstRow="1" bandRow="1">
                <a:tableStyleId>{10A1B5D5-9B99-4C35-A422-299274C87663}</a:tableStyleId>
              </a:tblPr>
              <a:tblGrid>
                <a:gridCol w="538095">
                  <a:extLst>
                    <a:ext uri="{9D8B030D-6E8A-4147-A177-3AD203B41FA5}">
                      <a16:colId xmlns:a16="http://schemas.microsoft.com/office/drawing/2014/main" val="4151893868"/>
                    </a:ext>
                  </a:extLst>
                </a:gridCol>
                <a:gridCol w="1000191">
                  <a:extLst>
                    <a:ext uri="{9D8B030D-6E8A-4147-A177-3AD203B41FA5}">
                      <a16:colId xmlns:a16="http://schemas.microsoft.com/office/drawing/2014/main" val="2331074717"/>
                    </a:ext>
                  </a:extLst>
                </a:gridCol>
                <a:gridCol w="1838590">
                  <a:extLst>
                    <a:ext uri="{9D8B030D-6E8A-4147-A177-3AD203B41FA5}">
                      <a16:colId xmlns:a16="http://schemas.microsoft.com/office/drawing/2014/main" val="3641374271"/>
                    </a:ext>
                  </a:extLst>
                </a:gridCol>
                <a:gridCol w="1066609">
                  <a:extLst>
                    <a:ext uri="{9D8B030D-6E8A-4147-A177-3AD203B41FA5}">
                      <a16:colId xmlns:a16="http://schemas.microsoft.com/office/drawing/2014/main" val="3905258309"/>
                    </a:ext>
                  </a:extLst>
                </a:gridCol>
                <a:gridCol w="2347415">
                  <a:extLst>
                    <a:ext uri="{9D8B030D-6E8A-4147-A177-3AD203B41FA5}">
                      <a16:colId xmlns:a16="http://schemas.microsoft.com/office/drawing/2014/main" val="1282154045"/>
                    </a:ext>
                  </a:extLst>
                </a:gridCol>
                <a:gridCol w="996286">
                  <a:extLst>
                    <a:ext uri="{9D8B030D-6E8A-4147-A177-3AD203B41FA5}">
                      <a16:colId xmlns:a16="http://schemas.microsoft.com/office/drawing/2014/main" val="3683188331"/>
                    </a:ext>
                  </a:extLst>
                </a:gridCol>
                <a:gridCol w="2006220">
                  <a:extLst>
                    <a:ext uri="{9D8B030D-6E8A-4147-A177-3AD203B41FA5}">
                      <a16:colId xmlns:a16="http://schemas.microsoft.com/office/drawing/2014/main" val="321598550"/>
                    </a:ext>
                  </a:extLst>
                </a:gridCol>
              </a:tblGrid>
              <a:tr h="361758">
                <a:tc>
                  <a:txBody>
                    <a:bodyPr/>
                    <a:lstStyle/>
                    <a:p>
                      <a:pPr marL="0" algn="ctr" defTabSz="914400" rtl="0" eaLnBrk="1" latinLnBrk="0" hangingPunct="1"/>
                      <a:r>
                        <a:rPr lang="tr-TR" sz="14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4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Age</a:t>
                      </a:r>
                      <a:endParaRPr lang="en-US" sz="14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Body Mass</a:t>
                      </a:r>
                      <a:r>
                        <a:rPr lang="tr-TR" sz="1400" u="none" strike="noStrike" kern="1200" baseline="0" dirty="0">
                          <a:latin typeface="Arial" panose="020B0604020202020204" pitchFamily="34" charset="0"/>
                          <a:cs typeface="Arial" panose="020B0604020202020204" pitchFamily="34" charset="0"/>
                        </a:rPr>
                        <a:t> Index</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Gender</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Intensity of Symptoms</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dirty="0">
                          <a:latin typeface="Arial" panose="020B0604020202020204" pitchFamily="34" charset="0"/>
                          <a:cs typeface="Arial" panose="020B0604020202020204" pitchFamily="34" charset="0"/>
                        </a:rPr>
                        <a:t>Disease</a:t>
                      </a:r>
                      <a:endParaRPr lang="en-US" sz="1400" dirty="0">
                        <a:latin typeface="Arial" panose="020B0604020202020204" pitchFamily="34" charset="0"/>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Hamming  Distance</a:t>
                      </a:r>
                    </a:p>
                  </a:txBody>
                  <a:tcPr/>
                </a:tc>
                <a:extLst>
                  <a:ext uri="{0D108BD9-81ED-4DB2-BD59-A6C34878D82A}">
                    <a16:rowId xmlns:a16="http://schemas.microsoft.com/office/drawing/2014/main" val="20308363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6195935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rgbClr val="00B050"/>
                          </a:solidFill>
                          <a:latin typeface="Arial" panose="020B0604020202020204" pitchFamily="34" charset="0"/>
                          <a:cs typeface="Arial" panose="020B0604020202020204" pitchFamily="34" charset="0"/>
                        </a:rPr>
                        <a:t>Healthy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400" b="1" noProof="0" dirty="0">
                          <a:solidFill>
                            <a:srgbClr val="00B050"/>
                          </a:solidFill>
                          <a:latin typeface="Arial" panose="020B0604020202020204" pitchFamily="34" charset="0"/>
                          <a:cs typeface="Arial" panose="020B0604020202020204" pitchFamily="34" charset="0"/>
                        </a:rPr>
                        <a:t>1</a:t>
                      </a:r>
                      <a:endParaRPr lang="en-US" sz="1400" b="1" noProof="0" dirty="0">
                        <a:solidFill>
                          <a:srgbClr val="00B05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15035892"/>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3</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6097856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4</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0185553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3</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0361109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985473"/>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2692914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20633460"/>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Over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18712511"/>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4</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16361574"/>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Young</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84273778"/>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9152417"/>
                  </a:ext>
                </a:extLst>
              </a:tr>
              <a:tr h="277855">
                <a:tc>
                  <a:txBody>
                    <a:bodyPr/>
                    <a:lstStyle/>
                    <a:p>
                      <a:pPr algn="ctr"/>
                      <a:r>
                        <a:rPr lang="tr-TR" sz="14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Middle</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Under</a:t>
                      </a:r>
                      <a:endPar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Arial" panose="020B0604020202020204" pitchFamily="34" charset="0"/>
                          <a:cs typeface="Arial" panose="020B0604020202020204" pitchFamily="34" charset="0"/>
                        </a:rPr>
                        <a:t>Female</a:t>
                      </a:r>
                    </a:p>
                  </a:txBody>
                  <a:tcPr/>
                </a:tc>
                <a:tc>
                  <a:txBody>
                    <a:bodyPr/>
                    <a:lstStyle/>
                    <a:p>
                      <a:pPr algn="ctr"/>
                      <a:r>
                        <a:rPr lang="en-US" sz="1400" noProof="0" dirty="0">
                          <a:latin typeface="Arial" panose="020B0604020202020204" pitchFamily="34" charset="0"/>
                          <a:cs typeface="Arial" panose="020B0604020202020204" pitchFamily="34" charset="0"/>
                        </a:rPr>
                        <a:t>High</a:t>
                      </a:r>
                    </a:p>
                  </a:txBody>
                  <a:tcPr/>
                </a:tc>
                <a:tc>
                  <a:txBody>
                    <a:bodyPr/>
                    <a:lstStyle/>
                    <a:p>
                      <a:pPr algn="ctr"/>
                      <a:r>
                        <a:rPr lang="en-US" sz="1400" noProof="0" dirty="0">
                          <a:solidFill>
                            <a:srgbClr val="FF0000"/>
                          </a:solidFill>
                          <a:latin typeface="Arial" panose="020B0604020202020204" pitchFamily="34" charset="0"/>
                          <a:cs typeface="Arial" panose="020B0604020202020204" pitchFamily="34" charset="0"/>
                        </a:rPr>
                        <a:t>Sick</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4</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25390180"/>
                  </a:ext>
                </a:extLst>
              </a:tr>
              <a:tr h="277855">
                <a:tc>
                  <a:txBody>
                    <a:bodyPr/>
                    <a:lstStyle/>
                    <a:p>
                      <a:pPr algn="ctr"/>
                      <a:r>
                        <a:rPr lang="tr-TR" sz="1400" noProof="0" dirty="0">
                          <a:latin typeface="Arial" panose="020B0604020202020204" pitchFamily="34" charset="0"/>
                          <a:cs typeface="Arial" panose="020B0604020202020204" pitchFamily="34" charset="0"/>
                        </a:rPr>
                        <a:t>14</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Old</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u="none" strike="noStrike" kern="1200" baseline="0" noProof="0" dirty="0">
                          <a:latin typeface="Arial" panose="020B0604020202020204" pitchFamily="34" charset="0"/>
                          <a:cs typeface="Arial" panose="020B0604020202020204" pitchFamily="34" charset="0"/>
                        </a:rPr>
                        <a:t>Medium</a:t>
                      </a:r>
                      <a:endParaRPr lang="en-US" sz="1400" noProof="0" dirty="0">
                        <a:latin typeface="Arial" panose="020B0604020202020204" pitchFamily="34" charset="0"/>
                        <a:cs typeface="Arial" panose="020B0604020202020204" pitchFamily="34" charset="0"/>
                      </a:endParaRPr>
                    </a:p>
                  </a:txBody>
                  <a:tcPr/>
                </a:tc>
                <a:tc>
                  <a:txBody>
                    <a:bodyPr/>
                    <a:lstStyle/>
                    <a:p>
                      <a:pPr algn="ctr"/>
                      <a:r>
                        <a:rPr lang="en-US" sz="1400" noProof="0" dirty="0">
                          <a:latin typeface="Arial" panose="020B0604020202020204" pitchFamily="34" charset="0"/>
                          <a:cs typeface="Arial" panose="020B0604020202020204" pitchFamily="34" charset="0"/>
                        </a:rPr>
                        <a:t>Male</a:t>
                      </a:r>
                    </a:p>
                  </a:txBody>
                  <a:tcPr/>
                </a:tc>
                <a:tc>
                  <a:txBody>
                    <a:bodyPr/>
                    <a:lstStyle/>
                    <a:p>
                      <a:pPr algn="ctr"/>
                      <a:r>
                        <a:rPr lang="en-US" sz="1400" noProof="0" dirty="0">
                          <a:latin typeface="Arial" panose="020B0604020202020204" pitchFamily="34" charset="0"/>
                          <a:cs typeface="Arial" panose="020B0604020202020204" pitchFamily="34" charset="0"/>
                        </a:rPr>
                        <a:t>Low</a:t>
                      </a:r>
                    </a:p>
                  </a:txBody>
                  <a:tcPr/>
                </a:tc>
                <a:tc>
                  <a:txBody>
                    <a:bodyPr/>
                    <a:lstStyle/>
                    <a:p>
                      <a:pPr algn="ctr"/>
                      <a:r>
                        <a:rPr lang="en-US" sz="1400" noProof="0" dirty="0">
                          <a:solidFill>
                            <a:srgbClr val="00B050"/>
                          </a:solidFill>
                          <a:latin typeface="Arial" panose="020B0604020202020204" pitchFamily="34" charset="0"/>
                          <a:cs typeface="Arial" panose="020B0604020202020204" pitchFamily="34" charset="0"/>
                        </a:rPr>
                        <a:t>Healthy</a:t>
                      </a:r>
                    </a:p>
                  </a:txBody>
                  <a:tcPr/>
                </a:tc>
                <a:tc>
                  <a:txBody>
                    <a:bodyPr/>
                    <a:lstStyle/>
                    <a:p>
                      <a:pPr algn="ctr"/>
                      <a:r>
                        <a:rPr lang="tr-TR" sz="1400" noProof="0" dirty="0">
                          <a:solidFill>
                            <a:srgbClr val="0070C0"/>
                          </a:solidFill>
                          <a:latin typeface="Arial" panose="020B0604020202020204" pitchFamily="34" charset="0"/>
                          <a:cs typeface="Arial" panose="020B0604020202020204" pitchFamily="34" charset="0"/>
                        </a:rPr>
                        <a:t>2</a:t>
                      </a:r>
                      <a:endParaRPr lang="en-US" sz="1400" noProof="0" dirty="0">
                        <a:solidFill>
                          <a:srgbClr val="0070C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2873320"/>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8925637" y="6403975"/>
                <a:ext cx="2893324" cy="338554"/>
              </a:xfrm>
              <a:prstGeom prst="rect">
                <a:avLst/>
              </a:prstGeom>
              <a:noFill/>
            </p:spPr>
            <p:txBody>
              <a:bodyPr wrap="square" rtlCol="0">
                <a:spAutoFit/>
              </a:bodyPr>
              <a:lstStyle/>
              <a:p>
                <a14:m>
                  <m:oMath xmlns:m="http://schemas.openxmlformats.org/officeDocument/2006/math">
                    <m:r>
                      <a:rPr lang="en-US" sz="1600" b="0" i="1" smtClean="0">
                        <a:solidFill>
                          <a:srgbClr val="002060"/>
                        </a:solidFill>
                        <a:latin typeface="Cambria Math" panose="02040503050406030204" pitchFamily="18" charset="0"/>
                        <a:cs typeface="Arial" panose="020B0604020202020204" pitchFamily="34" charset="0"/>
                      </a:rPr>
                      <m:t>𝑘</m:t>
                    </m:r>
                    <m:r>
                      <a:rPr lang="en-US" sz="1600" b="0" i="1" smtClean="0">
                        <a:solidFill>
                          <a:srgbClr val="002060"/>
                        </a:solidFill>
                        <a:latin typeface="Cambria Math" panose="02040503050406030204" pitchFamily="18" charset="0"/>
                        <a:cs typeface="Arial" panose="020B0604020202020204" pitchFamily="34" charset="0"/>
                      </a:rPr>
                      <m:t>=1</m:t>
                    </m:r>
                  </m:oMath>
                </a14:m>
                <a:r>
                  <a:rPr lang="en-US" sz="1600" dirty="0">
                    <a:latin typeface="Arial" panose="020B0604020202020204" pitchFamily="34" charset="0"/>
                    <a:cs typeface="Arial" panose="020B0604020202020204" pitchFamily="34" charset="0"/>
                  </a:rPr>
                  <a:t>? What about</a:t>
                </a:r>
                <a:r>
                  <a:rPr lang="en-US" sz="1600" dirty="0">
                    <a:solidFill>
                      <a:srgbClr val="002060"/>
                    </a:solidFill>
                    <a:cs typeface="Arial" panose="020B0604020202020204" pitchFamily="34" charset="0"/>
                  </a:rPr>
                  <a:t> </a:t>
                </a:r>
                <a14:m>
                  <m:oMath xmlns:m="http://schemas.openxmlformats.org/officeDocument/2006/math">
                    <m:r>
                      <a:rPr lang="en-US" sz="1600" i="1">
                        <a:solidFill>
                          <a:srgbClr val="002060"/>
                        </a:solidFill>
                        <a:latin typeface="Cambria Math" panose="02040503050406030204" pitchFamily="18" charset="0"/>
                        <a:cs typeface="Arial" panose="020B0604020202020204" pitchFamily="34" charset="0"/>
                      </a:rPr>
                      <m:t>𝑘</m:t>
                    </m:r>
                    <m:r>
                      <a:rPr lang="en-US" sz="1600" i="1">
                        <a:solidFill>
                          <a:srgbClr val="002060"/>
                        </a:solidFill>
                        <a:latin typeface="Cambria Math" panose="02040503050406030204" pitchFamily="18" charset="0"/>
                        <a:cs typeface="Arial" panose="020B0604020202020204" pitchFamily="34" charset="0"/>
                      </a:rPr>
                      <m:t>=3</m:t>
                    </m:r>
                  </m:oMath>
                </a14:m>
                <a:r>
                  <a:rPr lang="tr-TR" sz="160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8925637" y="6403975"/>
                <a:ext cx="2893324" cy="338554"/>
              </a:xfrm>
              <a:prstGeom prst="rect">
                <a:avLst/>
              </a:prstGeom>
              <a:blipFill>
                <a:blip r:embed="rId5"/>
                <a:stretch>
                  <a:fillRect t="-5455" b="-23636"/>
                </a:stretch>
              </a:blipFill>
            </p:spPr>
            <p:txBody>
              <a:bodyPr/>
              <a:lstStyle/>
              <a:p>
                <a:r>
                  <a:rPr lang="en-US">
                    <a:noFill/>
                  </a:rPr>
                  <a:t> </a:t>
                </a:r>
              </a:p>
            </p:txBody>
          </p:sp>
        </mc:Fallback>
      </mc:AlternateContent>
      <p:sp>
        <p:nvSpPr>
          <p:cNvPr id="3" name="Explosion 1 2"/>
          <p:cNvSpPr/>
          <p:nvPr/>
        </p:nvSpPr>
        <p:spPr>
          <a:xfrm>
            <a:off x="9294125" y="2333767"/>
            <a:ext cx="668741" cy="286603"/>
          </a:xfrm>
          <a:prstGeom prst="irregularSeal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xplosion 1 6"/>
          <p:cNvSpPr/>
          <p:nvPr/>
        </p:nvSpPr>
        <p:spPr>
          <a:xfrm>
            <a:off x="7508543" y="2333766"/>
            <a:ext cx="1417094" cy="286603"/>
          </a:xfrm>
          <a:prstGeom prst="irregularSeal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5942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altLang="en-US" sz="3800" b="1" dirty="0"/>
              <a:t>Instance-Based Learning – Remarks</a:t>
            </a:r>
            <a:r>
              <a:rPr lang="tr-TR" altLang="en-US" sz="3800" b="1" dirty="0"/>
              <a:t> (I)</a:t>
            </a:r>
            <a:endParaRPr lang="en-US" altLang="en-US" sz="3800" b="1" dirty="0"/>
          </a:p>
        </p:txBody>
      </p:sp>
      <p:sp>
        <p:nvSpPr>
          <p:cNvPr id="81923" name="Rectangle 3"/>
          <p:cNvSpPr>
            <a:spLocks noGrp="1" noChangeArrowheads="1"/>
          </p:cNvSpPr>
          <p:nvPr>
            <p:ph type="body" idx="1"/>
          </p:nvPr>
        </p:nvSpPr>
        <p:spPr>
          <a:xfrm>
            <a:off x="838199" y="1556083"/>
            <a:ext cx="10052713" cy="4926603"/>
          </a:xfr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Assumes  all attributes have the same importance</a:t>
            </a:r>
          </a:p>
          <a:p>
            <a:pPr lvl="1">
              <a:lnSpc>
                <a:spcPct val="120000"/>
              </a:lnSpc>
              <a:spcBef>
                <a:spcPts val="600"/>
              </a:spcBef>
            </a:pPr>
            <a:r>
              <a:rPr lang="en-US" dirty="0">
                <a:latin typeface="Arial" panose="020B0604020202020204" pitchFamily="34" charset="0"/>
                <a:cs typeface="Arial" panose="020B0604020202020204" pitchFamily="34" charset="0"/>
              </a:rPr>
              <a:t>You can use </a:t>
            </a:r>
            <a:r>
              <a:rPr lang="en-US" b="1" u="sng" dirty="0">
                <a:latin typeface="Arial" panose="020B0604020202020204" pitchFamily="34" charset="0"/>
                <a:cs typeface="Arial" panose="020B0604020202020204" pitchFamily="34" charset="0"/>
              </a:rPr>
              <a:t>weighted Euclidean</a:t>
            </a:r>
            <a:r>
              <a:rPr lang="en-US" dirty="0">
                <a:latin typeface="Arial" panose="020B0604020202020204" pitchFamily="34" charset="0"/>
                <a:cs typeface="Arial" panose="020B0604020202020204" pitchFamily="34" charset="0"/>
              </a:rPr>
              <a:t> as opposed to regular one where the weights are the weights of the attributes.</a:t>
            </a:r>
            <a:endParaRPr lang="tr-TR"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For</a:t>
            </a:r>
            <a:r>
              <a:rPr lang="tr-TR" sz="2400" dirty="0">
                <a:latin typeface="Arial" panose="020B0604020202020204" pitchFamily="34" charset="0"/>
                <a:cs typeface="Arial" panose="020B0604020202020204" pitchFamily="34" charset="0"/>
              </a:rPr>
              <a:t> </a:t>
            </a:r>
            <a:r>
              <a:rPr lang="en-US" sz="2400" i="1" u="sng" dirty="0">
                <a:latin typeface="Arial" panose="020B0604020202020204" pitchFamily="34" charset="0"/>
                <a:cs typeface="Arial" panose="020B0604020202020204" pitchFamily="34" charset="0"/>
              </a:rPr>
              <a:t>nominal outputs</a:t>
            </a:r>
            <a:r>
              <a:rPr lang="en-US" sz="2400" dirty="0">
                <a:latin typeface="Arial" panose="020B0604020202020204" pitchFamily="34" charset="0"/>
                <a:cs typeface="Arial" panose="020B0604020202020204" pitchFamily="34" charset="0"/>
              </a:rPr>
              <a:t> (i.e., classification) one can use </a:t>
            </a:r>
            <a:r>
              <a:rPr lang="en-US" sz="2400" i="1" dirty="0">
                <a:latin typeface="Arial" panose="020B0604020202020204" pitchFamily="34" charset="0"/>
                <a:cs typeface="Arial" panose="020B0604020202020204" pitchFamily="34" charset="0"/>
              </a:rPr>
              <a:t>majority vote</a:t>
            </a:r>
            <a:r>
              <a:rPr lang="en-US" sz="2400" dirty="0">
                <a:latin typeface="Arial" panose="020B0604020202020204" pitchFamily="34" charset="0"/>
                <a:cs typeface="Arial" panose="020B0604020202020204" pitchFamily="34" charset="0"/>
              </a:rPr>
              <a:t>, that is to say assign a cluster that the majority among the </a:t>
            </a:r>
            <a:r>
              <a:rPr lang="en-US" sz="2400" i="1" dirty="0">
                <a:latin typeface="Arial" panose="020B0604020202020204" pitchFamily="34" charset="0"/>
                <a:cs typeface="Arial" panose="020B0604020202020204" pitchFamily="34" charset="0"/>
              </a:rPr>
              <a:t>k-NN</a:t>
            </a:r>
            <a:r>
              <a:rPr lang="en-US" sz="2400" dirty="0">
                <a:latin typeface="Arial" panose="020B0604020202020204" pitchFamily="34" charset="0"/>
                <a:cs typeface="Arial" panose="020B0604020202020204" pitchFamily="34" charset="0"/>
              </a:rPr>
              <a:t> has.</a:t>
            </a:r>
          </a:p>
          <a:p>
            <a:pPr>
              <a:lnSpc>
                <a:spcPct val="120000"/>
              </a:lnSpc>
              <a:spcBef>
                <a:spcPts val="600"/>
              </a:spcBef>
            </a:pPr>
            <a:r>
              <a:rPr lang="en-US" sz="2400" dirty="0">
                <a:latin typeface="Arial" panose="020B0604020202020204" pitchFamily="34" charset="0"/>
                <a:cs typeface="Arial" panose="020B0604020202020204" pitchFamily="34" charset="0"/>
              </a:rPr>
              <a:t>For </a:t>
            </a:r>
            <a:r>
              <a:rPr lang="en-US" sz="2400" i="1" u="sng" dirty="0">
                <a:latin typeface="Arial" panose="020B0604020202020204" pitchFamily="34" charset="0"/>
                <a:cs typeface="Arial" panose="020B0604020202020204" pitchFamily="34" charset="0"/>
              </a:rPr>
              <a:t>numeric outputs</a:t>
            </a:r>
            <a:r>
              <a:rPr lang="en-US" sz="2400" dirty="0">
                <a:latin typeface="Arial" panose="020B0604020202020204" pitchFamily="34" charset="0"/>
                <a:cs typeface="Arial" panose="020B0604020202020204" pitchFamily="34" charset="0"/>
              </a:rPr>
              <a:t> (i.e., regression) one can use averaging.</a:t>
            </a:r>
          </a:p>
          <a:p>
            <a:pPr>
              <a:lnSpc>
                <a:spcPct val="120000"/>
              </a:lnSpc>
              <a:spcBef>
                <a:spcPts val="600"/>
              </a:spcBef>
            </a:pPr>
            <a:r>
              <a:rPr lang="en-US" sz="2400" dirty="0">
                <a:latin typeface="Arial" panose="020B0604020202020204" pitchFamily="34" charset="0"/>
                <a:cs typeface="Arial" panose="020B0604020202020204" pitchFamily="34" charset="0"/>
              </a:rPr>
              <a:t>Note that one can also consider weighting the outputs of the </a:t>
            </a:r>
            <a:r>
              <a:rPr lang="en-US" sz="2400" i="1" dirty="0">
                <a:latin typeface="Arial" panose="020B0604020202020204" pitchFamily="34" charset="0"/>
                <a:cs typeface="Arial" panose="020B0604020202020204" pitchFamily="34" charset="0"/>
              </a:rPr>
              <a:t>k-NN</a:t>
            </a:r>
            <a:r>
              <a:rPr lang="en-US" sz="2400" dirty="0">
                <a:latin typeface="Arial" panose="020B0604020202020204" pitchFamily="34" charset="0"/>
                <a:cs typeface="Arial" panose="020B0604020202020204" pitchFamily="34" charset="0"/>
              </a:rPr>
              <a:t> instances based on their inverse distance (or inverse square distance) to the test data. For nominal output, one can sum the total weight for each label and choose the one that has the highest total weight</a:t>
            </a:r>
            <a:r>
              <a:rPr lang="tr-TR"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0665856"/>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altLang="en-US" sz="3800" b="1" dirty="0"/>
              <a:t>Instance-Based Learning – Remarks</a:t>
            </a:r>
            <a:r>
              <a:rPr lang="tr-TR" altLang="en-US" sz="3800" b="1" dirty="0"/>
              <a:t> (II)</a:t>
            </a:r>
            <a:endParaRPr lang="en-US" altLang="en-US" sz="3800" b="1" dirty="0"/>
          </a:p>
        </p:txBody>
      </p:sp>
      <p:sp>
        <p:nvSpPr>
          <p:cNvPr id="81923" name="Rectangle 3"/>
          <p:cNvSpPr>
            <a:spLocks noGrp="1" noChangeArrowheads="1"/>
          </p:cNvSpPr>
          <p:nvPr>
            <p:ph type="body" idx="1"/>
          </p:nvPr>
        </p:nvSpPr>
        <p:spPr>
          <a:xfrm>
            <a:off x="838199" y="1556083"/>
            <a:ext cx="10052713" cy="4926603"/>
          </a:xfr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Theoretically,  as n</a:t>
            </a:r>
            <a:r>
              <a:rPr lang="en-US" sz="2400" dirty="0">
                <a:latin typeface="Arial" panose="020B0604020202020204" pitchFamily="34" charset="0"/>
                <a:cs typeface="Arial" panose="020B0604020202020204" pitchFamily="34" charset="0"/>
                <a:sym typeface="Symbol"/>
              </a:rPr>
              <a:t></a:t>
            </a:r>
            <a:r>
              <a:rPr lang="en-US" sz="2400" dirty="0">
                <a:latin typeface="Arial" panose="020B0604020202020204" pitchFamily="34" charset="0"/>
                <a:cs typeface="Arial" panose="020B0604020202020204" pitchFamily="34" charset="0"/>
              </a:rPr>
              <a:t> ∞, k</a:t>
            </a:r>
            <a:r>
              <a:rPr lang="en-US" sz="2400" dirty="0">
                <a:latin typeface="Arial" panose="020B0604020202020204" pitchFamily="34" charset="0"/>
                <a:cs typeface="Arial" panose="020B0604020202020204" pitchFamily="34" charset="0"/>
                <a:sym typeface="Symbol"/>
              </a:rPr>
              <a:t></a:t>
            </a:r>
            <a:r>
              <a:rPr lang="en-US" sz="2400" dirty="0">
                <a:latin typeface="Arial" panose="020B0604020202020204" pitchFamily="34" charset="0"/>
                <a:cs typeface="Arial" panose="020B0604020202020204" pitchFamily="34" charset="0"/>
              </a:rPr>
              <a:t> ∞ and k/n</a:t>
            </a:r>
            <a:r>
              <a:rPr lang="en-US" sz="2400" dirty="0">
                <a:latin typeface="Arial" panose="020B0604020202020204" pitchFamily="34" charset="0"/>
                <a:cs typeface="Arial" panose="020B0604020202020204" pitchFamily="34" charset="0"/>
                <a:sym typeface="Symbol"/>
              </a:rPr>
              <a:t></a:t>
            </a:r>
            <a:r>
              <a:rPr lang="en-US" sz="2400" dirty="0">
                <a:latin typeface="Arial" panose="020B0604020202020204" pitchFamily="34" charset="0"/>
                <a:cs typeface="Arial" panose="020B0604020202020204" pitchFamily="34" charset="0"/>
              </a:rPr>
              <a:t> 0  error approaches to 0!</a:t>
            </a:r>
          </a:p>
          <a:p>
            <a:pPr>
              <a:lnSpc>
                <a:spcPct val="120000"/>
              </a:lnSpc>
              <a:spcBef>
                <a:spcPts val="600"/>
              </a:spcBef>
            </a:pPr>
            <a:r>
              <a:rPr lang="en-US" sz="2400" dirty="0">
                <a:latin typeface="Arial" panose="020B0604020202020204" pitchFamily="34" charset="0"/>
                <a:cs typeface="Arial" panose="020B0604020202020204" pitchFamily="34" charset="0"/>
              </a:rPr>
              <a:t>There are various </a:t>
            </a:r>
            <a:r>
              <a:rPr lang="en-US" sz="2400" b="1" u="sng" dirty="0">
                <a:latin typeface="Arial" panose="020B0604020202020204" pitchFamily="34" charset="0"/>
                <a:cs typeface="Arial" panose="020B0604020202020204" pitchFamily="34" charset="0"/>
              </a:rPr>
              <a:t>extended versions of IBk</a:t>
            </a:r>
          </a:p>
          <a:p>
            <a:pPr lvl="1">
              <a:lnSpc>
                <a:spcPct val="120000"/>
              </a:lnSpc>
              <a:spcBef>
                <a:spcPts val="600"/>
              </a:spcBef>
            </a:pPr>
            <a:r>
              <a:rPr lang="en-US" dirty="0">
                <a:latin typeface="Arial" panose="020B0604020202020204" pitchFamily="34" charset="0"/>
                <a:cs typeface="Arial" panose="020B0604020202020204" pitchFamily="34" charset="0"/>
              </a:rPr>
              <a:t>For each </a:t>
            </a:r>
            <a:r>
              <a:rPr lang="en-US" b="1" i="1" u="sng" dirty="0">
                <a:latin typeface="Arial" panose="020B0604020202020204" pitchFamily="34" charset="0"/>
                <a:cs typeface="Arial" panose="020B0604020202020204" pitchFamily="34" charset="0"/>
              </a:rPr>
              <a:t>instance</a:t>
            </a:r>
            <a:r>
              <a:rPr lang="en-US" dirty="0">
                <a:latin typeface="Arial" panose="020B0604020202020204" pitchFamily="34" charset="0"/>
                <a:cs typeface="Arial" panose="020B0604020202020204" pitchFamily="34" charset="0"/>
              </a:rPr>
              <a:t> track the performance of the training instances and those that don’t perform well get rid of them!</a:t>
            </a:r>
          </a:p>
          <a:p>
            <a:pPr lvl="1">
              <a:lnSpc>
                <a:spcPct val="120000"/>
              </a:lnSpc>
              <a:spcBef>
                <a:spcPts val="600"/>
              </a:spcBef>
            </a:pPr>
            <a:r>
              <a:rPr lang="en-US" dirty="0">
                <a:latin typeface="Arial" panose="020B0604020202020204" pitchFamily="34" charset="0"/>
                <a:cs typeface="Arial" panose="020B0604020202020204" pitchFamily="34" charset="0"/>
              </a:rPr>
              <a:t>Dynamically learn and adjust the importance of the</a:t>
            </a:r>
            <a:r>
              <a:rPr lang="en-US" i="1" dirty="0">
                <a:latin typeface="Arial" panose="020B0604020202020204" pitchFamily="34" charset="0"/>
                <a:cs typeface="Arial" panose="020B0604020202020204" pitchFamily="34" charset="0"/>
              </a:rPr>
              <a:t> </a:t>
            </a:r>
            <a:r>
              <a:rPr lang="en-US" b="1" i="1" u="sng" dirty="0">
                <a:latin typeface="Arial" panose="020B0604020202020204" pitchFamily="34" charset="0"/>
                <a:cs typeface="Arial" panose="020B0604020202020204" pitchFamily="34" charset="0"/>
              </a:rPr>
              <a:t>attribute</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that is to say, as the class is incorrect you reduce the weight (and vice versa).</a:t>
            </a:r>
          </a:p>
          <a:p>
            <a:pPr>
              <a:lnSpc>
                <a:spcPct val="120000"/>
              </a:lnSpc>
              <a:spcBef>
                <a:spcPts val="600"/>
              </a:spcBef>
            </a:pPr>
            <a:r>
              <a:rPr lang="en-US" sz="2400" dirty="0">
                <a:latin typeface="Arial" panose="020B0604020202020204" pitchFamily="34" charset="0"/>
                <a:cs typeface="Arial" panose="020B0604020202020204" pitchFamily="34" charset="0"/>
              </a:rPr>
              <a:t>What about </a:t>
            </a:r>
            <a:r>
              <a:rPr lang="en-US" sz="2400" i="1" dirty="0">
                <a:latin typeface="Arial" panose="020B0604020202020204" pitchFamily="34" charset="0"/>
                <a:cs typeface="Arial" panose="020B0604020202020204" pitchFamily="34" charset="0"/>
              </a:rPr>
              <a:t>k</a:t>
            </a:r>
            <a:r>
              <a:rPr lang="en-US" sz="2400" dirty="0">
                <a:latin typeface="Arial" panose="020B0604020202020204" pitchFamily="34" charset="0"/>
                <a:cs typeface="Arial" panose="020B0604020202020204" pitchFamily="34" charset="0"/>
              </a:rPr>
              <a:t>?</a:t>
            </a:r>
          </a:p>
          <a:p>
            <a:pPr lvl="1">
              <a:lnSpc>
                <a:spcPct val="120000"/>
              </a:lnSpc>
              <a:spcBef>
                <a:spcPts val="600"/>
              </a:spcBef>
            </a:pPr>
            <a:r>
              <a:rPr lang="en-US" dirty="0">
                <a:latin typeface="Arial" panose="020B0604020202020204" pitchFamily="34" charset="0"/>
                <a:cs typeface="Arial" panose="020B0604020202020204" pitchFamily="34" charset="0"/>
              </a:rPr>
              <a:t>Use cross-validation in the training data and choose the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that maximizes the prediction accuracy. </a:t>
            </a:r>
          </a:p>
        </p:txBody>
      </p:sp>
    </p:spTree>
    <p:extLst>
      <p:ext uri="{BB962C8B-B14F-4D97-AF65-F5344CB8AC3E}">
        <p14:creationId xmlns:p14="http://schemas.microsoft.com/office/powerpoint/2010/main" val="1000225207"/>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sz="3800" b="1" dirty="0"/>
              <a:t>Locally Weighted Numeric Prediction</a:t>
            </a:r>
            <a:r>
              <a:rPr lang="tr-TR" sz="3800" b="1" dirty="0"/>
              <a:t> </a:t>
            </a:r>
            <a:endParaRPr lang="en-US" altLang="en-US" sz="3800" b="1" dirty="0"/>
          </a:p>
        </p:txBody>
      </p:sp>
      <p:sp>
        <p:nvSpPr>
          <p:cNvPr id="81923" name="Rectangle 3"/>
          <p:cNvSpPr>
            <a:spLocks noGrp="1" noChangeArrowheads="1"/>
          </p:cNvSpPr>
          <p:nvPr>
            <p:ph type="body" idx="1"/>
          </p:nvPr>
        </p:nvSpPr>
        <p:spPr>
          <a:xfrm>
            <a:off x="838199" y="1556083"/>
            <a:ext cx="10052713" cy="4926603"/>
          </a:xfr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Locally weighted regression is an alternative to regression trees where the regression is </a:t>
            </a:r>
            <a:r>
              <a:rPr lang="en-US" sz="2400" b="1" dirty="0">
                <a:latin typeface="Arial" panose="020B0604020202020204" pitchFamily="34" charset="0"/>
                <a:cs typeface="Arial" panose="020B0604020202020204" pitchFamily="34" charset="0"/>
              </a:rPr>
              <a:t>computed at testing time rather than training time – Hence Lazy algorithm</a:t>
            </a:r>
            <a:r>
              <a:rPr lang="en-US" sz="2400" dirty="0">
                <a:latin typeface="Arial" panose="020B0604020202020204" pitchFamily="34" charset="0"/>
                <a:cs typeface="Arial" panose="020B0604020202020204" pitchFamily="34" charset="0"/>
              </a:rPr>
              <a:t>!</a:t>
            </a:r>
          </a:p>
          <a:p>
            <a:pPr>
              <a:lnSpc>
                <a:spcPct val="120000"/>
              </a:lnSpc>
              <a:spcBef>
                <a:spcPts val="600"/>
              </a:spcBef>
            </a:pPr>
            <a:r>
              <a:rPr lang="en-US" sz="2400" dirty="0">
                <a:latin typeface="Arial" panose="020B0604020202020204" pitchFamily="34" charset="0"/>
                <a:cs typeface="Arial" panose="020B0604020202020204" pitchFamily="34" charset="0"/>
              </a:rPr>
              <a:t>Allows one to compute a regression for only instances that are close to the testing instance</a:t>
            </a:r>
          </a:p>
          <a:p>
            <a:pPr>
              <a:lnSpc>
                <a:spcPct val="120000"/>
              </a:lnSpc>
              <a:spcBef>
                <a:spcPts val="600"/>
              </a:spcBef>
            </a:pPr>
            <a:r>
              <a:rPr lang="en-US" sz="2400" dirty="0">
                <a:latin typeface="Arial" panose="020B0604020202020204" pitchFamily="34" charset="0"/>
                <a:cs typeface="Arial" panose="020B0604020202020204" pitchFamily="34" charset="0"/>
              </a:rPr>
              <a:t>Use Instance Based Learning together with a base classifier – almost like a wrapper</a:t>
            </a:r>
          </a:p>
          <a:p>
            <a:pPr lvl="1">
              <a:lnSpc>
                <a:spcPct val="120000"/>
              </a:lnSpc>
              <a:spcBef>
                <a:spcPts val="600"/>
              </a:spcBef>
            </a:pPr>
            <a:r>
              <a:rPr lang="en-US" dirty="0">
                <a:latin typeface="Arial" panose="020B0604020202020204" pitchFamily="34" charset="0"/>
                <a:cs typeface="Arial" panose="020B0604020202020204" pitchFamily="34" charset="0"/>
              </a:rPr>
              <a:t>Learn a model within a neighborhood</a:t>
            </a:r>
          </a:p>
          <a:p>
            <a:pPr>
              <a:lnSpc>
                <a:spcPct val="120000"/>
              </a:lnSpc>
              <a:spcBef>
                <a:spcPts val="600"/>
              </a:spcBef>
            </a:pPr>
            <a:r>
              <a:rPr lang="en-US" sz="2400" dirty="0">
                <a:latin typeface="Arial" panose="020B0604020202020204" pitchFamily="34" charset="0"/>
                <a:cs typeface="Arial" panose="020B0604020202020204" pitchFamily="34" charset="0"/>
              </a:rPr>
              <a:t>Basic idea: approximate non-linear function learning with simple linear algorithms</a:t>
            </a:r>
          </a:p>
        </p:txBody>
      </p:sp>
    </p:spTree>
    <p:extLst>
      <p:ext uri="{BB962C8B-B14F-4D97-AF65-F5344CB8AC3E}">
        <p14:creationId xmlns:p14="http://schemas.microsoft.com/office/powerpoint/2010/main" val="377400340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r>
              <a:rPr lang="en-US" sz="3800" b="1" dirty="0"/>
              <a:t>K* (aka K-Star) Classifier</a:t>
            </a:r>
            <a:r>
              <a:rPr lang="tr-TR" sz="3800" b="1" dirty="0"/>
              <a:t> </a:t>
            </a:r>
            <a:endParaRPr lang="en-US" altLang="en-US" sz="3800" b="1" dirty="0"/>
          </a:p>
        </p:txBody>
      </p:sp>
      <p:sp>
        <p:nvSpPr>
          <p:cNvPr id="81923" name="Rectangle 3"/>
          <p:cNvSpPr>
            <a:spLocks noGrp="1" noChangeArrowheads="1"/>
          </p:cNvSpPr>
          <p:nvPr>
            <p:ph type="body" idx="1"/>
          </p:nvPr>
        </p:nvSpPr>
        <p:spPr>
          <a:xfrm>
            <a:off x="838199" y="1556083"/>
            <a:ext cx="10052713" cy="4926603"/>
          </a:xfr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K*  is another lazy learning algorithm available in WEKA.</a:t>
            </a:r>
          </a:p>
          <a:p>
            <a:pPr>
              <a:lnSpc>
                <a:spcPct val="120000"/>
              </a:lnSpc>
              <a:spcBef>
                <a:spcPts val="600"/>
              </a:spcBef>
            </a:pPr>
            <a:r>
              <a:rPr lang="en-US" sz="2400" dirty="0">
                <a:latin typeface="Arial" panose="020B0604020202020204" pitchFamily="34" charset="0"/>
                <a:cs typeface="Arial" panose="020B0604020202020204" pitchFamily="34" charset="0"/>
              </a:rPr>
              <a:t>Developed by Cleary and Trigg (1995) from University of Waikato.</a:t>
            </a:r>
          </a:p>
          <a:p>
            <a:pPr>
              <a:lnSpc>
                <a:spcPct val="120000"/>
              </a:lnSpc>
              <a:spcBef>
                <a:spcPts val="600"/>
              </a:spcBef>
            </a:pPr>
            <a:r>
              <a:rPr lang="en-US" sz="2400" dirty="0">
                <a:latin typeface="Arial" panose="020B0604020202020204" pitchFamily="34" charset="0"/>
                <a:cs typeface="Arial" panose="020B0604020202020204" pitchFamily="34" charset="0"/>
              </a:rPr>
              <a:t>Uses an entropy based distance metric rather than Euclidean distance</a:t>
            </a:r>
          </a:p>
          <a:p>
            <a:pPr>
              <a:lnSpc>
                <a:spcPct val="120000"/>
              </a:lnSpc>
              <a:spcBef>
                <a:spcPts val="600"/>
              </a:spcBef>
            </a:pPr>
            <a:r>
              <a:rPr lang="en-US" sz="2400" dirty="0">
                <a:latin typeface="Arial" panose="020B0604020202020204" pitchFamily="34" charset="0"/>
                <a:cs typeface="Arial" panose="020B0604020202020204" pitchFamily="34" charset="0"/>
              </a:rPr>
              <a:t>The intuition is that the distance between instances is defined as the </a:t>
            </a:r>
            <a:r>
              <a:rPr lang="en-US" sz="2400" b="1" u="sng" dirty="0">
                <a:latin typeface="Arial" panose="020B0604020202020204" pitchFamily="34" charset="0"/>
                <a:cs typeface="Arial" panose="020B0604020202020204" pitchFamily="34" charset="0"/>
              </a:rPr>
              <a:t>complexity of transforming one instance into another</a:t>
            </a:r>
            <a:r>
              <a:rPr lang="en-US" sz="2400" dirty="0">
                <a:latin typeface="Arial" panose="020B0604020202020204" pitchFamily="34" charset="0"/>
                <a:cs typeface="Arial" panose="020B0604020202020204" pitchFamily="34" charset="0"/>
              </a:rPr>
              <a:t>.</a:t>
            </a:r>
          </a:p>
          <a:p>
            <a:pPr>
              <a:lnSpc>
                <a:spcPct val="120000"/>
              </a:lnSpc>
              <a:spcBef>
                <a:spcPts val="600"/>
              </a:spcBef>
            </a:pPr>
            <a:r>
              <a:rPr lang="en-US" sz="2400" dirty="0">
                <a:latin typeface="Arial" panose="020B0604020202020204" pitchFamily="34" charset="0"/>
                <a:cs typeface="Arial" panose="020B0604020202020204" pitchFamily="34" charset="0"/>
              </a:rPr>
              <a:t>Much slower than KNN Classifier due to the algorithm required to calculate the "entropy based metric"!</a:t>
            </a:r>
          </a:p>
          <a:p>
            <a:pPr>
              <a:lnSpc>
                <a:spcPct val="120000"/>
              </a:lnSpc>
              <a:spcBef>
                <a:spcPts val="600"/>
              </a:spcBef>
            </a:pPr>
            <a:r>
              <a:rPr lang="en-US" sz="2400" dirty="0">
                <a:latin typeface="Arial" panose="020B0604020202020204" pitchFamily="34" charset="0"/>
                <a:cs typeface="Arial" panose="020B0604020202020204" pitchFamily="34" charset="0"/>
              </a:rPr>
              <a:t>Allows you to choose what to do with missing values.</a:t>
            </a:r>
          </a:p>
        </p:txBody>
      </p:sp>
    </p:spTree>
    <p:extLst>
      <p:ext uri="{BB962C8B-B14F-4D97-AF65-F5344CB8AC3E}">
        <p14:creationId xmlns:p14="http://schemas.microsoft.com/office/powerpoint/2010/main" val="16038825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7770-ACC8-5FC4-B52A-642B03573718}"/>
              </a:ext>
            </a:extLst>
          </p:cNvPr>
          <p:cNvSpPr>
            <a:spLocks noGrp="1"/>
          </p:cNvSpPr>
          <p:nvPr>
            <p:ph type="title"/>
          </p:nvPr>
        </p:nvSpPr>
        <p:spPr/>
        <p:txBody>
          <a:bodyPr/>
          <a:lstStyle/>
          <a:p>
            <a:r>
              <a:rPr lang="en-TR" dirty="0"/>
              <a:t>Support Vector Machines</a:t>
            </a:r>
          </a:p>
        </p:txBody>
      </p:sp>
      <p:pic>
        <p:nvPicPr>
          <p:cNvPr id="4" name="Picture 3">
            <a:extLst>
              <a:ext uri="{FF2B5EF4-FFF2-40B4-BE49-F238E27FC236}">
                <a16:creationId xmlns:a16="http://schemas.microsoft.com/office/drawing/2014/main" id="{AB5D1338-3BC7-405D-150D-7EAF9F09EE65}"/>
              </a:ext>
            </a:extLst>
          </p:cNvPr>
          <p:cNvPicPr>
            <a:picLocks noChangeAspect="1"/>
          </p:cNvPicPr>
          <p:nvPr/>
        </p:nvPicPr>
        <p:blipFill>
          <a:blip r:embed="rId2"/>
          <a:stretch>
            <a:fillRect/>
          </a:stretch>
        </p:blipFill>
        <p:spPr>
          <a:xfrm>
            <a:off x="1251902" y="2324383"/>
            <a:ext cx="10101898" cy="3611721"/>
          </a:xfrm>
          <a:prstGeom prst="rect">
            <a:avLst/>
          </a:prstGeom>
        </p:spPr>
      </p:pic>
    </p:spTree>
    <p:extLst>
      <p:ext uri="{BB962C8B-B14F-4D97-AF65-F5344CB8AC3E}">
        <p14:creationId xmlns:p14="http://schemas.microsoft.com/office/powerpoint/2010/main" val="27474434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4EBA5-B2D6-9493-5B59-56D6632B3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964D1-AB1D-D1B5-96A3-C8E0CC78262B}"/>
              </a:ext>
            </a:extLst>
          </p:cNvPr>
          <p:cNvSpPr>
            <a:spLocks noGrp="1"/>
          </p:cNvSpPr>
          <p:nvPr>
            <p:ph type="title"/>
          </p:nvPr>
        </p:nvSpPr>
        <p:spPr/>
        <p:txBody>
          <a:bodyPr/>
          <a:lstStyle/>
          <a:p>
            <a:r>
              <a:rPr lang="en-TR" dirty="0"/>
              <a:t>Support Vector Machines</a:t>
            </a:r>
          </a:p>
        </p:txBody>
      </p:sp>
      <p:pic>
        <p:nvPicPr>
          <p:cNvPr id="3" name="Picture 2">
            <a:extLst>
              <a:ext uri="{FF2B5EF4-FFF2-40B4-BE49-F238E27FC236}">
                <a16:creationId xmlns:a16="http://schemas.microsoft.com/office/drawing/2014/main" id="{74488D0F-A9BF-6C92-B59F-3BCD525E81C8}"/>
              </a:ext>
            </a:extLst>
          </p:cNvPr>
          <p:cNvPicPr>
            <a:picLocks noChangeAspect="1"/>
          </p:cNvPicPr>
          <p:nvPr/>
        </p:nvPicPr>
        <p:blipFill>
          <a:blip r:embed="rId2"/>
          <a:stretch>
            <a:fillRect/>
          </a:stretch>
        </p:blipFill>
        <p:spPr>
          <a:xfrm>
            <a:off x="3269578" y="1396637"/>
            <a:ext cx="5652844" cy="5461363"/>
          </a:xfrm>
          <a:prstGeom prst="rect">
            <a:avLst/>
          </a:prstGeom>
        </p:spPr>
      </p:pic>
    </p:spTree>
    <p:extLst>
      <p:ext uri="{BB962C8B-B14F-4D97-AF65-F5344CB8AC3E}">
        <p14:creationId xmlns:p14="http://schemas.microsoft.com/office/powerpoint/2010/main" val="390011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624EE-A66B-8CB1-4B7C-BE89B0C96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55E61-4E89-CC7F-C6A6-709ACA411680}"/>
              </a:ext>
            </a:extLst>
          </p:cNvPr>
          <p:cNvSpPr>
            <a:spLocks noGrp="1"/>
          </p:cNvSpPr>
          <p:nvPr>
            <p:ph type="title"/>
          </p:nvPr>
        </p:nvSpPr>
        <p:spPr/>
        <p:txBody>
          <a:bodyPr/>
          <a:lstStyle/>
          <a:p>
            <a:r>
              <a:rPr lang="en-TR" dirty="0"/>
              <a:t>Support Vector Machines</a:t>
            </a:r>
          </a:p>
        </p:txBody>
      </p:sp>
      <p:pic>
        <p:nvPicPr>
          <p:cNvPr id="4" name="Picture 3">
            <a:extLst>
              <a:ext uri="{FF2B5EF4-FFF2-40B4-BE49-F238E27FC236}">
                <a16:creationId xmlns:a16="http://schemas.microsoft.com/office/drawing/2014/main" id="{634905C7-0649-E3CC-0E58-B92411D3D934}"/>
              </a:ext>
            </a:extLst>
          </p:cNvPr>
          <p:cNvPicPr>
            <a:picLocks noChangeAspect="1"/>
          </p:cNvPicPr>
          <p:nvPr/>
        </p:nvPicPr>
        <p:blipFill>
          <a:blip r:embed="rId2"/>
          <a:stretch>
            <a:fillRect/>
          </a:stretch>
        </p:blipFill>
        <p:spPr>
          <a:xfrm>
            <a:off x="176160" y="2844230"/>
            <a:ext cx="12015840" cy="2132504"/>
          </a:xfrm>
          <a:prstGeom prst="rect">
            <a:avLst/>
          </a:prstGeom>
        </p:spPr>
      </p:pic>
    </p:spTree>
    <p:extLst>
      <p:ext uri="{BB962C8B-B14F-4D97-AF65-F5344CB8AC3E}">
        <p14:creationId xmlns:p14="http://schemas.microsoft.com/office/powerpoint/2010/main" val="37018119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CF117-CA66-F72C-EC0F-52DBC7733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44BB4-0574-4F21-4833-34753DF6B0DA}"/>
              </a:ext>
            </a:extLst>
          </p:cNvPr>
          <p:cNvSpPr>
            <a:spLocks noGrp="1"/>
          </p:cNvSpPr>
          <p:nvPr>
            <p:ph type="title"/>
          </p:nvPr>
        </p:nvSpPr>
        <p:spPr/>
        <p:txBody>
          <a:bodyPr/>
          <a:lstStyle/>
          <a:p>
            <a:r>
              <a:rPr lang="en-TR" dirty="0"/>
              <a:t>Support Vector Machines</a:t>
            </a:r>
          </a:p>
        </p:txBody>
      </p:sp>
      <p:pic>
        <p:nvPicPr>
          <p:cNvPr id="4" name="Picture 3">
            <a:extLst>
              <a:ext uri="{FF2B5EF4-FFF2-40B4-BE49-F238E27FC236}">
                <a16:creationId xmlns:a16="http://schemas.microsoft.com/office/drawing/2014/main" id="{2BEBA03C-2A18-864D-EFDE-B387AFF2C938}"/>
              </a:ext>
            </a:extLst>
          </p:cNvPr>
          <p:cNvPicPr>
            <a:picLocks noChangeAspect="1"/>
          </p:cNvPicPr>
          <p:nvPr/>
        </p:nvPicPr>
        <p:blipFill>
          <a:blip r:embed="rId2"/>
          <a:stretch>
            <a:fillRect/>
          </a:stretch>
        </p:blipFill>
        <p:spPr>
          <a:xfrm>
            <a:off x="176160" y="2844230"/>
            <a:ext cx="12015840" cy="2132504"/>
          </a:xfrm>
          <a:prstGeom prst="rect">
            <a:avLst/>
          </a:prstGeom>
        </p:spPr>
      </p:pic>
    </p:spTree>
    <p:extLst>
      <p:ext uri="{BB962C8B-B14F-4D97-AF65-F5344CB8AC3E}">
        <p14:creationId xmlns:p14="http://schemas.microsoft.com/office/powerpoint/2010/main" val="13160362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25EE-D34D-CF4B-E303-4FB4375B8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EDEDB-E6FF-37D1-312E-3A003CFD41F3}"/>
              </a:ext>
            </a:extLst>
          </p:cNvPr>
          <p:cNvSpPr>
            <a:spLocks noGrp="1"/>
          </p:cNvSpPr>
          <p:nvPr>
            <p:ph type="title"/>
          </p:nvPr>
        </p:nvSpPr>
        <p:spPr/>
        <p:txBody>
          <a:bodyPr/>
          <a:lstStyle/>
          <a:p>
            <a:r>
              <a:rPr lang="en-TR" dirty="0"/>
              <a:t>Support Vector Machines</a:t>
            </a:r>
          </a:p>
        </p:txBody>
      </p:sp>
      <p:pic>
        <p:nvPicPr>
          <p:cNvPr id="3" name="Picture 2">
            <a:extLst>
              <a:ext uri="{FF2B5EF4-FFF2-40B4-BE49-F238E27FC236}">
                <a16:creationId xmlns:a16="http://schemas.microsoft.com/office/drawing/2014/main" id="{8A1F6DFB-D387-1640-76ED-EFC06BB2FF3A}"/>
              </a:ext>
            </a:extLst>
          </p:cNvPr>
          <p:cNvPicPr>
            <a:picLocks noChangeAspect="1"/>
          </p:cNvPicPr>
          <p:nvPr/>
        </p:nvPicPr>
        <p:blipFill>
          <a:blip r:embed="rId2"/>
          <a:stretch>
            <a:fillRect/>
          </a:stretch>
        </p:blipFill>
        <p:spPr>
          <a:xfrm>
            <a:off x="509656" y="1847190"/>
            <a:ext cx="11392534" cy="4645685"/>
          </a:xfrm>
          <a:prstGeom prst="rect">
            <a:avLst/>
          </a:prstGeom>
        </p:spPr>
      </p:pic>
    </p:spTree>
    <p:extLst>
      <p:ext uri="{BB962C8B-B14F-4D97-AF65-F5344CB8AC3E}">
        <p14:creationId xmlns:p14="http://schemas.microsoft.com/office/powerpoint/2010/main" val="498756928"/>
      </p:ext>
    </p:extLst>
  </p:cSld>
  <p:clrMapOvr>
    <a:masterClrMapping/>
  </p:clrMapOvr>
</p:sld>
</file>

<file path=ppt/theme/theme1.xml><?xml version="1.0" encoding="utf-8"?>
<a:theme xmlns:a="http://schemas.openxmlformats.org/drawingml/2006/main" name="Office Theme">
  <a:themeElements>
    <a:clrScheme name="Custom 1">
      <a:dk1>
        <a:srgbClr val="473210"/>
      </a:dk1>
      <a:lt1>
        <a:srgbClr val="EAEBA3"/>
      </a:lt1>
      <a:dk2>
        <a:srgbClr val="4D4311"/>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1116</TotalTime>
  <Words>3973</Words>
  <Application>Microsoft Macintosh PowerPoint</Application>
  <PresentationFormat>Widescreen</PresentationFormat>
  <Paragraphs>1001</Paragraphs>
  <Slides>54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54</vt:i4>
      </vt:variant>
    </vt:vector>
  </HeadingPairs>
  <TitlesOfParts>
    <vt:vector size="64" baseType="lpstr">
      <vt:lpstr>Aptos</vt:lpstr>
      <vt:lpstr>Arial</vt:lpstr>
      <vt:lpstr>Cambria Math</vt:lpstr>
      <vt:lpstr>Symbol</vt:lpstr>
      <vt:lpstr>Times New Roman</vt:lpstr>
      <vt:lpstr>Office Theme</vt:lpstr>
      <vt:lpstr>Photo Editor Photo</vt:lpstr>
      <vt:lpstr>Equation.3</vt:lpstr>
      <vt:lpstr>Equation</vt:lpstr>
      <vt:lpstr>Worksheet</vt:lpstr>
      <vt:lpstr>IE451  Data Analytics and Optimization</vt:lpstr>
      <vt:lpstr>This week…</vt:lpstr>
      <vt:lpstr>Sick or Healthy?</vt:lpstr>
      <vt:lpstr>Sick or Healthy?</vt:lpstr>
      <vt:lpstr>Sick or Healthy?</vt:lpstr>
      <vt:lpstr>Sick or Healthy?</vt:lpstr>
      <vt:lpstr>Probability: A Quick Introduction</vt:lpstr>
      <vt:lpstr>Probability: A Quick Introduction</vt:lpstr>
      <vt:lpstr>Probability: A Quick Introduction</vt:lpstr>
      <vt:lpstr>Probability Calculus</vt:lpstr>
      <vt:lpstr>Probability Calculus</vt:lpstr>
      <vt:lpstr>Bayes Theorem</vt:lpstr>
      <vt:lpstr>Bayes Theorem</vt:lpstr>
      <vt:lpstr>Bayes Theorem</vt:lpstr>
      <vt:lpstr>Bayes Theorem</vt:lpstr>
      <vt:lpstr>Revising Your Belief With New Data</vt:lpstr>
      <vt:lpstr>Revising Your Belief With New Data</vt:lpstr>
      <vt:lpstr>Revising Your Belief With New Data</vt:lpstr>
      <vt:lpstr>Revising Your Belief With New Data</vt:lpstr>
      <vt:lpstr>Sick or Healthy?</vt:lpstr>
      <vt:lpstr>Does Your Friend Have the Disease?</vt:lpstr>
      <vt:lpstr>Revising Your Belief With New Data</vt:lpstr>
      <vt:lpstr>The Disease Problem</vt:lpstr>
      <vt:lpstr>Choosing the Hypothesis (MAP) </vt:lpstr>
      <vt:lpstr>Naïve Bayes Classifier - I</vt:lpstr>
      <vt:lpstr>Naïve Bayes Classifier - II</vt:lpstr>
      <vt:lpstr>Naïve Bayes Classifier - III</vt:lpstr>
      <vt:lpstr>The Disease Problem</vt:lpstr>
      <vt:lpstr>The Disease Problem</vt:lpstr>
      <vt:lpstr>The Disease Problem</vt:lpstr>
      <vt:lpstr>The Disease Problem</vt:lpstr>
      <vt:lpstr>The Disease Problem</vt:lpstr>
      <vt:lpstr>The Disease Problem</vt:lpstr>
      <vt:lpstr>The Disease Problem</vt:lpstr>
      <vt:lpstr>Naïve Bayes Classifier - Remarks</vt:lpstr>
      <vt:lpstr>Instance-Based Learning (IBL)</vt:lpstr>
      <vt:lpstr>Similarity Measures – (I)</vt:lpstr>
      <vt:lpstr>Similarity Measures – (II)</vt:lpstr>
      <vt:lpstr>Similarity Measures – (III)</vt:lpstr>
      <vt:lpstr>Similarity Measures – (IV)</vt:lpstr>
      <vt:lpstr>Similarity Measures – (V)</vt:lpstr>
      <vt:lpstr>Similarity Measures – (VI)</vt:lpstr>
      <vt:lpstr>Similarity Measures – (VII)</vt:lpstr>
      <vt:lpstr>Similarity Measures – (VIII)</vt:lpstr>
      <vt:lpstr>The Disease Problem</vt:lpstr>
      <vt:lpstr>Instance-Based Learning – Remarks (I)</vt:lpstr>
      <vt:lpstr>Instance-Based Learning – Remarks (II)</vt:lpstr>
      <vt:lpstr>Locally Weighted Numeric Prediction </vt:lpstr>
      <vt:lpstr>K* (aka K-Star) Classifier </vt:lpstr>
      <vt:lpstr>Support Vector Machines</vt:lpstr>
      <vt:lpstr>Support Vector Machines</vt:lpstr>
      <vt:lpstr>Support Vector Machines</vt:lpstr>
      <vt:lpstr>Support Vector Machines</vt:lpstr>
      <vt:lpstr>Support Vector Machines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Erhun Kundakcıoğlu</dc:creator>
  <cp:lastModifiedBy>Erhun Kundakcıoğlu</cp:lastModifiedBy>
  <cp:revision>41</cp:revision>
  <dcterms:created xsi:type="dcterms:W3CDTF">2026-02-15T13:11:34Z</dcterms:created>
  <dcterms:modified xsi:type="dcterms:W3CDTF">2026-03-02T09:38:35Z</dcterms:modified>
</cp:coreProperties>
</file>